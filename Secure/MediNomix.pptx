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wdp" ContentType="image/vnd.ms-photo"/>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media/image3.jpg" ContentType="image/jpeg"/>
  <Override PartName="/ppt/notesSlides/notesSlide2.xml" ContentType="application/vnd.openxmlformats-officedocument.presentationml.notesSlide+xml"/>
  <Override PartName="/ppt/media/image5.jpg" ContentType="image/jpeg"/>
  <Override PartName="/ppt/notesSlides/notesSlide3.xml" ContentType="application/vnd.openxmlformats-officedocument.presentationml.notesSlide+xml"/>
  <Override PartName="/ppt/media/image6.jpg" ContentType="image/jpeg"/>
  <Override PartName="/ppt/media/image7.jpg" ContentType="image/jpeg"/>
  <Override PartName="/ppt/notesSlides/notesSlide4.xml" ContentType="application/vnd.openxmlformats-officedocument.presentationml.notesSlide+xml"/>
  <Override PartName="/ppt/media/image8.jpg" ContentType="image/jpeg"/>
  <Override PartName="/ppt/notesSlides/notesSlide5.xml" ContentType="application/vnd.openxmlformats-officedocument.presentationml.notesSlide+xml"/>
  <Override PartName="/ppt/media/image11.jpg" ContentType="image/jpeg"/>
  <Override PartName="/ppt/notesSlides/notesSlide6.xml" ContentType="application/vnd.openxmlformats-officedocument.presentationml.notesSlide+xml"/>
  <Override PartName="/ppt/media/image13.jpg" ContentType="image/jpeg"/>
  <Override PartName="/ppt/notesSlides/notesSlide7.xml" ContentType="application/vnd.openxmlformats-officedocument.presentationml.notesSlide+xml"/>
  <Override PartName="/ppt/media/image14.jpg" ContentType="image/jpe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6" r:id="rId1"/>
    <p:sldMasterId id="2147483709" r:id="rId2"/>
  </p:sldMasterIdLst>
  <p:notesMasterIdLst>
    <p:notesMasterId r:id="rId17"/>
  </p:notesMasterIdLst>
  <p:sldIdLst>
    <p:sldId id="326" r:id="rId3"/>
    <p:sldId id="334" r:id="rId4"/>
    <p:sldId id="330" r:id="rId5"/>
    <p:sldId id="329" r:id="rId6"/>
    <p:sldId id="333" r:id="rId7"/>
    <p:sldId id="332" r:id="rId8"/>
    <p:sldId id="331" r:id="rId9"/>
    <p:sldId id="336" r:id="rId10"/>
    <p:sldId id="337" r:id="rId11"/>
    <p:sldId id="335" r:id="rId12"/>
    <p:sldId id="340" r:id="rId13"/>
    <p:sldId id="341" r:id="rId14"/>
    <p:sldId id="338" r:id="rId15"/>
    <p:sldId id="339" r:id="rId16"/>
  </p:sldIdLst>
  <p:sldSz cx="9144000" cy="5143500" type="screen16x9"/>
  <p:notesSz cx="6858000" cy="9144000"/>
  <p:embeddedFontLst>
    <p:embeddedFont>
      <p:font typeface="Space Grotesk" panose="020B0604020202020204" charset="0"/>
      <p:regular r:id="rId18"/>
      <p:bold r:id="rId19"/>
    </p:embeddedFont>
    <p:embeddedFont>
      <p:font typeface="Dosis" panose="020B0604020202020204" charset="0"/>
      <p:regular r:id="rId20"/>
      <p:bold r:id="rId21"/>
    </p:embeddedFont>
    <p:embeddedFont>
      <p:font typeface="Quattrocento" panose="020B0604020202020204" charset="0"/>
      <p:regular r:id="rId22"/>
      <p:bold r:id="rId23"/>
    </p:embeddedFont>
    <p:embeddedFont>
      <p:font typeface="Montserrat" panose="020B0604020202020204" charset="0"/>
      <p:regular r:id="rId24"/>
      <p:bold r:id="rId25"/>
      <p:italic r:id="rId26"/>
      <p:boldItalic r:id="rId27"/>
    </p:embeddedFont>
    <p:embeddedFont>
      <p:font typeface="Cinzel" panose="020B0604020202020204" charset="0"/>
      <p:regular r:id="rId28"/>
      <p:bold r:id="rId29"/>
    </p:embeddedFont>
    <p:embeddedFont>
      <p:font typeface="Space Grotesk Medium" panose="020B0604020202020204" charset="0"/>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4C8"/>
    <a:srgbClr val="FFD85D"/>
    <a:srgbClr val="FFCC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33CD9CB-4023-44A5-94ED-02F0F8F93BF5}">
  <a:tblStyle styleId="{033CD9CB-4023-44A5-94ED-02F0F8F93BF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81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1.xml"/><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7.fntdata"/><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8.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9"/>
        <p:cNvGrpSpPr/>
        <p:nvPr/>
      </p:nvGrpSpPr>
      <p:grpSpPr>
        <a:xfrm>
          <a:off x="0" y="0"/>
          <a:ext cx="0" cy="0"/>
          <a:chOff x="0" y="0"/>
          <a:chExt cx="0" cy="0"/>
        </a:xfrm>
      </p:grpSpPr>
      <p:sp>
        <p:nvSpPr>
          <p:cNvPr id="3820" name="Google Shape;3820;g111784267d7_0_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1" name="Google Shape;3821;g111784267d7_0_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1656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8"/>
        <p:cNvGrpSpPr/>
        <p:nvPr/>
      </p:nvGrpSpPr>
      <p:grpSpPr>
        <a:xfrm>
          <a:off x="0" y="0"/>
          <a:ext cx="0" cy="0"/>
          <a:chOff x="0" y="0"/>
          <a:chExt cx="0" cy="0"/>
        </a:xfrm>
      </p:grpSpPr>
      <p:sp>
        <p:nvSpPr>
          <p:cNvPr id="4029" name="Google Shape;4029;g111aeaaf00e_2_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0" name="Google Shape;4030;g111aeaaf00e_2_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1760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9"/>
        <p:cNvGrpSpPr/>
        <p:nvPr/>
      </p:nvGrpSpPr>
      <p:grpSpPr>
        <a:xfrm>
          <a:off x="0" y="0"/>
          <a:ext cx="0" cy="0"/>
          <a:chOff x="0" y="0"/>
          <a:chExt cx="0" cy="0"/>
        </a:xfrm>
      </p:grpSpPr>
      <p:sp>
        <p:nvSpPr>
          <p:cNvPr id="3820" name="Google Shape;3820;g111784267d7_0_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1" name="Google Shape;3821;g111784267d7_0_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57664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9"/>
        <p:cNvGrpSpPr/>
        <p:nvPr/>
      </p:nvGrpSpPr>
      <p:grpSpPr>
        <a:xfrm>
          <a:off x="0" y="0"/>
          <a:ext cx="0" cy="0"/>
          <a:chOff x="0" y="0"/>
          <a:chExt cx="0" cy="0"/>
        </a:xfrm>
      </p:grpSpPr>
      <p:sp>
        <p:nvSpPr>
          <p:cNvPr id="3820" name="Google Shape;3820;g111784267d7_0_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1" name="Google Shape;3821;g111784267d7_0_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51218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9"/>
        <p:cNvGrpSpPr/>
        <p:nvPr/>
      </p:nvGrpSpPr>
      <p:grpSpPr>
        <a:xfrm>
          <a:off x="0" y="0"/>
          <a:ext cx="0" cy="0"/>
          <a:chOff x="0" y="0"/>
          <a:chExt cx="0" cy="0"/>
        </a:xfrm>
      </p:grpSpPr>
      <p:sp>
        <p:nvSpPr>
          <p:cNvPr id="3820" name="Google Shape;3820;g111784267d7_0_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1" name="Google Shape;3821;g111784267d7_0_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6009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9"/>
        <p:cNvGrpSpPr/>
        <p:nvPr/>
      </p:nvGrpSpPr>
      <p:grpSpPr>
        <a:xfrm>
          <a:off x="0" y="0"/>
          <a:ext cx="0" cy="0"/>
          <a:chOff x="0" y="0"/>
          <a:chExt cx="0" cy="0"/>
        </a:xfrm>
      </p:grpSpPr>
      <p:sp>
        <p:nvSpPr>
          <p:cNvPr id="3820" name="Google Shape;3820;g111784267d7_0_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1" name="Google Shape;3821;g111784267d7_0_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58745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9"/>
        <p:cNvGrpSpPr/>
        <p:nvPr/>
      </p:nvGrpSpPr>
      <p:grpSpPr>
        <a:xfrm>
          <a:off x="0" y="0"/>
          <a:ext cx="0" cy="0"/>
          <a:chOff x="0" y="0"/>
          <a:chExt cx="0" cy="0"/>
        </a:xfrm>
      </p:grpSpPr>
      <p:sp>
        <p:nvSpPr>
          <p:cNvPr id="3820" name="Google Shape;3820;g111784267d7_0_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1" name="Google Shape;3821;g111784267d7_0_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7494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9"/>
        <p:cNvGrpSpPr/>
        <p:nvPr/>
      </p:nvGrpSpPr>
      <p:grpSpPr>
        <a:xfrm>
          <a:off x="0" y="0"/>
          <a:ext cx="0" cy="0"/>
          <a:chOff x="0" y="0"/>
          <a:chExt cx="0" cy="0"/>
        </a:xfrm>
      </p:grpSpPr>
      <p:sp>
        <p:nvSpPr>
          <p:cNvPr id="3820" name="Google Shape;3820;g111784267d7_0_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1" name="Google Shape;3821;g111784267d7_0_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6259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9"/>
        <p:cNvGrpSpPr/>
        <p:nvPr/>
      </p:nvGrpSpPr>
      <p:grpSpPr>
        <a:xfrm>
          <a:off x="0" y="0"/>
          <a:ext cx="0" cy="0"/>
          <a:chOff x="0" y="0"/>
          <a:chExt cx="0" cy="0"/>
        </a:xfrm>
      </p:grpSpPr>
      <p:sp>
        <p:nvSpPr>
          <p:cNvPr id="3820" name="Google Shape;3820;g111784267d7_0_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1" name="Google Shape;3821;g111784267d7_0_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0455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9"/>
        <p:cNvGrpSpPr/>
        <p:nvPr/>
      </p:nvGrpSpPr>
      <p:grpSpPr>
        <a:xfrm>
          <a:off x="0" y="0"/>
          <a:ext cx="0" cy="0"/>
          <a:chOff x="0" y="0"/>
          <a:chExt cx="0" cy="0"/>
        </a:xfrm>
      </p:grpSpPr>
      <p:sp>
        <p:nvSpPr>
          <p:cNvPr id="3820" name="Google Shape;3820;g111784267d7_0_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1" name="Google Shape;3821;g111784267d7_0_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6443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2.xml"/><Relationship Id="rId4" Type="http://schemas.openxmlformats.org/officeDocument/2006/relationships/hyperlink" Target="http://bit.ly/2TtBDfr" TargetMode="Externa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05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3562"/>
        <p:cNvGrpSpPr/>
        <p:nvPr/>
      </p:nvGrpSpPr>
      <p:grpSpPr>
        <a:xfrm>
          <a:off x="0" y="0"/>
          <a:ext cx="0" cy="0"/>
          <a:chOff x="0" y="0"/>
          <a:chExt cx="0" cy="0"/>
        </a:xfrm>
      </p:grpSpPr>
      <p:sp>
        <p:nvSpPr>
          <p:cNvPr id="3563" name="Google Shape;3563;p56"/>
          <p:cNvSpPr/>
          <p:nvPr/>
        </p:nvSpPr>
        <p:spPr>
          <a:xfrm flipH="1">
            <a:off x="102342" y="102777"/>
            <a:ext cx="724127" cy="726303"/>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64" name="Google Shape;3564;p56"/>
          <p:cNvGrpSpPr/>
          <p:nvPr/>
        </p:nvGrpSpPr>
        <p:grpSpPr>
          <a:xfrm flipH="1">
            <a:off x="-603882" y="-418180"/>
            <a:ext cx="2136578" cy="1768212"/>
            <a:chOff x="5440750" y="1669400"/>
            <a:chExt cx="971525" cy="804025"/>
          </a:xfrm>
        </p:grpSpPr>
        <p:sp>
          <p:nvSpPr>
            <p:cNvPr id="3565" name="Google Shape;3565;p56"/>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56"/>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56"/>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56"/>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56"/>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56"/>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56"/>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56"/>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56"/>
            <p:cNvSpPr/>
            <p:nvPr/>
          </p:nvSpPr>
          <p:spPr>
            <a:xfrm>
              <a:off x="6140976" y="230127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56"/>
            <p:cNvSpPr/>
            <p:nvPr/>
          </p:nvSpPr>
          <p:spPr>
            <a:xfrm>
              <a:off x="6135401" y="2295919"/>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56"/>
            <p:cNvSpPr/>
            <p:nvPr/>
          </p:nvSpPr>
          <p:spPr>
            <a:xfrm>
              <a:off x="6163776" y="2324294"/>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6" name="Google Shape;3576;p56"/>
          <p:cNvGrpSpPr/>
          <p:nvPr/>
        </p:nvGrpSpPr>
        <p:grpSpPr>
          <a:xfrm>
            <a:off x="-1110993" y="1389236"/>
            <a:ext cx="2429466" cy="2063219"/>
            <a:chOff x="4665875" y="2808650"/>
            <a:chExt cx="993850" cy="844025"/>
          </a:xfrm>
        </p:grpSpPr>
        <p:sp>
          <p:nvSpPr>
            <p:cNvPr id="3577" name="Google Shape;3577;p56"/>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56"/>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56"/>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56"/>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56"/>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56"/>
            <p:cNvSpPr/>
            <p:nvPr/>
          </p:nvSpPr>
          <p:spPr>
            <a:xfrm>
              <a:off x="4967653" y="3046159"/>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56"/>
            <p:cNvSpPr/>
            <p:nvPr/>
          </p:nvSpPr>
          <p:spPr>
            <a:xfrm>
              <a:off x="5034653" y="3113159"/>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4" name="Google Shape;3584;p56"/>
          <p:cNvGrpSpPr/>
          <p:nvPr/>
        </p:nvGrpSpPr>
        <p:grpSpPr>
          <a:xfrm flipH="1">
            <a:off x="6738226" y="2911751"/>
            <a:ext cx="3525470" cy="3410618"/>
            <a:chOff x="5440750" y="1669400"/>
            <a:chExt cx="971525" cy="939875"/>
          </a:xfrm>
        </p:grpSpPr>
        <p:sp>
          <p:nvSpPr>
            <p:cNvPr id="3585" name="Google Shape;3585;p56"/>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56"/>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56"/>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56"/>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56"/>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56"/>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56"/>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56"/>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56"/>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56"/>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56"/>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56"/>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7" name="Google Shape;3597;p56"/>
          <p:cNvGrpSpPr/>
          <p:nvPr/>
        </p:nvGrpSpPr>
        <p:grpSpPr>
          <a:xfrm rot="5400000">
            <a:off x="6875511" y="1422360"/>
            <a:ext cx="2695006" cy="2887947"/>
            <a:chOff x="5440750" y="1669400"/>
            <a:chExt cx="975815" cy="1045676"/>
          </a:xfrm>
        </p:grpSpPr>
        <p:sp>
          <p:nvSpPr>
            <p:cNvPr id="3598" name="Google Shape;3598;p56"/>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56"/>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56"/>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56"/>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56"/>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56"/>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56"/>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56"/>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56"/>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56"/>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56"/>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56"/>
            <p:cNvSpPr/>
            <p:nvPr/>
          </p:nvSpPr>
          <p:spPr>
            <a:xfrm>
              <a:off x="6107140" y="2405651"/>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3610"/>
        <p:cNvGrpSpPr/>
        <p:nvPr/>
      </p:nvGrpSpPr>
      <p:grpSpPr>
        <a:xfrm>
          <a:off x="0" y="0"/>
          <a:ext cx="0" cy="0"/>
          <a:chOff x="0" y="0"/>
          <a:chExt cx="0" cy="0"/>
        </a:xfrm>
      </p:grpSpPr>
      <p:grpSp>
        <p:nvGrpSpPr>
          <p:cNvPr id="3611" name="Google Shape;3611;p57"/>
          <p:cNvGrpSpPr/>
          <p:nvPr/>
        </p:nvGrpSpPr>
        <p:grpSpPr>
          <a:xfrm rot="10800000" flipH="1">
            <a:off x="-1215840" y="503176"/>
            <a:ext cx="2872823" cy="2439739"/>
            <a:chOff x="4665875" y="2808650"/>
            <a:chExt cx="993850" cy="844025"/>
          </a:xfrm>
        </p:grpSpPr>
        <p:sp>
          <p:nvSpPr>
            <p:cNvPr id="3612" name="Google Shape;3612;p57"/>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57"/>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57"/>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57"/>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57"/>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57"/>
            <p:cNvSpPr/>
            <p:nvPr/>
          </p:nvSpPr>
          <p:spPr>
            <a:xfrm>
              <a:off x="5047532" y="3035061"/>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57"/>
            <p:cNvSpPr/>
            <p:nvPr/>
          </p:nvSpPr>
          <p:spPr>
            <a:xfrm>
              <a:off x="5114532" y="3102061"/>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9" name="Google Shape;3619;p57"/>
          <p:cNvGrpSpPr/>
          <p:nvPr/>
        </p:nvGrpSpPr>
        <p:grpSpPr>
          <a:xfrm rot="10800000" flipH="1">
            <a:off x="-309809" y="2691848"/>
            <a:ext cx="2872292" cy="2378232"/>
            <a:chOff x="2210400" y="2558550"/>
            <a:chExt cx="971025" cy="804000"/>
          </a:xfrm>
        </p:grpSpPr>
        <p:sp>
          <p:nvSpPr>
            <p:cNvPr id="3620" name="Google Shape;3620;p5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5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5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5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5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5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5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5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28" name="Google Shape;3628;p57"/>
          <p:cNvSpPr/>
          <p:nvPr/>
        </p:nvSpPr>
        <p:spPr>
          <a:xfrm rot="10800000" flipH="1">
            <a:off x="-94215" y="3081101"/>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57"/>
          <p:cNvSpPr/>
          <p:nvPr/>
        </p:nvSpPr>
        <p:spPr>
          <a:xfrm>
            <a:off x="8316930" y="151129"/>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57"/>
          <p:cNvSpPr/>
          <p:nvPr/>
        </p:nvSpPr>
        <p:spPr>
          <a:xfrm flipH="1">
            <a:off x="7508346" y="-117482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31" name="Google Shape;3631;p57"/>
          <p:cNvGrpSpPr/>
          <p:nvPr/>
        </p:nvGrpSpPr>
        <p:grpSpPr>
          <a:xfrm flipH="1">
            <a:off x="6947190" y="-119799"/>
            <a:ext cx="3563418" cy="3276021"/>
            <a:chOff x="4765450" y="2817950"/>
            <a:chExt cx="894275" cy="822150"/>
          </a:xfrm>
        </p:grpSpPr>
        <p:sp>
          <p:nvSpPr>
            <p:cNvPr id="3632" name="Google Shape;3632;p57"/>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57"/>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57"/>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57"/>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776"/>
        <p:cNvGrpSpPr/>
        <p:nvPr/>
      </p:nvGrpSpPr>
      <p:grpSpPr>
        <a:xfrm>
          <a:off x="0" y="0"/>
          <a:ext cx="0" cy="0"/>
          <a:chOff x="0" y="0"/>
          <a:chExt cx="0" cy="0"/>
        </a:xfrm>
      </p:grpSpPr>
      <p:grpSp>
        <p:nvGrpSpPr>
          <p:cNvPr id="777" name="Google Shape;777;p7"/>
          <p:cNvGrpSpPr/>
          <p:nvPr/>
        </p:nvGrpSpPr>
        <p:grpSpPr>
          <a:xfrm rot="10800000" flipH="1">
            <a:off x="5403910" y="-52745"/>
            <a:ext cx="4015313" cy="3884503"/>
            <a:chOff x="5440750" y="1669400"/>
            <a:chExt cx="971525" cy="939875"/>
          </a:xfrm>
        </p:grpSpPr>
        <p:sp>
          <p:nvSpPr>
            <p:cNvPr id="778" name="Google Shape;778;p7"/>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7"/>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7"/>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7"/>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7"/>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7"/>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7"/>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7"/>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7"/>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7"/>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7"/>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7"/>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7"/>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7"/>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7"/>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7"/>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7"/>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7"/>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7"/>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7"/>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7"/>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7"/>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7"/>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7"/>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7"/>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7"/>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7"/>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7"/>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7"/>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7"/>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7"/>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7"/>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7"/>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7"/>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7"/>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7"/>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7"/>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7"/>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7"/>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7"/>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7"/>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7"/>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7"/>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7"/>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7"/>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7"/>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7"/>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7"/>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7"/>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7"/>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7"/>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7"/>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7"/>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7"/>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7"/>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7"/>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7"/>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7"/>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7"/>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7"/>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7"/>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7"/>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7"/>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7"/>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7"/>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7"/>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7"/>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7"/>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7"/>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7"/>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7"/>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7"/>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7"/>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7"/>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7"/>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7"/>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7"/>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7"/>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7"/>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7"/>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7"/>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7"/>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7"/>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7"/>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7"/>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7"/>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7"/>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7"/>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7"/>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7"/>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7"/>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7"/>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7"/>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7"/>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7"/>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7"/>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7"/>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7"/>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7"/>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7"/>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7"/>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7"/>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7"/>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7"/>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7"/>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7"/>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7"/>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7"/>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7"/>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7"/>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7"/>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7"/>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7"/>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7"/>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7"/>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7"/>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7"/>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7"/>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7"/>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7" name="Google Shape;897;p7"/>
          <p:cNvGrpSpPr/>
          <p:nvPr/>
        </p:nvGrpSpPr>
        <p:grpSpPr>
          <a:xfrm>
            <a:off x="4254127" y="3497274"/>
            <a:ext cx="2872292" cy="2378232"/>
            <a:chOff x="2210400" y="2558550"/>
            <a:chExt cx="971025" cy="804000"/>
          </a:xfrm>
        </p:grpSpPr>
        <p:sp>
          <p:nvSpPr>
            <p:cNvPr id="898" name="Google Shape;898;p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6" name="Google Shape;906;p7"/>
          <p:cNvGrpSpPr/>
          <p:nvPr/>
        </p:nvGrpSpPr>
        <p:grpSpPr>
          <a:xfrm>
            <a:off x="5174781" y="4034816"/>
            <a:ext cx="849275" cy="848250"/>
            <a:chOff x="2651171" y="2397773"/>
            <a:chExt cx="2099568" cy="2097033"/>
          </a:xfrm>
        </p:grpSpPr>
        <p:sp>
          <p:nvSpPr>
            <p:cNvPr id="907" name="Google Shape;907;p7"/>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solidFill>
              <a:srgbClr val="00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7"/>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solidFill>
              <a:srgbClr val="00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9" name="Google Shape;909;p7"/>
          <p:cNvSpPr>
            <a:spLocks noGrp="1"/>
          </p:cNvSpPr>
          <p:nvPr>
            <p:ph type="pic" idx="2"/>
          </p:nvPr>
        </p:nvSpPr>
        <p:spPr>
          <a:xfrm>
            <a:off x="4343650" y="670800"/>
            <a:ext cx="3801900" cy="3801900"/>
          </a:xfrm>
          <a:prstGeom prst="diamond">
            <a:avLst/>
          </a:prstGeom>
          <a:noFill/>
          <a:ln>
            <a:noFill/>
          </a:ln>
        </p:spPr>
      </p:sp>
      <p:sp>
        <p:nvSpPr>
          <p:cNvPr id="910" name="Google Shape;910;p7"/>
          <p:cNvSpPr txBox="1">
            <a:spLocks noGrp="1"/>
          </p:cNvSpPr>
          <p:nvPr>
            <p:ph type="title"/>
          </p:nvPr>
        </p:nvSpPr>
        <p:spPr>
          <a:xfrm>
            <a:off x="713225" y="1507575"/>
            <a:ext cx="3753900" cy="1564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11" name="Google Shape;911;p7"/>
          <p:cNvSpPr txBox="1">
            <a:spLocks noGrp="1"/>
          </p:cNvSpPr>
          <p:nvPr>
            <p:ph type="body" idx="1"/>
          </p:nvPr>
        </p:nvSpPr>
        <p:spPr>
          <a:xfrm>
            <a:off x="713225" y="3182100"/>
            <a:ext cx="3753900" cy="915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sz="1400"/>
            </a:lvl1pPr>
            <a:lvl2pPr marL="914400" lvl="1" indent="-304800" algn="r" rtl="0">
              <a:lnSpc>
                <a:spcPct val="100000"/>
              </a:lnSpc>
              <a:spcBef>
                <a:spcPts val="0"/>
              </a:spcBef>
              <a:spcAft>
                <a:spcPts val="0"/>
              </a:spcAft>
              <a:buSzPts val="1200"/>
              <a:buChar char="○"/>
              <a:defRPr sz="1200"/>
            </a:lvl2pPr>
            <a:lvl3pPr marL="1371600" lvl="2" indent="-304800" algn="r" rtl="0">
              <a:lnSpc>
                <a:spcPct val="100000"/>
              </a:lnSpc>
              <a:spcBef>
                <a:spcPts val="0"/>
              </a:spcBef>
              <a:spcAft>
                <a:spcPts val="0"/>
              </a:spcAft>
              <a:buSzPts val="1200"/>
              <a:buChar char="■"/>
              <a:defRPr sz="1200"/>
            </a:lvl3pPr>
            <a:lvl4pPr marL="1828800" lvl="3" indent="-304800" algn="r" rtl="0">
              <a:lnSpc>
                <a:spcPct val="100000"/>
              </a:lnSpc>
              <a:spcBef>
                <a:spcPts val="0"/>
              </a:spcBef>
              <a:spcAft>
                <a:spcPts val="0"/>
              </a:spcAft>
              <a:buSzPts val="1200"/>
              <a:buChar char="●"/>
              <a:defRPr sz="1200"/>
            </a:lvl4pPr>
            <a:lvl5pPr marL="2286000" lvl="4" indent="-304800" algn="r" rtl="0">
              <a:lnSpc>
                <a:spcPct val="100000"/>
              </a:lnSpc>
              <a:spcBef>
                <a:spcPts val="0"/>
              </a:spcBef>
              <a:spcAft>
                <a:spcPts val="0"/>
              </a:spcAft>
              <a:buSzPts val="1200"/>
              <a:buChar char="○"/>
              <a:defRPr sz="1200"/>
            </a:lvl5pPr>
            <a:lvl6pPr marL="2743200" lvl="5" indent="-304800" algn="r" rtl="0">
              <a:lnSpc>
                <a:spcPct val="100000"/>
              </a:lnSpc>
              <a:spcBef>
                <a:spcPts val="0"/>
              </a:spcBef>
              <a:spcAft>
                <a:spcPts val="0"/>
              </a:spcAft>
              <a:buSzPts val="1200"/>
              <a:buChar char="■"/>
              <a:defRPr sz="1200"/>
            </a:lvl6pPr>
            <a:lvl7pPr marL="3200400" lvl="6" indent="-304800" algn="r" rtl="0">
              <a:lnSpc>
                <a:spcPct val="100000"/>
              </a:lnSpc>
              <a:spcBef>
                <a:spcPts val="0"/>
              </a:spcBef>
              <a:spcAft>
                <a:spcPts val="0"/>
              </a:spcAft>
              <a:buSzPts val="1200"/>
              <a:buChar char="●"/>
              <a:defRPr sz="1200"/>
            </a:lvl7pPr>
            <a:lvl8pPr marL="3657600" lvl="7" indent="-304800" algn="r" rtl="0">
              <a:lnSpc>
                <a:spcPct val="100000"/>
              </a:lnSpc>
              <a:spcBef>
                <a:spcPts val="0"/>
              </a:spcBef>
              <a:spcAft>
                <a:spcPts val="0"/>
              </a:spcAft>
              <a:buSzPts val="1200"/>
              <a:buChar char="○"/>
              <a:defRPr sz="1200"/>
            </a:lvl8pPr>
            <a:lvl9pPr marL="4114800" lvl="8" indent="-304800" algn="r" rtl="0">
              <a:lnSpc>
                <a:spcPct val="100000"/>
              </a:lnSpc>
              <a:spcBef>
                <a:spcPts val="0"/>
              </a:spcBef>
              <a:spcAft>
                <a:spcPts val="0"/>
              </a:spcAft>
              <a:buSzPts val="1200"/>
              <a:buChar char="■"/>
              <a:defRPr sz="1200"/>
            </a:lvl9pPr>
          </a:lstStyle>
          <a:p>
            <a:endParaRPr/>
          </a:p>
        </p:txBody>
      </p:sp>
    </p:spTree>
    <p:extLst>
      <p:ext uri="{BB962C8B-B14F-4D97-AF65-F5344CB8AC3E}">
        <p14:creationId xmlns:p14="http://schemas.microsoft.com/office/powerpoint/2010/main" val="3270448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82500" y="614500"/>
            <a:ext cx="5200800" cy="3078300"/>
          </a:xfrm>
          <a:prstGeom prst="rect">
            <a:avLst/>
          </a:prstGeom>
        </p:spPr>
        <p:txBody>
          <a:bodyPr spcFirstLastPara="1" wrap="square" lIns="91425" tIns="91425" rIns="91425" bIns="91425" anchor="ctr" anchorCtr="0">
            <a:noAutofit/>
          </a:bodyPr>
          <a:lstStyle>
            <a:lvl1pPr lvl="0" rtl="0">
              <a:lnSpc>
                <a:spcPct val="80000"/>
              </a:lnSpc>
              <a:spcBef>
                <a:spcPts val="0"/>
              </a:spcBef>
              <a:spcAft>
                <a:spcPts val="0"/>
              </a:spcAft>
              <a:buSzPts val="5200"/>
              <a:buNone/>
              <a:defRPr sz="4900">
                <a:solidFill>
                  <a:schemeClr val="lt1"/>
                </a:solidFill>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682500" y="3886250"/>
            <a:ext cx="3808500" cy="442200"/>
          </a:xfrm>
          <a:prstGeom prst="rect">
            <a:avLst/>
          </a:prstGeom>
          <a:solidFill>
            <a:srgbClr val="00FFFF"/>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600" b="1">
                <a:solidFill>
                  <a:schemeClr val="dk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p:nvPr/>
        </p:nvSpPr>
        <p:spPr>
          <a:xfrm>
            <a:off x="5993880" y="914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Google Shape;12;p2"/>
          <p:cNvSpPr/>
          <p:nvPr/>
        </p:nvSpPr>
        <p:spPr>
          <a:xfrm>
            <a:off x="7667336" y="2762105"/>
            <a:ext cx="849376" cy="851911"/>
          </a:xfrm>
          <a:custGeom>
            <a:avLst/>
            <a:gdLst/>
            <a:ahLst/>
            <a:cxnLst/>
            <a:rect l="l" t="t" r="r" b="b"/>
            <a:pathLst>
              <a:path w="6031" h="6049" extrusionOk="0">
                <a:moveTo>
                  <a:pt x="3015" y="0"/>
                </a:moveTo>
                <a:lnTo>
                  <a:pt x="0" y="3034"/>
                </a:lnTo>
                <a:lnTo>
                  <a:pt x="3015" y="6049"/>
                </a:lnTo>
                <a:lnTo>
                  <a:pt x="6030" y="3034"/>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Google Shape;13;p2"/>
          <p:cNvSpPr/>
          <p:nvPr/>
        </p:nvSpPr>
        <p:spPr>
          <a:xfrm>
            <a:off x="6928114" y="1582609"/>
            <a:ext cx="912329" cy="912329"/>
          </a:xfrm>
          <a:custGeom>
            <a:avLst/>
            <a:gdLst/>
            <a:ahLst/>
            <a:cxnLst/>
            <a:rect l="l" t="t" r="r" b="b"/>
            <a:pathLst>
              <a:path w="6478" h="6478" extrusionOk="0">
                <a:moveTo>
                  <a:pt x="447" y="3239"/>
                </a:moveTo>
                <a:lnTo>
                  <a:pt x="3239" y="6031"/>
                </a:lnTo>
                <a:lnTo>
                  <a:pt x="6031" y="3239"/>
                </a:lnTo>
                <a:lnTo>
                  <a:pt x="3239" y="429"/>
                </a:lnTo>
                <a:close/>
                <a:moveTo>
                  <a:pt x="3239" y="6477"/>
                </a:moveTo>
                <a:lnTo>
                  <a:pt x="1" y="3239"/>
                </a:lnTo>
                <a:lnTo>
                  <a:pt x="3239" y="1"/>
                </a:lnTo>
                <a:lnTo>
                  <a:pt x="6477" y="3239"/>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Google Shape;14;p2"/>
          <p:cNvSpPr/>
          <p:nvPr/>
        </p:nvSpPr>
        <p:spPr>
          <a:xfrm>
            <a:off x="7795777" y="2890545"/>
            <a:ext cx="592493" cy="595169"/>
          </a:xfrm>
          <a:custGeom>
            <a:avLst/>
            <a:gdLst/>
            <a:ahLst/>
            <a:cxnLst/>
            <a:rect l="l" t="t" r="r" b="b"/>
            <a:pathLst>
              <a:path w="4207" h="4226" extrusionOk="0">
                <a:moveTo>
                  <a:pt x="428" y="2122"/>
                </a:moveTo>
                <a:lnTo>
                  <a:pt x="2103" y="3778"/>
                </a:lnTo>
                <a:lnTo>
                  <a:pt x="3778" y="2122"/>
                </a:lnTo>
                <a:lnTo>
                  <a:pt x="2103" y="447"/>
                </a:lnTo>
                <a:close/>
                <a:moveTo>
                  <a:pt x="2103" y="4225"/>
                </a:moveTo>
                <a:lnTo>
                  <a:pt x="0" y="2122"/>
                </a:lnTo>
                <a:lnTo>
                  <a:pt x="2103" y="0"/>
                </a:lnTo>
                <a:lnTo>
                  <a:pt x="4206" y="2122"/>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Google Shape;15;p2"/>
          <p:cNvSpPr/>
          <p:nvPr/>
        </p:nvSpPr>
        <p:spPr>
          <a:xfrm>
            <a:off x="7109071" y="2397768"/>
            <a:ext cx="2676" cy="91824"/>
          </a:xfrm>
          <a:custGeom>
            <a:avLst/>
            <a:gdLst/>
            <a:ahLst/>
            <a:cxnLst/>
            <a:rect l="l" t="t" r="r" b="b"/>
            <a:pathLst>
              <a:path w="19" h="652" extrusionOk="0">
                <a:moveTo>
                  <a:pt x="19" y="1"/>
                </a:moveTo>
                <a:lnTo>
                  <a:pt x="0" y="19"/>
                </a:lnTo>
                <a:lnTo>
                  <a:pt x="0" y="633"/>
                </a:lnTo>
                <a:lnTo>
                  <a:pt x="19" y="652"/>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16;p2"/>
          <p:cNvSpPr/>
          <p:nvPr/>
        </p:nvSpPr>
        <p:spPr>
          <a:xfrm>
            <a:off x="7111606" y="2395092"/>
            <a:ext cx="2817" cy="97176"/>
          </a:xfrm>
          <a:custGeom>
            <a:avLst/>
            <a:gdLst/>
            <a:ahLst/>
            <a:cxnLst/>
            <a:rect l="l" t="t" r="r" b="b"/>
            <a:pathLst>
              <a:path w="20" h="690" extrusionOk="0">
                <a:moveTo>
                  <a:pt x="19" y="1"/>
                </a:moveTo>
                <a:lnTo>
                  <a:pt x="1" y="20"/>
                </a:lnTo>
                <a:lnTo>
                  <a:pt x="1" y="671"/>
                </a:lnTo>
                <a:lnTo>
                  <a:pt x="19" y="690"/>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Google Shape;17;p2"/>
          <p:cNvSpPr/>
          <p:nvPr/>
        </p:nvSpPr>
        <p:spPr>
          <a:xfrm>
            <a:off x="7114282" y="2392557"/>
            <a:ext cx="2676" cy="102387"/>
          </a:xfrm>
          <a:custGeom>
            <a:avLst/>
            <a:gdLst/>
            <a:ahLst/>
            <a:cxnLst/>
            <a:rect l="l" t="t" r="r" b="b"/>
            <a:pathLst>
              <a:path w="19" h="727" extrusionOk="0">
                <a:moveTo>
                  <a:pt x="19" y="0"/>
                </a:moveTo>
                <a:lnTo>
                  <a:pt x="0" y="19"/>
                </a:lnTo>
                <a:lnTo>
                  <a:pt x="0" y="708"/>
                </a:lnTo>
                <a:lnTo>
                  <a:pt x="19" y="726"/>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18;p2"/>
          <p:cNvSpPr/>
          <p:nvPr/>
        </p:nvSpPr>
        <p:spPr>
          <a:xfrm>
            <a:off x="7116817" y="2387346"/>
            <a:ext cx="2817" cy="110133"/>
          </a:xfrm>
          <a:custGeom>
            <a:avLst/>
            <a:gdLst/>
            <a:ahLst/>
            <a:cxnLst/>
            <a:rect l="l" t="t" r="r" b="b"/>
            <a:pathLst>
              <a:path w="20" h="782" extrusionOk="0">
                <a:moveTo>
                  <a:pt x="20" y="0"/>
                </a:moveTo>
                <a:lnTo>
                  <a:pt x="1" y="37"/>
                </a:lnTo>
                <a:lnTo>
                  <a:pt x="1" y="763"/>
                </a:lnTo>
                <a:lnTo>
                  <a:pt x="20" y="782"/>
                </a:lnTo>
                <a:lnTo>
                  <a:pt x="2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19;p2"/>
          <p:cNvSpPr/>
          <p:nvPr/>
        </p:nvSpPr>
        <p:spPr>
          <a:xfrm>
            <a:off x="7119493" y="2384671"/>
            <a:ext cx="2817" cy="118020"/>
          </a:xfrm>
          <a:custGeom>
            <a:avLst/>
            <a:gdLst/>
            <a:ahLst/>
            <a:cxnLst/>
            <a:rect l="l" t="t" r="r" b="b"/>
            <a:pathLst>
              <a:path w="20" h="838" extrusionOk="0">
                <a:moveTo>
                  <a:pt x="19" y="1"/>
                </a:moveTo>
                <a:lnTo>
                  <a:pt x="1" y="19"/>
                </a:lnTo>
                <a:lnTo>
                  <a:pt x="1" y="801"/>
                </a:lnTo>
                <a:lnTo>
                  <a:pt x="19" y="838"/>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20;p2"/>
          <p:cNvSpPr/>
          <p:nvPr/>
        </p:nvSpPr>
        <p:spPr>
          <a:xfrm>
            <a:off x="7127379" y="2379460"/>
            <a:ext cx="2676" cy="128582"/>
          </a:xfrm>
          <a:custGeom>
            <a:avLst/>
            <a:gdLst/>
            <a:ahLst/>
            <a:cxnLst/>
            <a:rect l="l" t="t" r="r" b="b"/>
            <a:pathLst>
              <a:path w="19" h="913" extrusionOk="0">
                <a:moveTo>
                  <a:pt x="19" y="0"/>
                </a:moveTo>
                <a:lnTo>
                  <a:pt x="0" y="19"/>
                </a:lnTo>
                <a:lnTo>
                  <a:pt x="0" y="894"/>
                </a:lnTo>
                <a:lnTo>
                  <a:pt x="19" y="912"/>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21;p2"/>
          <p:cNvSpPr/>
          <p:nvPr/>
        </p:nvSpPr>
        <p:spPr>
          <a:xfrm>
            <a:off x="7129914" y="2376784"/>
            <a:ext cx="2817" cy="133793"/>
          </a:xfrm>
          <a:custGeom>
            <a:avLst/>
            <a:gdLst/>
            <a:ahLst/>
            <a:cxnLst/>
            <a:rect l="l" t="t" r="r" b="b"/>
            <a:pathLst>
              <a:path w="20" h="950" extrusionOk="0">
                <a:moveTo>
                  <a:pt x="20" y="1"/>
                </a:moveTo>
                <a:lnTo>
                  <a:pt x="1" y="19"/>
                </a:lnTo>
                <a:lnTo>
                  <a:pt x="1" y="931"/>
                </a:lnTo>
                <a:lnTo>
                  <a:pt x="20" y="950"/>
                </a:lnTo>
                <a:lnTo>
                  <a:pt x="2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22;p2"/>
          <p:cNvSpPr/>
          <p:nvPr/>
        </p:nvSpPr>
        <p:spPr>
          <a:xfrm>
            <a:off x="7132590" y="2374249"/>
            <a:ext cx="2817" cy="139004"/>
          </a:xfrm>
          <a:custGeom>
            <a:avLst/>
            <a:gdLst/>
            <a:ahLst/>
            <a:cxnLst/>
            <a:rect l="l" t="t" r="r" b="b"/>
            <a:pathLst>
              <a:path w="20" h="987" extrusionOk="0">
                <a:moveTo>
                  <a:pt x="19" y="0"/>
                </a:moveTo>
                <a:lnTo>
                  <a:pt x="1" y="19"/>
                </a:lnTo>
                <a:lnTo>
                  <a:pt x="1" y="968"/>
                </a:lnTo>
                <a:lnTo>
                  <a:pt x="19" y="986"/>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23;p2"/>
          <p:cNvSpPr/>
          <p:nvPr/>
        </p:nvSpPr>
        <p:spPr>
          <a:xfrm>
            <a:off x="7135266" y="2368897"/>
            <a:ext cx="2676" cy="147032"/>
          </a:xfrm>
          <a:custGeom>
            <a:avLst/>
            <a:gdLst/>
            <a:ahLst/>
            <a:cxnLst/>
            <a:rect l="l" t="t" r="r" b="b"/>
            <a:pathLst>
              <a:path w="19" h="1044" extrusionOk="0">
                <a:moveTo>
                  <a:pt x="19" y="1"/>
                </a:moveTo>
                <a:lnTo>
                  <a:pt x="0" y="38"/>
                </a:lnTo>
                <a:lnTo>
                  <a:pt x="0" y="1024"/>
                </a:lnTo>
                <a:lnTo>
                  <a:pt x="19" y="1043"/>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24;p2"/>
          <p:cNvSpPr/>
          <p:nvPr/>
        </p:nvSpPr>
        <p:spPr>
          <a:xfrm>
            <a:off x="7137801" y="2366362"/>
            <a:ext cx="2817" cy="154778"/>
          </a:xfrm>
          <a:custGeom>
            <a:avLst/>
            <a:gdLst/>
            <a:ahLst/>
            <a:cxnLst/>
            <a:rect l="l" t="t" r="r" b="b"/>
            <a:pathLst>
              <a:path w="20" h="1099" extrusionOk="0">
                <a:moveTo>
                  <a:pt x="19" y="0"/>
                </a:moveTo>
                <a:lnTo>
                  <a:pt x="1" y="19"/>
                </a:lnTo>
                <a:lnTo>
                  <a:pt x="1" y="1061"/>
                </a:lnTo>
                <a:lnTo>
                  <a:pt x="19" y="1098"/>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25;p2"/>
          <p:cNvSpPr/>
          <p:nvPr/>
        </p:nvSpPr>
        <p:spPr>
          <a:xfrm>
            <a:off x="7140477" y="2363686"/>
            <a:ext cx="5352" cy="159989"/>
          </a:xfrm>
          <a:custGeom>
            <a:avLst/>
            <a:gdLst/>
            <a:ahLst/>
            <a:cxnLst/>
            <a:rect l="l" t="t" r="r" b="b"/>
            <a:pathLst>
              <a:path w="38" h="1136" extrusionOk="0">
                <a:moveTo>
                  <a:pt x="38" y="1"/>
                </a:moveTo>
                <a:lnTo>
                  <a:pt x="0" y="19"/>
                </a:lnTo>
                <a:lnTo>
                  <a:pt x="0" y="1117"/>
                </a:lnTo>
                <a:lnTo>
                  <a:pt x="38" y="1136"/>
                </a:lnTo>
                <a:lnTo>
                  <a:pt x="38"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26;p2"/>
          <p:cNvSpPr/>
          <p:nvPr/>
        </p:nvSpPr>
        <p:spPr>
          <a:xfrm>
            <a:off x="7145688" y="2361151"/>
            <a:ext cx="2817" cy="165199"/>
          </a:xfrm>
          <a:custGeom>
            <a:avLst/>
            <a:gdLst/>
            <a:ahLst/>
            <a:cxnLst/>
            <a:rect l="l" t="t" r="r" b="b"/>
            <a:pathLst>
              <a:path w="20" h="1173" extrusionOk="0">
                <a:moveTo>
                  <a:pt x="19" y="0"/>
                </a:moveTo>
                <a:lnTo>
                  <a:pt x="1" y="19"/>
                </a:lnTo>
                <a:lnTo>
                  <a:pt x="1" y="1154"/>
                </a:lnTo>
                <a:lnTo>
                  <a:pt x="19" y="1173"/>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27;p2"/>
          <p:cNvSpPr/>
          <p:nvPr/>
        </p:nvSpPr>
        <p:spPr>
          <a:xfrm>
            <a:off x="7148364" y="2358475"/>
            <a:ext cx="2676" cy="170551"/>
          </a:xfrm>
          <a:custGeom>
            <a:avLst/>
            <a:gdLst/>
            <a:ahLst/>
            <a:cxnLst/>
            <a:rect l="l" t="t" r="r" b="b"/>
            <a:pathLst>
              <a:path w="19" h="1211" extrusionOk="0">
                <a:moveTo>
                  <a:pt x="19" y="0"/>
                </a:moveTo>
                <a:lnTo>
                  <a:pt x="0" y="19"/>
                </a:lnTo>
                <a:lnTo>
                  <a:pt x="0" y="1192"/>
                </a:lnTo>
                <a:lnTo>
                  <a:pt x="19" y="1210"/>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28;p2"/>
          <p:cNvSpPr/>
          <p:nvPr/>
        </p:nvSpPr>
        <p:spPr>
          <a:xfrm>
            <a:off x="7150899" y="2355800"/>
            <a:ext cx="2817" cy="175762"/>
          </a:xfrm>
          <a:custGeom>
            <a:avLst/>
            <a:gdLst/>
            <a:ahLst/>
            <a:cxnLst/>
            <a:rect l="l" t="t" r="r" b="b"/>
            <a:pathLst>
              <a:path w="20" h="1248" extrusionOk="0">
                <a:moveTo>
                  <a:pt x="19" y="1"/>
                </a:moveTo>
                <a:lnTo>
                  <a:pt x="1" y="19"/>
                </a:lnTo>
                <a:lnTo>
                  <a:pt x="1" y="1229"/>
                </a:lnTo>
                <a:lnTo>
                  <a:pt x="19" y="1248"/>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29;p2"/>
          <p:cNvSpPr/>
          <p:nvPr/>
        </p:nvSpPr>
        <p:spPr>
          <a:xfrm>
            <a:off x="7153574" y="2350589"/>
            <a:ext cx="2817" cy="183649"/>
          </a:xfrm>
          <a:custGeom>
            <a:avLst/>
            <a:gdLst/>
            <a:ahLst/>
            <a:cxnLst/>
            <a:rect l="l" t="t" r="r" b="b"/>
            <a:pathLst>
              <a:path w="20" h="1304" extrusionOk="0">
                <a:moveTo>
                  <a:pt x="19" y="1"/>
                </a:moveTo>
                <a:lnTo>
                  <a:pt x="0" y="38"/>
                </a:lnTo>
                <a:lnTo>
                  <a:pt x="0" y="1285"/>
                </a:lnTo>
                <a:lnTo>
                  <a:pt x="19" y="1303"/>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30;p2"/>
          <p:cNvSpPr/>
          <p:nvPr/>
        </p:nvSpPr>
        <p:spPr>
          <a:xfrm>
            <a:off x="7156250" y="2347913"/>
            <a:ext cx="2676" cy="191536"/>
          </a:xfrm>
          <a:custGeom>
            <a:avLst/>
            <a:gdLst/>
            <a:ahLst/>
            <a:cxnLst/>
            <a:rect l="l" t="t" r="r" b="b"/>
            <a:pathLst>
              <a:path w="19" h="1360" extrusionOk="0">
                <a:moveTo>
                  <a:pt x="19" y="1"/>
                </a:moveTo>
                <a:lnTo>
                  <a:pt x="0" y="20"/>
                </a:lnTo>
                <a:lnTo>
                  <a:pt x="0" y="1322"/>
                </a:lnTo>
                <a:lnTo>
                  <a:pt x="19" y="1360"/>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31;p2"/>
          <p:cNvSpPr/>
          <p:nvPr/>
        </p:nvSpPr>
        <p:spPr>
          <a:xfrm>
            <a:off x="7158785" y="2345378"/>
            <a:ext cx="5352" cy="196746"/>
          </a:xfrm>
          <a:custGeom>
            <a:avLst/>
            <a:gdLst/>
            <a:ahLst/>
            <a:cxnLst/>
            <a:rect l="l" t="t" r="r" b="b"/>
            <a:pathLst>
              <a:path w="38" h="1397" extrusionOk="0">
                <a:moveTo>
                  <a:pt x="38" y="0"/>
                </a:moveTo>
                <a:lnTo>
                  <a:pt x="1" y="19"/>
                </a:lnTo>
                <a:lnTo>
                  <a:pt x="1" y="1378"/>
                </a:lnTo>
                <a:lnTo>
                  <a:pt x="38" y="1396"/>
                </a:lnTo>
                <a:lnTo>
                  <a:pt x="38"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32;p2"/>
          <p:cNvSpPr/>
          <p:nvPr/>
        </p:nvSpPr>
        <p:spPr>
          <a:xfrm>
            <a:off x="7163996" y="2342702"/>
            <a:ext cx="2817" cy="201957"/>
          </a:xfrm>
          <a:custGeom>
            <a:avLst/>
            <a:gdLst/>
            <a:ahLst/>
            <a:cxnLst/>
            <a:rect l="l" t="t" r="r" b="b"/>
            <a:pathLst>
              <a:path w="20" h="1434" extrusionOk="0">
                <a:moveTo>
                  <a:pt x="20" y="1"/>
                </a:moveTo>
                <a:lnTo>
                  <a:pt x="1" y="19"/>
                </a:lnTo>
                <a:lnTo>
                  <a:pt x="1" y="1415"/>
                </a:lnTo>
                <a:lnTo>
                  <a:pt x="20" y="1434"/>
                </a:lnTo>
                <a:lnTo>
                  <a:pt x="2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33;p2"/>
          <p:cNvSpPr/>
          <p:nvPr/>
        </p:nvSpPr>
        <p:spPr>
          <a:xfrm>
            <a:off x="7166672" y="2340167"/>
            <a:ext cx="2817" cy="207168"/>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34;p2"/>
          <p:cNvSpPr/>
          <p:nvPr/>
        </p:nvSpPr>
        <p:spPr>
          <a:xfrm>
            <a:off x="7169348" y="2337491"/>
            <a:ext cx="2676" cy="212379"/>
          </a:xfrm>
          <a:custGeom>
            <a:avLst/>
            <a:gdLst/>
            <a:ahLst/>
            <a:cxnLst/>
            <a:rect l="l" t="t" r="r" b="b"/>
            <a:pathLst>
              <a:path w="19" h="1508" extrusionOk="0">
                <a:moveTo>
                  <a:pt x="19" y="1"/>
                </a:moveTo>
                <a:lnTo>
                  <a:pt x="0" y="19"/>
                </a:lnTo>
                <a:lnTo>
                  <a:pt x="0" y="1489"/>
                </a:lnTo>
                <a:lnTo>
                  <a:pt x="19" y="1508"/>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35;p2"/>
          <p:cNvSpPr/>
          <p:nvPr/>
        </p:nvSpPr>
        <p:spPr>
          <a:xfrm>
            <a:off x="7171883" y="2332280"/>
            <a:ext cx="2817" cy="220266"/>
          </a:xfrm>
          <a:custGeom>
            <a:avLst/>
            <a:gdLst/>
            <a:ahLst/>
            <a:cxnLst/>
            <a:rect l="l" t="t" r="r" b="b"/>
            <a:pathLst>
              <a:path w="20" h="1564" extrusionOk="0">
                <a:moveTo>
                  <a:pt x="19" y="0"/>
                </a:moveTo>
                <a:lnTo>
                  <a:pt x="1" y="38"/>
                </a:lnTo>
                <a:lnTo>
                  <a:pt x="1" y="1545"/>
                </a:lnTo>
                <a:lnTo>
                  <a:pt x="19" y="1564"/>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36;p2"/>
          <p:cNvSpPr/>
          <p:nvPr/>
        </p:nvSpPr>
        <p:spPr>
          <a:xfrm>
            <a:off x="7174559" y="2329605"/>
            <a:ext cx="2676" cy="228153"/>
          </a:xfrm>
          <a:custGeom>
            <a:avLst/>
            <a:gdLst/>
            <a:ahLst/>
            <a:cxnLst/>
            <a:rect l="l" t="t" r="r" b="b"/>
            <a:pathLst>
              <a:path w="19" h="1620" extrusionOk="0">
                <a:moveTo>
                  <a:pt x="19" y="1"/>
                </a:moveTo>
                <a:lnTo>
                  <a:pt x="0" y="19"/>
                </a:lnTo>
                <a:lnTo>
                  <a:pt x="0" y="1583"/>
                </a:lnTo>
                <a:lnTo>
                  <a:pt x="19" y="1620"/>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37;p2"/>
          <p:cNvSpPr/>
          <p:nvPr/>
        </p:nvSpPr>
        <p:spPr>
          <a:xfrm>
            <a:off x="7182445" y="2324394"/>
            <a:ext cx="2676" cy="238715"/>
          </a:xfrm>
          <a:custGeom>
            <a:avLst/>
            <a:gdLst/>
            <a:ahLst/>
            <a:cxnLst/>
            <a:rect l="l" t="t" r="r" b="b"/>
            <a:pathLst>
              <a:path w="19" h="1695" extrusionOk="0">
                <a:moveTo>
                  <a:pt x="19" y="0"/>
                </a:moveTo>
                <a:lnTo>
                  <a:pt x="0" y="19"/>
                </a:lnTo>
                <a:lnTo>
                  <a:pt x="0" y="1675"/>
                </a:lnTo>
                <a:lnTo>
                  <a:pt x="19" y="1694"/>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38;p2"/>
          <p:cNvSpPr/>
          <p:nvPr/>
        </p:nvSpPr>
        <p:spPr>
          <a:xfrm>
            <a:off x="7184980" y="2321718"/>
            <a:ext cx="2817" cy="243926"/>
          </a:xfrm>
          <a:custGeom>
            <a:avLst/>
            <a:gdLst/>
            <a:ahLst/>
            <a:cxnLst/>
            <a:rect l="l" t="t" r="r" b="b"/>
            <a:pathLst>
              <a:path w="20" h="1732" extrusionOk="0">
                <a:moveTo>
                  <a:pt x="19" y="1"/>
                </a:moveTo>
                <a:lnTo>
                  <a:pt x="1" y="19"/>
                </a:lnTo>
                <a:lnTo>
                  <a:pt x="1" y="1713"/>
                </a:lnTo>
                <a:lnTo>
                  <a:pt x="19" y="1732"/>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39;p2"/>
          <p:cNvSpPr/>
          <p:nvPr/>
        </p:nvSpPr>
        <p:spPr>
          <a:xfrm>
            <a:off x="7187656" y="2319183"/>
            <a:ext cx="2676" cy="249137"/>
          </a:xfrm>
          <a:custGeom>
            <a:avLst/>
            <a:gdLst/>
            <a:ahLst/>
            <a:cxnLst/>
            <a:rect l="l" t="t" r="r" b="b"/>
            <a:pathLst>
              <a:path w="19" h="1769" extrusionOk="0">
                <a:moveTo>
                  <a:pt x="19" y="0"/>
                </a:moveTo>
                <a:lnTo>
                  <a:pt x="0" y="19"/>
                </a:lnTo>
                <a:lnTo>
                  <a:pt x="0" y="1750"/>
                </a:lnTo>
                <a:lnTo>
                  <a:pt x="19" y="1768"/>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40;p2"/>
          <p:cNvSpPr/>
          <p:nvPr/>
        </p:nvSpPr>
        <p:spPr>
          <a:xfrm>
            <a:off x="7190332" y="2313972"/>
            <a:ext cx="2676" cy="256883"/>
          </a:xfrm>
          <a:custGeom>
            <a:avLst/>
            <a:gdLst/>
            <a:ahLst/>
            <a:cxnLst/>
            <a:rect l="l" t="t" r="r" b="b"/>
            <a:pathLst>
              <a:path w="19" h="1824" extrusionOk="0">
                <a:moveTo>
                  <a:pt x="19" y="0"/>
                </a:moveTo>
                <a:lnTo>
                  <a:pt x="0" y="37"/>
                </a:lnTo>
                <a:lnTo>
                  <a:pt x="0" y="1805"/>
                </a:lnTo>
                <a:lnTo>
                  <a:pt x="19" y="1824"/>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41;p2"/>
          <p:cNvSpPr/>
          <p:nvPr/>
        </p:nvSpPr>
        <p:spPr>
          <a:xfrm>
            <a:off x="7192867" y="2311296"/>
            <a:ext cx="2817" cy="264911"/>
          </a:xfrm>
          <a:custGeom>
            <a:avLst/>
            <a:gdLst/>
            <a:ahLst/>
            <a:cxnLst/>
            <a:rect l="l" t="t" r="r" b="b"/>
            <a:pathLst>
              <a:path w="20" h="1881" extrusionOk="0">
                <a:moveTo>
                  <a:pt x="19" y="0"/>
                </a:moveTo>
                <a:lnTo>
                  <a:pt x="1" y="19"/>
                </a:lnTo>
                <a:lnTo>
                  <a:pt x="1" y="1843"/>
                </a:lnTo>
                <a:lnTo>
                  <a:pt x="19" y="1880"/>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42;p2"/>
          <p:cNvSpPr/>
          <p:nvPr/>
        </p:nvSpPr>
        <p:spPr>
          <a:xfrm>
            <a:off x="7195543" y="2308620"/>
            <a:ext cx="5352" cy="270122"/>
          </a:xfrm>
          <a:custGeom>
            <a:avLst/>
            <a:gdLst/>
            <a:ahLst/>
            <a:cxnLst/>
            <a:rect l="l" t="t" r="r" b="b"/>
            <a:pathLst>
              <a:path w="38" h="1918" extrusionOk="0">
                <a:moveTo>
                  <a:pt x="37" y="1"/>
                </a:moveTo>
                <a:lnTo>
                  <a:pt x="0" y="19"/>
                </a:lnTo>
                <a:lnTo>
                  <a:pt x="0" y="1899"/>
                </a:lnTo>
                <a:lnTo>
                  <a:pt x="37" y="1918"/>
                </a:lnTo>
                <a:lnTo>
                  <a:pt x="37"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43;p2"/>
          <p:cNvSpPr/>
          <p:nvPr/>
        </p:nvSpPr>
        <p:spPr>
          <a:xfrm>
            <a:off x="7200754" y="2306085"/>
            <a:ext cx="2817" cy="275332"/>
          </a:xfrm>
          <a:custGeom>
            <a:avLst/>
            <a:gdLst/>
            <a:ahLst/>
            <a:cxnLst/>
            <a:rect l="l" t="t" r="r" b="b"/>
            <a:pathLst>
              <a:path w="20" h="1955" extrusionOk="0">
                <a:moveTo>
                  <a:pt x="19" y="0"/>
                </a:moveTo>
                <a:lnTo>
                  <a:pt x="0" y="19"/>
                </a:lnTo>
                <a:lnTo>
                  <a:pt x="0" y="1936"/>
                </a:lnTo>
                <a:lnTo>
                  <a:pt x="19" y="1954"/>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44;p2"/>
          <p:cNvSpPr/>
          <p:nvPr/>
        </p:nvSpPr>
        <p:spPr>
          <a:xfrm>
            <a:off x="7203430" y="2303410"/>
            <a:ext cx="2676" cy="280543"/>
          </a:xfrm>
          <a:custGeom>
            <a:avLst/>
            <a:gdLst/>
            <a:ahLst/>
            <a:cxnLst/>
            <a:rect l="l" t="t" r="r" b="b"/>
            <a:pathLst>
              <a:path w="19" h="1992" extrusionOk="0">
                <a:moveTo>
                  <a:pt x="19" y="1"/>
                </a:moveTo>
                <a:lnTo>
                  <a:pt x="0" y="19"/>
                </a:lnTo>
                <a:lnTo>
                  <a:pt x="0" y="1973"/>
                </a:lnTo>
                <a:lnTo>
                  <a:pt x="19" y="1992"/>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45;p2"/>
          <p:cNvSpPr/>
          <p:nvPr/>
        </p:nvSpPr>
        <p:spPr>
          <a:xfrm>
            <a:off x="7205965" y="2300734"/>
            <a:ext cx="2817" cy="285895"/>
          </a:xfrm>
          <a:custGeom>
            <a:avLst/>
            <a:gdLst/>
            <a:ahLst/>
            <a:cxnLst/>
            <a:rect l="l" t="t" r="r" b="b"/>
            <a:pathLst>
              <a:path w="20" h="2030" extrusionOk="0">
                <a:moveTo>
                  <a:pt x="19" y="1"/>
                </a:moveTo>
                <a:lnTo>
                  <a:pt x="1" y="20"/>
                </a:lnTo>
                <a:lnTo>
                  <a:pt x="1" y="2011"/>
                </a:lnTo>
                <a:lnTo>
                  <a:pt x="19" y="2030"/>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46;p2"/>
          <p:cNvSpPr/>
          <p:nvPr/>
        </p:nvSpPr>
        <p:spPr>
          <a:xfrm>
            <a:off x="7208640" y="2295523"/>
            <a:ext cx="2676" cy="293782"/>
          </a:xfrm>
          <a:custGeom>
            <a:avLst/>
            <a:gdLst/>
            <a:ahLst/>
            <a:cxnLst/>
            <a:rect l="l" t="t" r="r" b="b"/>
            <a:pathLst>
              <a:path w="19" h="2086" extrusionOk="0">
                <a:moveTo>
                  <a:pt x="19" y="1"/>
                </a:moveTo>
                <a:lnTo>
                  <a:pt x="0" y="38"/>
                </a:lnTo>
                <a:lnTo>
                  <a:pt x="0" y="2067"/>
                </a:lnTo>
                <a:lnTo>
                  <a:pt x="19" y="2085"/>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47;p2"/>
          <p:cNvSpPr/>
          <p:nvPr/>
        </p:nvSpPr>
        <p:spPr>
          <a:xfrm>
            <a:off x="7211175" y="2292988"/>
            <a:ext cx="2817" cy="301528"/>
          </a:xfrm>
          <a:custGeom>
            <a:avLst/>
            <a:gdLst/>
            <a:ahLst/>
            <a:cxnLst/>
            <a:rect l="l" t="t" r="r" b="b"/>
            <a:pathLst>
              <a:path w="20" h="2141" extrusionOk="0">
                <a:moveTo>
                  <a:pt x="20" y="0"/>
                </a:moveTo>
                <a:lnTo>
                  <a:pt x="1" y="19"/>
                </a:lnTo>
                <a:lnTo>
                  <a:pt x="1" y="2103"/>
                </a:lnTo>
                <a:lnTo>
                  <a:pt x="20" y="2140"/>
                </a:lnTo>
                <a:lnTo>
                  <a:pt x="2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48;p2"/>
          <p:cNvSpPr/>
          <p:nvPr/>
        </p:nvSpPr>
        <p:spPr>
          <a:xfrm>
            <a:off x="7219062" y="2287636"/>
            <a:ext cx="2817" cy="312090"/>
          </a:xfrm>
          <a:custGeom>
            <a:avLst/>
            <a:gdLst/>
            <a:ahLst/>
            <a:cxnLst/>
            <a:rect l="l" t="t" r="r" b="b"/>
            <a:pathLst>
              <a:path w="20" h="2216" extrusionOk="0">
                <a:moveTo>
                  <a:pt x="19" y="1"/>
                </a:moveTo>
                <a:lnTo>
                  <a:pt x="1" y="20"/>
                </a:lnTo>
                <a:lnTo>
                  <a:pt x="1" y="2197"/>
                </a:lnTo>
                <a:lnTo>
                  <a:pt x="19" y="2216"/>
                </a:lnTo>
                <a:lnTo>
                  <a:pt x="1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49;p2"/>
          <p:cNvSpPr/>
          <p:nvPr/>
        </p:nvSpPr>
        <p:spPr>
          <a:xfrm>
            <a:off x="7221738" y="2285101"/>
            <a:ext cx="2676" cy="317301"/>
          </a:xfrm>
          <a:custGeom>
            <a:avLst/>
            <a:gdLst/>
            <a:ahLst/>
            <a:cxnLst/>
            <a:rect l="l" t="t" r="r" b="b"/>
            <a:pathLst>
              <a:path w="19" h="2253" extrusionOk="0">
                <a:moveTo>
                  <a:pt x="19" y="0"/>
                </a:moveTo>
                <a:lnTo>
                  <a:pt x="0" y="19"/>
                </a:lnTo>
                <a:lnTo>
                  <a:pt x="0" y="2234"/>
                </a:lnTo>
                <a:lnTo>
                  <a:pt x="19" y="2252"/>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50;p2"/>
          <p:cNvSpPr/>
          <p:nvPr/>
        </p:nvSpPr>
        <p:spPr>
          <a:xfrm>
            <a:off x="7224273" y="2282425"/>
            <a:ext cx="2817" cy="322512"/>
          </a:xfrm>
          <a:custGeom>
            <a:avLst/>
            <a:gdLst/>
            <a:ahLst/>
            <a:cxnLst/>
            <a:rect l="l" t="t" r="r" b="b"/>
            <a:pathLst>
              <a:path w="20" h="2290" extrusionOk="0">
                <a:moveTo>
                  <a:pt x="20" y="1"/>
                </a:moveTo>
                <a:lnTo>
                  <a:pt x="1" y="19"/>
                </a:lnTo>
                <a:lnTo>
                  <a:pt x="1" y="2271"/>
                </a:lnTo>
                <a:lnTo>
                  <a:pt x="20" y="2290"/>
                </a:lnTo>
                <a:lnTo>
                  <a:pt x="2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51;p2"/>
          <p:cNvSpPr/>
          <p:nvPr/>
        </p:nvSpPr>
        <p:spPr>
          <a:xfrm>
            <a:off x="7226949" y="2279890"/>
            <a:ext cx="2817" cy="327723"/>
          </a:xfrm>
          <a:custGeom>
            <a:avLst/>
            <a:gdLst/>
            <a:ahLst/>
            <a:cxnLst/>
            <a:rect l="l" t="t" r="r" b="b"/>
            <a:pathLst>
              <a:path w="20" h="2327" extrusionOk="0">
                <a:moveTo>
                  <a:pt x="19" y="0"/>
                </a:moveTo>
                <a:lnTo>
                  <a:pt x="1" y="19"/>
                </a:lnTo>
                <a:lnTo>
                  <a:pt x="1" y="2308"/>
                </a:lnTo>
                <a:lnTo>
                  <a:pt x="19" y="2326"/>
                </a:lnTo>
                <a:lnTo>
                  <a:pt x="19" y="2308"/>
                </a:lnTo>
                <a:lnTo>
                  <a:pt x="19" y="19"/>
                </a:lnTo>
                <a:lnTo>
                  <a:pt x="19"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52;p2"/>
          <p:cNvSpPr/>
          <p:nvPr/>
        </p:nvSpPr>
        <p:spPr>
          <a:xfrm>
            <a:off x="7229625" y="2282425"/>
            <a:ext cx="2676" cy="322512"/>
          </a:xfrm>
          <a:custGeom>
            <a:avLst/>
            <a:gdLst/>
            <a:ahLst/>
            <a:cxnLst/>
            <a:rect l="l" t="t" r="r" b="b"/>
            <a:pathLst>
              <a:path w="19" h="2290" extrusionOk="0">
                <a:moveTo>
                  <a:pt x="0" y="1"/>
                </a:moveTo>
                <a:lnTo>
                  <a:pt x="0" y="2290"/>
                </a:lnTo>
                <a:lnTo>
                  <a:pt x="19" y="2271"/>
                </a:lnTo>
                <a:lnTo>
                  <a:pt x="19" y="19"/>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53;p2"/>
          <p:cNvSpPr/>
          <p:nvPr/>
        </p:nvSpPr>
        <p:spPr>
          <a:xfrm>
            <a:off x="7232160" y="2285101"/>
            <a:ext cx="5352" cy="317301"/>
          </a:xfrm>
          <a:custGeom>
            <a:avLst/>
            <a:gdLst/>
            <a:ahLst/>
            <a:cxnLst/>
            <a:rect l="l" t="t" r="r" b="b"/>
            <a:pathLst>
              <a:path w="38" h="2253" extrusionOk="0">
                <a:moveTo>
                  <a:pt x="1" y="0"/>
                </a:moveTo>
                <a:lnTo>
                  <a:pt x="1" y="2252"/>
                </a:lnTo>
                <a:lnTo>
                  <a:pt x="38" y="2234"/>
                </a:lnTo>
                <a:lnTo>
                  <a:pt x="38"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 name="Google Shape;54;p2"/>
          <p:cNvSpPr/>
          <p:nvPr/>
        </p:nvSpPr>
        <p:spPr>
          <a:xfrm>
            <a:off x="7237511" y="2287636"/>
            <a:ext cx="2676" cy="312090"/>
          </a:xfrm>
          <a:custGeom>
            <a:avLst/>
            <a:gdLst/>
            <a:ahLst/>
            <a:cxnLst/>
            <a:rect l="l" t="t" r="r" b="b"/>
            <a:pathLst>
              <a:path w="19" h="2216" extrusionOk="0">
                <a:moveTo>
                  <a:pt x="0" y="1"/>
                </a:moveTo>
                <a:lnTo>
                  <a:pt x="0" y="2216"/>
                </a:lnTo>
                <a:lnTo>
                  <a:pt x="19" y="2197"/>
                </a:lnTo>
                <a:lnTo>
                  <a:pt x="19" y="20"/>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 name="Google Shape;55;p2"/>
          <p:cNvSpPr/>
          <p:nvPr/>
        </p:nvSpPr>
        <p:spPr>
          <a:xfrm>
            <a:off x="7240046" y="2290312"/>
            <a:ext cx="2817" cy="306739"/>
          </a:xfrm>
          <a:custGeom>
            <a:avLst/>
            <a:gdLst/>
            <a:ahLst/>
            <a:cxnLst/>
            <a:rect l="l" t="t" r="r" b="b"/>
            <a:pathLst>
              <a:path w="20" h="2178" extrusionOk="0">
                <a:moveTo>
                  <a:pt x="1" y="1"/>
                </a:moveTo>
                <a:lnTo>
                  <a:pt x="1" y="2178"/>
                </a:lnTo>
                <a:lnTo>
                  <a:pt x="19" y="2159"/>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56;p2"/>
          <p:cNvSpPr/>
          <p:nvPr/>
        </p:nvSpPr>
        <p:spPr>
          <a:xfrm>
            <a:off x="7245257" y="2295523"/>
            <a:ext cx="2817" cy="293782"/>
          </a:xfrm>
          <a:custGeom>
            <a:avLst/>
            <a:gdLst/>
            <a:ahLst/>
            <a:cxnLst/>
            <a:rect l="l" t="t" r="r" b="b"/>
            <a:pathLst>
              <a:path w="20" h="2086" extrusionOk="0">
                <a:moveTo>
                  <a:pt x="1" y="1"/>
                </a:moveTo>
                <a:lnTo>
                  <a:pt x="1" y="2085"/>
                </a:lnTo>
                <a:lnTo>
                  <a:pt x="19" y="2067"/>
                </a:lnTo>
                <a:lnTo>
                  <a:pt x="19" y="38"/>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57;p2"/>
          <p:cNvSpPr/>
          <p:nvPr/>
        </p:nvSpPr>
        <p:spPr>
          <a:xfrm>
            <a:off x="7253144" y="2303410"/>
            <a:ext cx="2817" cy="280543"/>
          </a:xfrm>
          <a:custGeom>
            <a:avLst/>
            <a:gdLst/>
            <a:ahLst/>
            <a:cxnLst/>
            <a:rect l="l" t="t" r="r" b="b"/>
            <a:pathLst>
              <a:path w="20" h="1992" extrusionOk="0">
                <a:moveTo>
                  <a:pt x="1" y="1"/>
                </a:moveTo>
                <a:lnTo>
                  <a:pt x="1" y="1992"/>
                </a:lnTo>
                <a:lnTo>
                  <a:pt x="19" y="1973"/>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 name="Google Shape;58;p2"/>
          <p:cNvSpPr/>
          <p:nvPr/>
        </p:nvSpPr>
        <p:spPr>
          <a:xfrm>
            <a:off x="7255820" y="2306085"/>
            <a:ext cx="2676" cy="275332"/>
          </a:xfrm>
          <a:custGeom>
            <a:avLst/>
            <a:gdLst/>
            <a:ahLst/>
            <a:cxnLst/>
            <a:rect l="l" t="t" r="r" b="b"/>
            <a:pathLst>
              <a:path w="19" h="1955" extrusionOk="0">
                <a:moveTo>
                  <a:pt x="0" y="0"/>
                </a:moveTo>
                <a:lnTo>
                  <a:pt x="0" y="1954"/>
                </a:lnTo>
                <a:lnTo>
                  <a:pt x="19" y="1936"/>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59;p2"/>
          <p:cNvSpPr/>
          <p:nvPr/>
        </p:nvSpPr>
        <p:spPr>
          <a:xfrm>
            <a:off x="7258355" y="2308620"/>
            <a:ext cx="2817" cy="270122"/>
          </a:xfrm>
          <a:custGeom>
            <a:avLst/>
            <a:gdLst/>
            <a:ahLst/>
            <a:cxnLst/>
            <a:rect l="l" t="t" r="r" b="b"/>
            <a:pathLst>
              <a:path w="20" h="1918" extrusionOk="0">
                <a:moveTo>
                  <a:pt x="1" y="1"/>
                </a:moveTo>
                <a:lnTo>
                  <a:pt x="1" y="1918"/>
                </a:lnTo>
                <a:lnTo>
                  <a:pt x="19" y="1899"/>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60;p2"/>
          <p:cNvSpPr/>
          <p:nvPr/>
        </p:nvSpPr>
        <p:spPr>
          <a:xfrm>
            <a:off x="7261031" y="2311296"/>
            <a:ext cx="2817" cy="264911"/>
          </a:xfrm>
          <a:custGeom>
            <a:avLst/>
            <a:gdLst/>
            <a:ahLst/>
            <a:cxnLst/>
            <a:rect l="l" t="t" r="r" b="b"/>
            <a:pathLst>
              <a:path w="20" h="1881" extrusionOk="0">
                <a:moveTo>
                  <a:pt x="0" y="0"/>
                </a:moveTo>
                <a:lnTo>
                  <a:pt x="0" y="1880"/>
                </a:lnTo>
                <a:lnTo>
                  <a:pt x="19" y="1843"/>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61;p2"/>
          <p:cNvSpPr/>
          <p:nvPr/>
        </p:nvSpPr>
        <p:spPr>
          <a:xfrm>
            <a:off x="7263706" y="2313972"/>
            <a:ext cx="2676" cy="256883"/>
          </a:xfrm>
          <a:custGeom>
            <a:avLst/>
            <a:gdLst/>
            <a:ahLst/>
            <a:cxnLst/>
            <a:rect l="l" t="t" r="r" b="b"/>
            <a:pathLst>
              <a:path w="19" h="1824" extrusionOk="0">
                <a:moveTo>
                  <a:pt x="0" y="0"/>
                </a:moveTo>
                <a:lnTo>
                  <a:pt x="0" y="1824"/>
                </a:lnTo>
                <a:lnTo>
                  <a:pt x="19" y="1805"/>
                </a:lnTo>
                <a:lnTo>
                  <a:pt x="19" y="37"/>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62;p2"/>
          <p:cNvSpPr/>
          <p:nvPr/>
        </p:nvSpPr>
        <p:spPr>
          <a:xfrm>
            <a:off x="7266241" y="2319183"/>
            <a:ext cx="5352" cy="249137"/>
          </a:xfrm>
          <a:custGeom>
            <a:avLst/>
            <a:gdLst/>
            <a:ahLst/>
            <a:cxnLst/>
            <a:rect l="l" t="t" r="r" b="b"/>
            <a:pathLst>
              <a:path w="38" h="1769" extrusionOk="0">
                <a:moveTo>
                  <a:pt x="1" y="0"/>
                </a:moveTo>
                <a:lnTo>
                  <a:pt x="1" y="1768"/>
                </a:lnTo>
                <a:lnTo>
                  <a:pt x="38" y="1750"/>
                </a:lnTo>
                <a:lnTo>
                  <a:pt x="38"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63;p2"/>
          <p:cNvSpPr/>
          <p:nvPr/>
        </p:nvSpPr>
        <p:spPr>
          <a:xfrm>
            <a:off x="7271452" y="2321718"/>
            <a:ext cx="2817" cy="243926"/>
          </a:xfrm>
          <a:custGeom>
            <a:avLst/>
            <a:gdLst/>
            <a:ahLst/>
            <a:cxnLst/>
            <a:rect l="l" t="t" r="r" b="b"/>
            <a:pathLst>
              <a:path w="20" h="1732" extrusionOk="0">
                <a:moveTo>
                  <a:pt x="1" y="1"/>
                </a:moveTo>
                <a:lnTo>
                  <a:pt x="1" y="1732"/>
                </a:lnTo>
                <a:lnTo>
                  <a:pt x="20" y="1713"/>
                </a:lnTo>
                <a:lnTo>
                  <a:pt x="20"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4" name="Google Shape;64;p2"/>
          <p:cNvSpPr/>
          <p:nvPr/>
        </p:nvSpPr>
        <p:spPr>
          <a:xfrm>
            <a:off x="7274128" y="2324394"/>
            <a:ext cx="2817" cy="238715"/>
          </a:xfrm>
          <a:custGeom>
            <a:avLst/>
            <a:gdLst/>
            <a:ahLst/>
            <a:cxnLst/>
            <a:rect l="l" t="t" r="r" b="b"/>
            <a:pathLst>
              <a:path w="20" h="1695" extrusionOk="0">
                <a:moveTo>
                  <a:pt x="1" y="0"/>
                </a:moveTo>
                <a:lnTo>
                  <a:pt x="1" y="1694"/>
                </a:lnTo>
                <a:lnTo>
                  <a:pt x="19" y="1675"/>
                </a:lnTo>
                <a:lnTo>
                  <a:pt x="19"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5" name="Google Shape;65;p2"/>
          <p:cNvSpPr/>
          <p:nvPr/>
        </p:nvSpPr>
        <p:spPr>
          <a:xfrm>
            <a:off x="7276804" y="2327070"/>
            <a:ext cx="2676" cy="233364"/>
          </a:xfrm>
          <a:custGeom>
            <a:avLst/>
            <a:gdLst/>
            <a:ahLst/>
            <a:cxnLst/>
            <a:rect l="l" t="t" r="r" b="b"/>
            <a:pathLst>
              <a:path w="19" h="1657" extrusionOk="0">
                <a:moveTo>
                  <a:pt x="0" y="0"/>
                </a:moveTo>
                <a:lnTo>
                  <a:pt x="0" y="1656"/>
                </a:lnTo>
                <a:lnTo>
                  <a:pt x="19" y="1638"/>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6" name="Google Shape;66;p2"/>
          <p:cNvSpPr/>
          <p:nvPr/>
        </p:nvSpPr>
        <p:spPr>
          <a:xfrm>
            <a:off x="7279339" y="2329605"/>
            <a:ext cx="2817" cy="228153"/>
          </a:xfrm>
          <a:custGeom>
            <a:avLst/>
            <a:gdLst/>
            <a:ahLst/>
            <a:cxnLst/>
            <a:rect l="l" t="t" r="r" b="b"/>
            <a:pathLst>
              <a:path w="20" h="1620" extrusionOk="0">
                <a:moveTo>
                  <a:pt x="1" y="1"/>
                </a:moveTo>
                <a:lnTo>
                  <a:pt x="1" y="1620"/>
                </a:lnTo>
                <a:lnTo>
                  <a:pt x="19" y="1583"/>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7" name="Google Shape;67;p2"/>
          <p:cNvSpPr/>
          <p:nvPr/>
        </p:nvSpPr>
        <p:spPr>
          <a:xfrm>
            <a:off x="7284550" y="2337491"/>
            <a:ext cx="5493" cy="212379"/>
          </a:xfrm>
          <a:custGeom>
            <a:avLst/>
            <a:gdLst/>
            <a:ahLst/>
            <a:cxnLst/>
            <a:rect l="l" t="t" r="r" b="b"/>
            <a:pathLst>
              <a:path w="39" h="1508" extrusionOk="0">
                <a:moveTo>
                  <a:pt x="1" y="1"/>
                </a:moveTo>
                <a:lnTo>
                  <a:pt x="1" y="1508"/>
                </a:lnTo>
                <a:lnTo>
                  <a:pt x="38" y="1489"/>
                </a:lnTo>
                <a:lnTo>
                  <a:pt x="38"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8" name="Google Shape;68;p2"/>
          <p:cNvSpPr/>
          <p:nvPr/>
        </p:nvSpPr>
        <p:spPr>
          <a:xfrm>
            <a:off x="7289902" y="2340167"/>
            <a:ext cx="2676" cy="207168"/>
          </a:xfrm>
          <a:custGeom>
            <a:avLst/>
            <a:gdLst/>
            <a:ahLst/>
            <a:cxnLst/>
            <a:rect l="l" t="t" r="r" b="b"/>
            <a:pathLst>
              <a:path w="19" h="1471" extrusionOk="0">
                <a:moveTo>
                  <a:pt x="0" y="0"/>
                </a:moveTo>
                <a:lnTo>
                  <a:pt x="0" y="1470"/>
                </a:lnTo>
                <a:lnTo>
                  <a:pt x="19" y="1452"/>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9" name="Google Shape;69;p2"/>
          <p:cNvSpPr/>
          <p:nvPr/>
        </p:nvSpPr>
        <p:spPr>
          <a:xfrm>
            <a:off x="7292437" y="2342702"/>
            <a:ext cx="2817" cy="201957"/>
          </a:xfrm>
          <a:custGeom>
            <a:avLst/>
            <a:gdLst/>
            <a:ahLst/>
            <a:cxnLst/>
            <a:rect l="l" t="t" r="r" b="b"/>
            <a:pathLst>
              <a:path w="20" h="1434" extrusionOk="0">
                <a:moveTo>
                  <a:pt x="1" y="1"/>
                </a:moveTo>
                <a:lnTo>
                  <a:pt x="1" y="1434"/>
                </a:lnTo>
                <a:lnTo>
                  <a:pt x="19" y="1415"/>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0" name="Google Shape;70;p2"/>
          <p:cNvSpPr/>
          <p:nvPr/>
        </p:nvSpPr>
        <p:spPr>
          <a:xfrm>
            <a:off x="7295112" y="2345378"/>
            <a:ext cx="2817" cy="196746"/>
          </a:xfrm>
          <a:custGeom>
            <a:avLst/>
            <a:gdLst/>
            <a:ahLst/>
            <a:cxnLst/>
            <a:rect l="l" t="t" r="r" b="b"/>
            <a:pathLst>
              <a:path w="20" h="1397" extrusionOk="0">
                <a:moveTo>
                  <a:pt x="0" y="0"/>
                </a:moveTo>
                <a:lnTo>
                  <a:pt x="0" y="1396"/>
                </a:lnTo>
                <a:lnTo>
                  <a:pt x="19" y="1378"/>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1" name="Google Shape;71;p2"/>
          <p:cNvSpPr/>
          <p:nvPr/>
        </p:nvSpPr>
        <p:spPr>
          <a:xfrm>
            <a:off x="7297788" y="2347913"/>
            <a:ext cx="2676" cy="191536"/>
          </a:xfrm>
          <a:custGeom>
            <a:avLst/>
            <a:gdLst/>
            <a:ahLst/>
            <a:cxnLst/>
            <a:rect l="l" t="t" r="r" b="b"/>
            <a:pathLst>
              <a:path w="19" h="1360" extrusionOk="0">
                <a:moveTo>
                  <a:pt x="0" y="1"/>
                </a:moveTo>
                <a:lnTo>
                  <a:pt x="0" y="1360"/>
                </a:lnTo>
                <a:lnTo>
                  <a:pt x="19" y="1322"/>
                </a:lnTo>
                <a:lnTo>
                  <a:pt x="19" y="20"/>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2" name="Google Shape;72;p2"/>
          <p:cNvSpPr/>
          <p:nvPr/>
        </p:nvSpPr>
        <p:spPr>
          <a:xfrm>
            <a:off x="7300323" y="2350589"/>
            <a:ext cx="2817" cy="183649"/>
          </a:xfrm>
          <a:custGeom>
            <a:avLst/>
            <a:gdLst/>
            <a:ahLst/>
            <a:cxnLst/>
            <a:rect l="l" t="t" r="r" b="b"/>
            <a:pathLst>
              <a:path w="20" h="1304" extrusionOk="0">
                <a:moveTo>
                  <a:pt x="1" y="1"/>
                </a:moveTo>
                <a:lnTo>
                  <a:pt x="1" y="1303"/>
                </a:lnTo>
                <a:lnTo>
                  <a:pt x="19" y="1285"/>
                </a:lnTo>
                <a:lnTo>
                  <a:pt x="19" y="38"/>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3" name="Google Shape;73;p2"/>
          <p:cNvSpPr/>
          <p:nvPr/>
        </p:nvSpPr>
        <p:spPr>
          <a:xfrm>
            <a:off x="7302999" y="2355800"/>
            <a:ext cx="5352" cy="175762"/>
          </a:xfrm>
          <a:custGeom>
            <a:avLst/>
            <a:gdLst/>
            <a:ahLst/>
            <a:cxnLst/>
            <a:rect l="l" t="t" r="r" b="b"/>
            <a:pathLst>
              <a:path w="38" h="1248" extrusionOk="0">
                <a:moveTo>
                  <a:pt x="0" y="1"/>
                </a:moveTo>
                <a:lnTo>
                  <a:pt x="0" y="1248"/>
                </a:lnTo>
                <a:lnTo>
                  <a:pt x="37" y="1229"/>
                </a:lnTo>
                <a:lnTo>
                  <a:pt x="37" y="19"/>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4" name="Google Shape;74;p2"/>
          <p:cNvSpPr/>
          <p:nvPr/>
        </p:nvSpPr>
        <p:spPr>
          <a:xfrm>
            <a:off x="7308210" y="2358475"/>
            <a:ext cx="2817" cy="170551"/>
          </a:xfrm>
          <a:custGeom>
            <a:avLst/>
            <a:gdLst/>
            <a:ahLst/>
            <a:cxnLst/>
            <a:rect l="l" t="t" r="r" b="b"/>
            <a:pathLst>
              <a:path w="20" h="1211" extrusionOk="0">
                <a:moveTo>
                  <a:pt x="0" y="0"/>
                </a:moveTo>
                <a:lnTo>
                  <a:pt x="0" y="1210"/>
                </a:lnTo>
                <a:lnTo>
                  <a:pt x="19" y="1192"/>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5" name="Google Shape;75;p2"/>
          <p:cNvSpPr/>
          <p:nvPr/>
        </p:nvSpPr>
        <p:spPr>
          <a:xfrm>
            <a:off x="7310886" y="2361151"/>
            <a:ext cx="2676" cy="165199"/>
          </a:xfrm>
          <a:custGeom>
            <a:avLst/>
            <a:gdLst/>
            <a:ahLst/>
            <a:cxnLst/>
            <a:rect l="l" t="t" r="r" b="b"/>
            <a:pathLst>
              <a:path w="19" h="1173" extrusionOk="0">
                <a:moveTo>
                  <a:pt x="0" y="0"/>
                </a:moveTo>
                <a:lnTo>
                  <a:pt x="0" y="1173"/>
                </a:lnTo>
                <a:lnTo>
                  <a:pt x="19" y="1154"/>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6" name="Google Shape;76;p2"/>
          <p:cNvSpPr/>
          <p:nvPr/>
        </p:nvSpPr>
        <p:spPr>
          <a:xfrm>
            <a:off x="7313421" y="2363686"/>
            <a:ext cx="2817" cy="159989"/>
          </a:xfrm>
          <a:custGeom>
            <a:avLst/>
            <a:gdLst/>
            <a:ahLst/>
            <a:cxnLst/>
            <a:rect l="l" t="t" r="r" b="b"/>
            <a:pathLst>
              <a:path w="20" h="1136" extrusionOk="0">
                <a:moveTo>
                  <a:pt x="1" y="1"/>
                </a:moveTo>
                <a:lnTo>
                  <a:pt x="1" y="1136"/>
                </a:lnTo>
                <a:lnTo>
                  <a:pt x="19" y="1117"/>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7" name="Google Shape;77;p2"/>
          <p:cNvSpPr/>
          <p:nvPr/>
        </p:nvSpPr>
        <p:spPr>
          <a:xfrm>
            <a:off x="7316097" y="2366362"/>
            <a:ext cx="2676" cy="154778"/>
          </a:xfrm>
          <a:custGeom>
            <a:avLst/>
            <a:gdLst/>
            <a:ahLst/>
            <a:cxnLst/>
            <a:rect l="l" t="t" r="r" b="b"/>
            <a:pathLst>
              <a:path w="19" h="1099" extrusionOk="0">
                <a:moveTo>
                  <a:pt x="0" y="0"/>
                </a:moveTo>
                <a:lnTo>
                  <a:pt x="0" y="1098"/>
                </a:lnTo>
                <a:lnTo>
                  <a:pt x="19" y="1061"/>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8" name="Google Shape;78;p2"/>
          <p:cNvSpPr/>
          <p:nvPr/>
        </p:nvSpPr>
        <p:spPr>
          <a:xfrm>
            <a:off x="7318632" y="2368897"/>
            <a:ext cx="2817" cy="147032"/>
          </a:xfrm>
          <a:custGeom>
            <a:avLst/>
            <a:gdLst/>
            <a:ahLst/>
            <a:cxnLst/>
            <a:rect l="l" t="t" r="r" b="b"/>
            <a:pathLst>
              <a:path w="20" h="1044" extrusionOk="0">
                <a:moveTo>
                  <a:pt x="1" y="1"/>
                </a:moveTo>
                <a:lnTo>
                  <a:pt x="1" y="1043"/>
                </a:lnTo>
                <a:lnTo>
                  <a:pt x="20" y="1024"/>
                </a:lnTo>
                <a:lnTo>
                  <a:pt x="20" y="38"/>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 name="Google Shape;79;p2"/>
          <p:cNvSpPr/>
          <p:nvPr/>
        </p:nvSpPr>
        <p:spPr>
          <a:xfrm>
            <a:off x="7321308" y="2374249"/>
            <a:ext cx="5352" cy="139004"/>
          </a:xfrm>
          <a:custGeom>
            <a:avLst/>
            <a:gdLst/>
            <a:ahLst/>
            <a:cxnLst/>
            <a:rect l="l" t="t" r="r" b="b"/>
            <a:pathLst>
              <a:path w="38" h="987" extrusionOk="0">
                <a:moveTo>
                  <a:pt x="1" y="0"/>
                </a:moveTo>
                <a:lnTo>
                  <a:pt x="1" y="986"/>
                </a:lnTo>
                <a:lnTo>
                  <a:pt x="38" y="968"/>
                </a:lnTo>
                <a:lnTo>
                  <a:pt x="38"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0" name="Google Shape;80;p2"/>
          <p:cNvSpPr/>
          <p:nvPr/>
        </p:nvSpPr>
        <p:spPr>
          <a:xfrm>
            <a:off x="7326518" y="2376784"/>
            <a:ext cx="2817" cy="133793"/>
          </a:xfrm>
          <a:custGeom>
            <a:avLst/>
            <a:gdLst/>
            <a:ahLst/>
            <a:cxnLst/>
            <a:rect l="l" t="t" r="r" b="b"/>
            <a:pathLst>
              <a:path w="20" h="950" extrusionOk="0">
                <a:moveTo>
                  <a:pt x="1" y="1"/>
                </a:moveTo>
                <a:lnTo>
                  <a:pt x="1" y="950"/>
                </a:lnTo>
                <a:lnTo>
                  <a:pt x="19" y="931"/>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 name="Google Shape;81;p2"/>
          <p:cNvSpPr/>
          <p:nvPr/>
        </p:nvSpPr>
        <p:spPr>
          <a:xfrm>
            <a:off x="7329194" y="2379460"/>
            <a:ext cx="2676" cy="128582"/>
          </a:xfrm>
          <a:custGeom>
            <a:avLst/>
            <a:gdLst/>
            <a:ahLst/>
            <a:cxnLst/>
            <a:rect l="l" t="t" r="r" b="b"/>
            <a:pathLst>
              <a:path w="19" h="913" extrusionOk="0">
                <a:moveTo>
                  <a:pt x="0" y="0"/>
                </a:moveTo>
                <a:lnTo>
                  <a:pt x="0" y="912"/>
                </a:lnTo>
                <a:lnTo>
                  <a:pt x="19" y="894"/>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2" name="Google Shape;82;p2"/>
          <p:cNvSpPr/>
          <p:nvPr/>
        </p:nvSpPr>
        <p:spPr>
          <a:xfrm>
            <a:off x="7331729" y="2381995"/>
            <a:ext cx="2817" cy="123371"/>
          </a:xfrm>
          <a:custGeom>
            <a:avLst/>
            <a:gdLst/>
            <a:ahLst/>
            <a:cxnLst/>
            <a:rect l="l" t="t" r="r" b="b"/>
            <a:pathLst>
              <a:path w="20" h="876" extrusionOk="0">
                <a:moveTo>
                  <a:pt x="1" y="1"/>
                </a:moveTo>
                <a:lnTo>
                  <a:pt x="1" y="876"/>
                </a:lnTo>
                <a:lnTo>
                  <a:pt x="20" y="857"/>
                </a:lnTo>
                <a:lnTo>
                  <a:pt x="20" y="20"/>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 name="Google Shape;83;p2"/>
          <p:cNvSpPr/>
          <p:nvPr/>
        </p:nvSpPr>
        <p:spPr>
          <a:xfrm>
            <a:off x="7334405" y="2384671"/>
            <a:ext cx="2817" cy="118020"/>
          </a:xfrm>
          <a:custGeom>
            <a:avLst/>
            <a:gdLst/>
            <a:ahLst/>
            <a:cxnLst/>
            <a:rect l="l" t="t" r="r" b="b"/>
            <a:pathLst>
              <a:path w="20" h="838" extrusionOk="0">
                <a:moveTo>
                  <a:pt x="1" y="1"/>
                </a:moveTo>
                <a:lnTo>
                  <a:pt x="1" y="838"/>
                </a:lnTo>
                <a:lnTo>
                  <a:pt x="19" y="801"/>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 name="Google Shape;84;p2"/>
          <p:cNvSpPr/>
          <p:nvPr/>
        </p:nvSpPr>
        <p:spPr>
          <a:xfrm>
            <a:off x="7337081" y="2387346"/>
            <a:ext cx="2676" cy="110133"/>
          </a:xfrm>
          <a:custGeom>
            <a:avLst/>
            <a:gdLst/>
            <a:ahLst/>
            <a:cxnLst/>
            <a:rect l="l" t="t" r="r" b="b"/>
            <a:pathLst>
              <a:path w="19" h="782" extrusionOk="0">
                <a:moveTo>
                  <a:pt x="0" y="0"/>
                </a:moveTo>
                <a:lnTo>
                  <a:pt x="0" y="782"/>
                </a:lnTo>
                <a:lnTo>
                  <a:pt x="19" y="763"/>
                </a:lnTo>
                <a:lnTo>
                  <a:pt x="19" y="37"/>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 name="Google Shape;85;p2"/>
          <p:cNvSpPr/>
          <p:nvPr/>
        </p:nvSpPr>
        <p:spPr>
          <a:xfrm>
            <a:off x="7339616" y="2392557"/>
            <a:ext cx="5493" cy="102387"/>
          </a:xfrm>
          <a:custGeom>
            <a:avLst/>
            <a:gdLst/>
            <a:ahLst/>
            <a:cxnLst/>
            <a:rect l="l" t="t" r="r" b="b"/>
            <a:pathLst>
              <a:path w="39" h="727" extrusionOk="0">
                <a:moveTo>
                  <a:pt x="1" y="0"/>
                </a:moveTo>
                <a:lnTo>
                  <a:pt x="1" y="726"/>
                </a:lnTo>
                <a:lnTo>
                  <a:pt x="38" y="708"/>
                </a:lnTo>
                <a:lnTo>
                  <a:pt x="38"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 name="Google Shape;86;p2"/>
          <p:cNvSpPr/>
          <p:nvPr/>
        </p:nvSpPr>
        <p:spPr>
          <a:xfrm>
            <a:off x="7344968" y="2395092"/>
            <a:ext cx="2676" cy="97176"/>
          </a:xfrm>
          <a:custGeom>
            <a:avLst/>
            <a:gdLst/>
            <a:ahLst/>
            <a:cxnLst/>
            <a:rect l="l" t="t" r="r" b="b"/>
            <a:pathLst>
              <a:path w="19" h="690" extrusionOk="0">
                <a:moveTo>
                  <a:pt x="0" y="1"/>
                </a:moveTo>
                <a:lnTo>
                  <a:pt x="0" y="690"/>
                </a:lnTo>
                <a:lnTo>
                  <a:pt x="19" y="671"/>
                </a:lnTo>
                <a:lnTo>
                  <a:pt x="19" y="20"/>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 name="Google Shape;87;p2"/>
          <p:cNvSpPr/>
          <p:nvPr/>
        </p:nvSpPr>
        <p:spPr>
          <a:xfrm>
            <a:off x="7347503" y="2397768"/>
            <a:ext cx="2817" cy="91824"/>
          </a:xfrm>
          <a:custGeom>
            <a:avLst/>
            <a:gdLst/>
            <a:ahLst/>
            <a:cxnLst/>
            <a:rect l="l" t="t" r="r" b="b"/>
            <a:pathLst>
              <a:path w="20" h="652" extrusionOk="0">
                <a:moveTo>
                  <a:pt x="1" y="1"/>
                </a:moveTo>
                <a:lnTo>
                  <a:pt x="1" y="652"/>
                </a:lnTo>
                <a:lnTo>
                  <a:pt x="19" y="633"/>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 name="Google Shape;88;p2"/>
          <p:cNvSpPr/>
          <p:nvPr/>
        </p:nvSpPr>
        <p:spPr>
          <a:xfrm>
            <a:off x="7350178" y="2400444"/>
            <a:ext cx="2676" cy="86614"/>
          </a:xfrm>
          <a:custGeom>
            <a:avLst/>
            <a:gdLst/>
            <a:ahLst/>
            <a:cxnLst/>
            <a:rect l="l" t="t" r="r" b="b"/>
            <a:pathLst>
              <a:path w="19" h="615" extrusionOk="0">
                <a:moveTo>
                  <a:pt x="0" y="0"/>
                </a:moveTo>
                <a:lnTo>
                  <a:pt x="0" y="614"/>
                </a:lnTo>
                <a:lnTo>
                  <a:pt x="19" y="596"/>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 name="Google Shape;89;p2"/>
          <p:cNvSpPr/>
          <p:nvPr/>
        </p:nvSpPr>
        <p:spPr>
          <a:xfrm>
            <a:off x="7352713" y="2402979"/>
            <a:ext cx="2817" cy="81403"/>
          </a:xfrm>
          <a:custGeom>
            <a:avLst/>
            <a:gdLst/>
            <a:ahLst/>
            <a:cxnLst/>
            <a:rect l="l" t="t" r="r" b="b"/>
            <a:pathLst>
              <a:path w="20" h="578" extrusionOk="0">
                <a:moveTo>
                  <a:pt x="1" y="1"/>
                </a:moveTo>
                <a:lnTo>
                  <a:pt x="1" y="578"/>
                </a:lnTo>
                <a:lnTo>
                  <a:pt x="19" y="541"/>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 name="Google Shape;90;p2"/>
          <p:cNvSpPr/>
          <p:nvPr/>
        </p:nvSpPr>
        <p:spPr>
          <a:xfrm>
            <a:off x="7355389" y="2405655"/>
            <a:ext cx="2817" cy="73516"/>
          </a:xfrm>
          <a:custGeom>
            <a:avLst/>
            <a:gdLst/>
            <a:ahLst/>
            <a:cxnLst/>
            <a:rect l="l" t="t" r="r" b="b"/>
            <a:pathLst>
              <a:path w="20" h="522" extrusionOk="0">
                <a:moveTo>
                  <a:pt x="0" y="0"/>
                </a:moveTo>
                <a:lnTo>
                  <a:pt x="0" y="522"/>
                </a:lnTo>
                <a:lnTo>
                  <a:pt x="19" y="503"/>
                </a:lnTo>
                <a:lnTo>
                  <a:pt x="19" y="38"/>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 name="Google Shape;91;p2"/>
          <p:cNvSpPr/>
          <p:nvPr/>
        </p:nvSpPr>
        <p:spPr>
          <a:xfrm>
            <a:off x="7358065" y="2410866"/>
            <a:ext cx="5352" cy="65629"/>
          </a:xfrm>
          <a:custGeom>
            <a:avLst/>
            <a:gdLst/>
            <a:ahLst/>
            <a:cxnLst/>
            <a:rect l="l" t="t" r="r" b="b"/>
            <a:pathLst>
              <a:path w="38" h="466" extrusionOk="0">
                <a:moveTo>
                  <a:pt x="0" y="1"/>
                </a:moveTo>
                <a:lnTo>
                  <a:pt x="0" y="466"/>
                </a:lnTo>
                <a:lnTo>
                  <a:pt x="37" y="447"/>
                </a:lnTo>
                <a:lnTo>
                  <a:pt x="37" y="19"/>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 name="Google Shape;92;p2"/>
          <p:cNvSpPr/>
          <p:nvPr/>
        </p:nvSpPr>
        <p:spPr>
          <a:xfrm>
            <a:off x="7363276" y="2413541"/>
            <a:ext cx="2676" cy="60418"/>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 name="Google Shape;93;p2"/>
          <p:cNvSpPr/>
          <p:nvPr/>
        </p:nvSpPr>
        <p:spPr>
          <a:xfrm>
            <a:off x="7365811" y="2416076"/>
            <a:ext cx="2817" cy="55207"/>
          </a:xfrm>
          <a:custGeom>
            <a:avLst/>
            <a:gdLst/>
            <a:ahLst/>
            <a:cxnLst/>
            <a:rect l="l" t="t" r="r" b="b"/>
            <a:pathLst>
              <a:path w="20" h="392" extrusionOk="0">
                <a:moveTo>
                  <a:pt x="1" y="1"/>
                </a:moveTo>
                <a:lnTo>
                  <a:pt x="1" y="392"/>
                </a:lnTo>
                <a:lnTo>
                  <a:pt x="20" y="373"/>
                </a:lnTo>
                <a:lnTo>
                  <a:pt x="20"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4" name="Google Shape;94;p2"/>
          <p:cNvSpPr/>
          <p:nvPr/>
        </p:nvSpPr>
        <p:spPr>
          <a:xfrm>
            <a:off x="7368487" y="2418752"/>
            <a:ext cx="2817" cy="49996"/>
          </a:xfrm>
          <a:custGeom>
            <a:avLst/>
            <a:gdLst/>
            <a:ahLst/>
            <a:cxnLst/>
            <a:rect l="l" t="t" r="r" b="b"/>
            <a:pathLst>
              <a:path w="20" h="355" extrusionOk="0">
                <a:moveTo>
                  <a:pt x="1" y="0"/>
                </a:moveTo>
                <a:lnTo>
                  <a:pt x="1" y="354"/>
                </a:lnTo>
                <a:lnTo>
                  <a:pt x="19" y="335"/>
                </a:lnTo>
                <a:lnTo>
                  <a:pt x="19" y="19"/>
                </a:lnTo>
                <a:lnTo>
                  <a:pt x="1"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5" name="Google Shape;95;p2"/>
          <p:cNvSpPr/>
          <p:nvPr/>
        </p:nvSpPr>
        <p:spPr>
          <a:xfrm>
            <a:off x="7371163" y="2421428"/>
            <a:ext cx="2676" cy="44645"/>
          </a:xfrm>
          <a:custGeom>
            <a:avLst/>
            <a:gdLst/>
            <a:ahLst/>
            <a:cxnLst/>
            <a:rect l="l" t="t" r="r" b="b"/>
            <a:pathLst>
              <a:path w="19" h="317" extrusionOk="0">
                <a:moveTo>
                  <a:pt x="0" y="0"/>
                </a:moveTo>
                <a:lnTo>
                  <a:pt x="0" y="316"/>
                </a:lnTo>
                <a:lnTo>
                  <a:pt x="19" y="279"/>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6" name="Google Shape;96;p2"/>
          <p:cNvSpPr/>
          <p:nvPr/>
        </p:nvSpPr>
        <p:spPr>
          <a:xfrm>
            <a:off x="7373698" y="2423963"/>
            <a:ext cx="2817" cy="36899"/>
          </a:xfrm>
          <a:custGeom>
            <a:avLst/>
            <a:gdLst/>
            <a:ahLst/>
            <a:cxnLst/>
            <a:rect l="l" t="t" r="r" b="b"/>
            <a:pathLst>
              <a:path w="20" h="262" extrusionOk="0">
                <a:moveTo>
                  <a:pt x="1" y="1"/>
                </a:moveTo>
                <a:lnTo>
                  <a:pt x="1" y="261"/>
                </a:lnTo>
                <a:lnTo>
                  <a:pt x="19" y="243"/>
                </a:lnTo>
                <a:lnTo>
                  <a:pt x="19" y="38"/>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7" name="Google Shape;97;p2"/>
          <p:cNvSpPr/>
          <p:nvPr/>
        </p:nvSpPr>
        <p:spPr>
          <a:xfrm>
            <a:off x="7376374" y="2429174"/>
            <a:ext cx="5352" cy="29012"/>
          </a:xfrm>
          <a:custGeom>
            <a:avLst/>
            <a:gdLst/>
            <a:ahLst/>
            <a:cxnLst/>
            <a:rect l="l" t="t" r="r" b="b"/>
            <a:pathLst>
              <a:path w="38" h="206" extrusionOk="0">
                <a:moveTo>
                  <a:pt x="0" y="1"/>
                </a:moveTo>
                <a:lnTo>
                  <a:pt x="0" y="206"/>
                </a:lnTo>
                <a:lnTo>
                  <a:pt x="38" y="187"/>
                </a:lnTo>
                <a:lnTo>
                  <a:pt x="38" y="20"/>
                </a:lnTo>
                <a:lnTo>
                  <a:pt x="0"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8" name="Google Shape;98;p2"/>
          <p:cNvSpPr/>
          <p:nvPr/>
        </p:nvSpPr>
        <p:spPr>
          <a:xfrm>
            <a:off x="7381584" y="2431850"/>
            <a:ext cx="2817" cy="23801"/>
          </a:xfrm>
          <a:custGeom>
            <a:avLst/>
            <a:gdLst/>
            <a:ahLst/>
            <a:cxnLst/>
            <a:rect l="l" t="t" r="r" b="b"/>
            <a:pathLst>
              <a:path w="20" h="169" extrusionOk="0">
                <a:moveTo>
                  <a:pt x="1" y="1"/>
                </a:moveTo>
                <a:lnTo>
                  <a:pt x="1" y="168"/>
                </a:lnTo>
                <a:lnTo>
                  <a:pt x="19" y="149"/>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9" name="Google Shape;99;p2"/>
          <p:cNvSpPr/>
          <p:nvPr/>
        </p:nvSpPr>
        <p:spPr>
          <a:xfrm>
            <a:off x="7384260" y="2434526"/>
            <a:ext cx="2676" cy="18449"/>
          </a:xfrm>
          <a:custGeom>
            <a:avLst/>
            <a:gdLst/>
            <a:ahLst/>
            <a:cxnLst/>
            <a:rect l="l" t="t" r="r" b="b"/>
            <a:pathLst>
              <a:path w="19" h="131" extrusionOk="0">
                <a:moveTo>
                  <a:pt x="0" y="0"/>
                </a:moveTo>
                <a:lnTo>
                  <a:pt x="0" y="130"/>
                </a:lnTo>
                <a:lnTo>
                  <a:pt x="19" y="112"/>
                </a:lnTo>
                <a:lnTo>
                  <a:pt x="19" y="19"/>
                </a:lnTo>
                <a:lnTo>
                  <a:pt x="0"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0" name="Google Shape;100;p2"/>
          <p:cNvSpPr/>
          <p:nvPr/>
        </p:nvSpPr>
        <p:spPr>
          <a:xfrm>
            <a:off x="7386795" y="2437061"/>
            <a:ext cx="2817" cy="13238"/>
          </a:xfrm>
          <a:custGeom>
            <a:avLst/>
            <a:gdLst/>
            <a:ahLst/>
            <a:cxnLst/>
            <a:rect l="l" t="t" r="r" b="b"/>
            <a:pathLst>
              <a:path w="20" h="94" extrusionOk="0">
                <a:moveTo>
                  <a:pt x="1" y="1"/>
                </a:moveTo>
                <a:lnTo>
                  <a:pt x="1" y="94"/>
                </a:lnTo>
                <a:lnTo>
                  <a:pt x="19" y="75"/>
                </a:lnTo>
                <a:lnTo>
                  <a:pt x="19" y="19"/>
                </a:lnTo>
                <a:lnTo>
                  <a:pt x="1"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01" name="Google Shape;101;p2"/>
          <p:cNvGrpSpPr/>
          <p:nvPr/>
        </p:nvGrpSpPr>
        <p:grpSpPr>
          <a:xfrm>
            <a:off x="6928127" y="-153501"/>
            <a:ext cx="2872292" cy="2378232"/>
            <a:chOff x="2210400" y="2558550"/>
            <a:chExt cx="971025" cy="804000"/>
          </a:xfrm>
        </p:grpSpPr>
        <p:sp>
          <p:nvSpPr>
            <p:cNvPr id="102" name="Google Shape;102;p2"/>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3" name="Google Shape;103;p2"/>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4" name="Google Shape;104;p2"/>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5" name="Google Shape;105;p2"/>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6" name="Google Shape;106;p2"/>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7" name="Google Shape;107;p2"/>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8" name="Google Shape;108;p2"/>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9" name="Google Shape;109;p2"/>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10" name="Google Shape;110;p2"/>
          <p:cNvGrpSpPr/>
          <p:nvPr/>
        </p:nvGrpSpPr>
        <p:grpSpPr>
          <a:xfrm>
            <a:off x="6759101" y="683981"/>
            <a:ext cx="849356" cy="703259"/>
            <a:chOff x="2210400" y="2558550"/>
            <a:chExt cx="971025" cy="804000"/>
          </a:xfrm>
        </p:grpSpPr>
        <p:sp>
          <p:nvSpPr>
            <p:cNvPr id="111" name="Google Shape;111;p2"/>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2" name="Google Shape;112;p2"/>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3" name="Google Shape;113;p2"/>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4" name="Google Shape;114;p2"/>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5" name="Google Shape;115;p2"/>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6" name="Google Shape;116;p2"/>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7" name="Google Shape;117;p2"/>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8" name="Google Shape;118;p2"/>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19" name="Google Shape;119;p2"/>
          <p:cNvGrpSpPr/>
          <p:nvPr/>
        </p:nvGrpSpPr>
        <p:grpSpPr>
          <a:xfrm>
            <a:off x="5981081" y="902566"/>
            <a:ext cx="849275" cy="848250"/>
            <a:chOff x="2651171" y="2397773"/>
            <a:chExt cx="2099568" cy="2097033"/>
          </a:xfrm>
        </p:grpSpPr>
        <p:sp>
          <p:nvSpPr>
            <p:cNvPr id="120" name="Google Shape;120;p2"/>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 name="Google Shape;121;p2"/>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22" name="Google Shape;122;p2"/>
          <p:cNvGrpSpPr/>
          <p:nvPr/>
        </p:nvGrpSpPr>
        <p:grpSpPr>
          <a:xfrm>
            <a:off x="8388278" y="3692803"/>
            <a:ext cx="1067211" cy="1065922"/>
            <a:chOff x="2651171" y="2397773"/>
            <a:chExt cx="2099568" cy="2097033"/>
          </a:xfrm>
        </p:grpSpPr>
        <p:sp>
          <p:nvSpPr>
            <p:cNvPr id="123" name="Google Shape;123;p2"/>
            <p:cNvSpPr/>
            <p:nvPr/>
          </p:nvSpPr>
          <p:spPr>
            <a:xfrm>
              <a:off x="2682577" y="2429319"/>
              <a:ext cx="2036756" cy="2036615"/>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4" name="Google Shape;124;p2"/>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 name="Google Shape;125;p2"/>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26" name="Google Shape;126;p2"/>
          <p:cNvGrpSpPr/>
          <p:nvPr/>
        </p:nvGrpSpPr>
        <p:grpSpPr>
          <a:xfrm>
            <a:off x="5134360" y="1145509"/>
            <a:ext cx="4779359" cy="3901002"/>
            <a:chOff x="2556818" y="232872"/>
            <a:chExt cx="6486643" cy="5294519"/>
          </a:xfrm>
        </p:grpSpPr>
        <p:sp>
          <p:nvSpPr>
            <p:cNvPr id="127" name="Google Shape;127;p2"/>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 name="Google Shape;128;p2"/>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 name="Google Shape;129;p2"/>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 name="Google Shape;130;p2"/>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 name="Google Shape;131;p2"/>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 name="Google Shape;132;p2"/>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 name="Google Shape;133;p2"/>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 name="Google Shape;134;p2"/>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 name="Google Shape;135;p2"/>
            <p:cNvSpPr/>
            <p:nvPr/>
          </p:nvSpPr>
          <p:spPr>
            <a:xfrm>
              <a:off x="2556818" y="3784276"/>
              <a:ext cx="1743115" cy="1743115"/>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4200086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6"/>
        <p:cNvGrpSpPr/>
        <p:nvPr/>
      </p:nvGrpSpPr>
      <p:grpSpPr>
        <a:xfrm>
          <a:off x="0" y="0"/>
          <a:ext cx="0" cy="0"/>
          <a:chOff x="0" y="0"/>
          <a:chExt cx="0" cy="0"/>
        </a:xfrm>
      </p:grpSpPr>
      <p:sp>
        <p:nvSpPr>
          <p:cNvPr id="137" name="Google Shape;137;p3"/>
          <p:cNvSpPr txBox="1">
            <a:spLocks noGrp="1"/>
          </p:cNvSpPr>
          <p:nvPr>
            <p:ph type="title"/>
          </p:nvPr>
        </p:nvSpPr>
        <p:spPr>
          <a:xfrm>
            <a:off x="5449425" y="1593575"/>
            <a:ext cx="2998800" cy="1402500"/>
          </a:xfrm>
          <a:prstGeom prst="rect">
            <a:avLst/>
          </a:prstGeom>
        </p:spPr>
        <p:txBody>
          <a:bodyPr spcFirstLastPara="1" wrap="square" lIns="91425" tIns="91425" rIns="91425" bIns="91425" anchor="ctr" anchorCtr="0">
            <a:noAutofit/>
          </a:bodyPr>
          <a:lstStyle>
            <a:lvl1pPr lvl="0"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38" name="Google Shape;138;p3"/>
          <p:cNvSpPr txBox="1">
            <a:spLocks noGrp="1"/>
          </p:cNvSpPr>
          <p:nvPr>
            <p:ph type="subTitle" idx="1"/>
          </p:nvPr>
        </p:nvSpPr>
        <p:spPr>
          <a:xfrm>
            <a:off x="5449425" y="3203575"/>
            <a:ext cx="2998800" cy="604200"/>
          </a:xfrm>
          <a:prstGeom prst="rect">
            <a:avLst/>
          </a:prstGeom>
          <a:solidFill>
            <a:srgbClr val="00FFFF"/>
          </a:solidFill>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1600" b="1">
                <a:solidFill>
                  <a:schemeClr val="dk1"/>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39" name="Google Shape;139;p3"/>
          <p:cNvSpPr txBox="1">
            <a:spLocks noGrp="1"/>
          </p:cNvSpPr>
          <p:nvPr>
            <p:ph type="title" idx="2" hasCustomPrompt="1"/>
          </p:nvPr>
        </p:nvSpPr>
        <p:spPr>
          <a:xfrm>
            <a:off x="3377825" y="1593575"/>
            <a:ext cx="20157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2000"/>
              <a:buNone/>
              <a:defRPr sz="12000" b="1"/>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grpSp>
        <p:nvGrpSpPr>
          <p:cNvPr id="140" name="Google Shape;140;p3"/>
          <p:cNvGrpSpPr/>
          <p:nvPr/>
        </p:nvGrpSpPr>
        <p:grpSpPr>
          <a:xfrm rot="10800000" flipH="1">
            <a:off x="-1432565" y="-125795"/>
            <a:ext cx="4015313" cy="3884503"/>
            <a:chOff x="5440750" y="1669400"/>
            <a:chExt cx="971525" cy="939875"/>
          </a:xfrm>
        </p:grpSpPr>
        <p:sp>
          <p:nvSpPr>
            <p:cNvPr id="141" name="Google Shape;141;p3"/>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 name="Google Shape;142;p3"/>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 name="Google Shape;143;p3"/>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 name="Google Shape;144;p3"/>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 name="Google Shape;145;p3"/>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 name="Google Shape;146;p3"/>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 name="Google Shape;147;p3"/>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 name="Google Shape;148;p3"/>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 name="Google Shape;149;p3"/>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0" name="Google Shape;150;p3"/>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1" name="Google Shape;151;p3"/>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2" name="Google Shape;152;p3"/>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3" name="Google Shape;153;p3"/>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4" name="Google Shape;154;p3"/>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5" name="Google Shape;155;p3"/>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6" name="Google Shape;156;p3"/>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7" name="Google Shape;157;p3"/>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8" name="Google Shape;158;p3"/>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9" name="Google Shape;159;p3"/>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0" name="Google Shape;160;p3"/>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1" name="Google Shape;161;p3"/>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2" name="Google Shape;162;p3"/>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3" name="Google Shape;163;p3"/>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4" name="Google Shape;164;p3"/>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5" name="Google Shape;165;p3"/>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6" name="Google Shape;166;p3"/>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7" name="Google Shape;167;p3"/>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8" name="Google Shape;168;p3"/>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9" name="Google Shape;169;p3"/>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0" name="Google Shape;170;p3"/>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1" name="Google Shape;171;p3"/>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2" name="Google Shape;172;p3"/>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3" name="Google Shape;173;p3"/>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4" name="Google Shape;174;p3"/>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5" name="Google Shape;175;p3"/>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6" name="Google Shape;176;p3"/>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7" name="Google Shape;177;p3"/>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8" name="Google Shape;178;p3"/>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9" name="Google Shape;179;p3"/>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0" name="Google Shape;180;p3"/>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1" name="Google Shape;181;p3"/>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 name="Google Shape;182;p3"/>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3" name="Google Shape;183;p3"/>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 name="Google Shape;184;p3"/>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5" name="Google Shape;185;p3"/>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6" name="Google Shape;186;p3"/>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7" name="Google Shape;187;p3"/>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8" name="Google Shape;188;p3"/>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 name="Google Shape;189;p3"/>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0" name="Google Shape;190;p3"/>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1" name="Google Shape;191;p3"/>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Google Shape;192;p3"/>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193;p3"/>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Google Shape;194;p3"/>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195;p3"/>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6" name="Google Shape;196;p3"/>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7" name="Google Shape;197;p3"/>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 name="Google Shape;198;p3"/>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 name="Google Shape;199;p3"/>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 name="Google Shape;200;p3"/>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1" name="Google Shape;201;p3"/>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2" name="Google Shape;202;p3"/>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 name="Google Shape;203;p3"/>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 name="Google Shape;204;p3"/>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5" name="Google Shape;205;p3"/>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6" name="Google Shape;206;p3"/>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 name="Google Shape;207;p3"/>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8" name="Google Shape;208;p3"/>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 name="Google Shape;209;p3"/>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Google Shape;210;p3"/>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211;p3"/>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 name="Google Shape;212;p3"/>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213;p3"/>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 name="Google Shape;214;p3"/>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 name="Google Shape;215;p3"/>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Google Shape;216;p3"/>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217;p3"/>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Google Shape;218;p3"/>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9" name="Google Shape;219;p3"/>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Google Shape;220;p3"/>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221;p3"/>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2" name="Google Shape;222;p3"/>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3" name="Google Shape;223;p3"/>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4" name="Google Shape;224;p3"/>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5" name="Google Shape;225;p3"/>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6" name="Google Shape;226;p3"/>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7" name="Google Shape;227;p3"/>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8" name="Google Shape;228;p3"/>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9" name="Google Shape;229;p3"/>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230;p3"/>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 name="Google Shape;231;p3"/>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2" name="Google Shape;232;p3"/>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 name="Google Shape;233;p3"/>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 name="Google Shape;234;p3"/>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 name="Google Shape;235;p3"/>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6" name="Google Shape;236;p3"/>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7" name="Google Shape;237;p3"/>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 name="Google Shape;238;p3"/>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 name="Google Shape;239;p3"/>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 name="Google Shape;240;p3"/>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 name="Google Shape;241;p3"/>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 name="Google Shape;242;p3"/>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 name="Google Shape;243;p3"/>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4" name="Google Shape;244;p3"/>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5" name="Google Shape;245;p3"/>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6" name="Google Shape;246;p3"/>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 name="Google Shape;247;p3"/>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 name="Google Shape;248;p3"/>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9" name="Google Shape;249;p3"/>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0" name="Google Shape;250;p3"/>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 name="Google Shape;251;p3"/>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 name="Google Shape;252;p3"/>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 name="Google Shape;253;p3"/>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 name="Google Shape;254;p3"/>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 name="Google Shape;255;p3"/>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 name="Google Shape;256;p3"/>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 name="Google Shape;257;p3"/>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8" name="Google Shape;258;p3"/>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9" name="Google Shape;259;p3"/>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60" name="Google Shape;260;p3"/>
          <p:cNvGrpSpPr/>
          <p:nvPr/>
        </p:nvGrpSpPr>
        <p:grpSpPr>
          <a:xfrm>
            <a:off x="1147477" y="2947974"/>
            <a:ext cx="2872292" cy="2378232"/>
            <a:chOff x="2210400" y="2558550"/>
            <a:chExt cx="971025" cy="804000"/>
          </a:xfrm>
        </p:grpSpPr>
        <p:sp>
          <p:nvSpPr>
            <p:cNvPr id="261" name="Google Shape;261;p3"/>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 name="Google Shape;262;p3"/>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 name="Google Shape;263;p3"/>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4" name="Google Shape;264;p3"/>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 name="Google Shape;265;p3"/>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 name="Google Shape;266;p3"/>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7" name="Google Shape;267;p3"/>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8" name="Google Shape;268;p3"/>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69" name="Google Shape;269;p3"/>
          <p:cNvGrpSpPr/>
          <p:nvPr/>
        </p:nvGrpSpPr>
        <p:grpSpPr>
          <a:xfrm>
            <a:off x="1392756" y="169091"/>
            <a:ext cx="849275" cy="848250"/>
            <a:chOff x="2651171" y="2397773"/>
            <a:chExt cx="2099568" cy="2097033"/>
          </a:xfrm>
        </p:grpSpPr>
        <p:sp>
          <p:nvSpPr>
            <p:cNvPr id="270" name="Google Shape;270;p3"/>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solidFill>
              <a:srgbClr val="00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 name="Google Shape;271;p3"/>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solidFill>
              <a:srgbClr val="00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2934547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2"/>
        <p:cNvGrpSpPr/>
        <p:nvPr/>
      </p:nvGrpSpPr>
      <p:grpSpPr>
        <a:xfrm>
          <a:off x="0" y="0"/>
          <a:ext cx="0" cy="0"/>
          <a:chOff x="0" y="0"/>
          <a:chExt cx="0" cy="0"/>
        </a:xfrm>
      </p:grpSpPr>
      <p:grpSp>
        <p:nvGrpSpPr>
          <p:cNvPr id="273" name="Google Shape;273;p4"/>
          <p:cNvGrpSpPr/>
          <p:nvPr/>
        </p:nvGrpSpPr>
        <p:grpSpPr>
          <a:xfrm rot="10800000">
            <a:off x="6602055" y="-771683"/>
            <a:ext cx="3587355" cy="3472182"/>
            <a:chOff x="2210400" y="2558550"/>
            <a:chExt cx="971025" cy="939850"/>
          </a:xfrm>
        </p:grpSpPr>
        <p:grpSp>
          <p:nvGrpSpPr>
            <p:cNvPr id="274" name="Google Shape;274;p4"/>
            <p:cNvGrpSpPr/>
            <p:nvPr/>
          </p:nvGrpSpPr>
          <p:grpSpPr>
            <a:xfrm>
              <a:off x="2210400" y="2558550"/>
              <a:ext cx="971025" cy="804000"/>
              <a:chOff x="2210400" y="2558550"/>
              <a:chExt cx="971025" cy="804000"/>
            </a:xfrm>
          </p:grpSpPr>
          <p:sp>
            <p:nvSpPr>
              <p:cNvPr id="275" name="Google Shape;275;p4"/>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 name="Google Shape;276;p4"/>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 name="Google Shape;277;p4"/>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 name="Google Shape;278;p4"/>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 name="Google Shape;279;p4"/>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 name="Google Shape;280;p4"/>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 name="Google Shape;281;p4"/>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 name="Google Shape;282;p4"/>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83" name="Google Shape;283;p4"/>
            <p:cNvSpPr/>
            <p:nvPr/>
          </p:nvSpPr>
          <p:spPr>
            <a:xfrm>
              <a:off x="2937150" y="3007525"/>
              <a:ext cx="150775" cy="151225"/>
            </a:xfrm>
            <a:custGeom>
              <a:avLst/>
              <a:gdLst/>
              <a:ahLst/>
              <a:cxnLst/>
              <a:rect l="l" t="t" r="r" b="b"/>
              <a:pathLst>
                <a:path w="6031" h="6049" extrusionOk="0">
                  <a:moveTo>
                    <a:pt x="3015" y="0"/>
                  </a:moveTo>
                  <a:lnTo>
                    <a:pt x="0" y="3034"/>
                  </a:lnTo>
                  <a:lnTo>
                    <a:pt x="3015" y="6049"/>
                  </a:lnTo>
                  <a:lnTo>
                    <a:pt x="6030" y="3034"/>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4" name="Google Shape;284;p4"/>
            <p:cNvSpPr/>
            <p:nvPr/>
          </p:nvSpPr>
          <p:spPr>
            <a:xfrm>
              <a:off x="2931550" y="3002400"/>
              <a:ext cx="161950" cy="161950"/>
            </a:xfrm>
            <a:custGeom>
              <a:avLst/>
              <a:gdLst/>
              <a:ahLst/>
              <a:cxnLst/>
              <a:rect l="l" t="t" r="r" b="b"/>
              <a:pathLst>
                <a:path w="6478" h="6478" extrusionOk="0">
                  <a:moveTo>
                    <a:pt x="447" y="3239"/>
                  </a:moveTo>
                  <a:lnTo>
                    <a:pt x="3239" y="6031"/>
                  </a:lnTo>
                  <a:lnTo>
                    <a:pt x="6031" y="3239"/>
                  </a:lnTo>
                  <a:lnTo>
                    <a:pt x="3239" y="429"/>
                  </a:lnTo>
                  <a:close/>
                  <a:moveTo>
                    <a:pt x="3239" y="6477"/>
                  </a:moveTo>
                  <a:lnTo>
                    <a:pt x="1" y="3239"/>
                  </a:lnTo>
                  <a:lnTo>
                    <a:pt x="3239" y="1"/>
                  </a:lnTo>
                  <a:lnTo>
                    <a:pt x="6477" y="3239"/>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5" name="Google Shape;285;p4"/>
            <p:cNvSpPr/>
            <p:nvPr/>
          </p:nvSpPr>
          <p:spPr>
            <a:xfrm>
              <a:off x="2959950" y="3030325"/>
              <a:ext cx="105175" cy="105650"/>
            </a:xfrm>
            <a:custGeom>
              <a:avLst/>
              <a:gdLst/>
              <a:ahLst/>
              <a:cxnLst/>
              <a:rect l="l" t="t" r="r" b="b"/>
              <a:pathLst>
                <a:path w="4207" h="4226" extrusionOk="0">
                  <a:moveTo>
                    <a:pt x="428" y="2122"/>
                  </a:moveTo>
                  <a:lnTo>
                    <a:pt x="2103" y="3778"/>
                  </a:lnTo>
                  <a:lnTo>
                    <a:pt x="3778" y="2122"/>
                  </a:lnTo>
                  <a:lnTo>
                    <a:pt x="2103" y="447"/>
                  </a:lnTo>
                  <a:close/>
                  <a:moveTo>
                    <a:pt x="2103" y="4225"/>
                  </a:moveTo>
                  <a:lnTo>
                    <a:pt x="0" y="2122"/>
                  </a:lnTo>
                  <a:lnTo>
                    <a:pt x="2103" y="0"/>
                  </a:lnTo>
                  <a:lnTo>
                    <a:pt x="4206" y="2122"/>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 name="Google Shape;286;p4"/>
            <p:cNvSpPr/>
            <p:nvPr/>
          </p:nvSpPr>
          <p:spPr>
            <a:xfrm>
              <a:off x="2830125" y="2950300"/>
              <a:ext cx="500" cy="1425"/>
            </a:xfrm>
            <a:custGeom>
              <a:avLst/>
              <a:gdLst/>
              <a:ahLst/>
              <a:cxnLst/>
              <a:rect l="l" t="t" r="r" b="b"/>
              <a:pathLst>
                <a:path w="20" h="57" extrusionOk="0">
                  <a:moveTo>
                    <a:pt x="19" y="0"/>
                  </a:moveTo>
                  <a:lnTo>
                    <a:pt x="1" y="19"/>
                  </a:lnTo>
                  <a:lnTo>
                    <a:pt x="19" y="5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 name="Google Shape;287;p4"/>
            <p:cNvSpPr/>
            <p:nvPr/>
          </p:nvSpPr>
          <p:spPr>
            <a:xfrm>
              <a:off x="2830600" y="2949825"/>
              <a:ext cx="950" cy="2350"/>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 name="Google Shape;288;p4"/>
            <p:cNvSpPr/>
            <p:nvPr/>
          </p:nvSpPr>
          <p:spPr>
            <a:xfrm>
              <a:off x="2831525" y="2949375"/>
              <a:ext cx="500" cy="3275"/>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 name="Google Shape;289;p4"/>
            <p:cNvSpPr/>
            <p:nvPr/>
          </p:nvSpPr>
          <p:spPr>
            <a:xfrm>
              <a:off x="2832000" y="2948900"/>
              <a:ext cx="475" cy="4225"/>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 name="Google Shape;290;p4"/>
            <p:cNvSpPr/>
            <p:nvPr/>
          </p:nvSpPr>
          <p:spPr>
            <a:xfrm>
              <a:off x="2832450" y="2948425"/>
              <a:ext cx="500" cy="5150"/>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 name="Google Shape;291;p4"/>
            <p:cNvSpPr/>
            <p:nvPr/>
          </p:nvSpPr>
          <p:spPr>
            <a:xfrm>
              <a:off x="2832925" y="2947500"/>
              <a:ext cx="475" cy="6550"/>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2" name="Google Shape;292;p4"/>
            <p:cNvSpPr/>
            <p:nvPr/>
          </p:nvSpPr>
          <p:spPr>
            <a:xfrm>
              <a:off x="2833375" y="2947050"/>
              <a:ext cx="500" cy="7925"/>
            </a:xfrm>
            <a:custGeom>
              <a:avLst/>
              <a:gdLst/>
              <a:ahLst/>
              <a:cxnLst/>
              <a:rect l="l" t="t" r="r" b="b"/>
              <a:pathLst>
                <a:path w="20" h="317" extrusionOk="0">
                  <a:moveTo>
                    <a:pt x="20" y="0"/>
                  </a:moveTo>
                  <a:lnTo>
                    <a:pt x="1" y="19"/>
                  </a:lnTo>
                  <a:lnTo>
                    <a:pt x="1" y="279"/>
                  </a:lnTo>
                  <a:lnTo>
                    <a:pt x="20" y="31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3" name="Google Shape;293;p4"/>
            <p:cNvSpPr/>
            <p:nvPr/>
          </p:nvSpPr>
          <p:spPr>
            <a:xfrm>
              <a:off x="2833850" y="2946575"/>
              <a:ext cx="950" cy="8875"/>
            </a:xfrm>
            <a:custGeom>
              <a:avLst/>
              <a:gdLst/>
              <a:ahLst/>
              <a:cxnLst/>
              <a:rect l="l" t="t" r="r" b="b"/>
              <a:pathLst>
                <a:path w="38" h="355" extrusionOk="0">
                  <a:moveTo>
                    <a:pt x="38" y="0"/>
                  </a:moveTo>
                  <a:lnTo>
                    <a:pt x="1" y="19"/>
                  </a:lnTo>
                  <a:lnTo>
                    <a:pt x="1" y="335"/>
                  </a:lnTo>
                  <a:lnTo>
                    <a:pt x="38" y="35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 name="Google Shape;294;p4"/>
            <p:cNvSpPr/>
            <p:nvPr/>
          </p:nvSpPr>
          <p:spPr>
            <a:xfrm>
              <a:off x="2834775" y="2946100"/>
              <a:ext cx="500" cy="9800"/>
            </a:xfrm>
            <a:custGeom>
              <a:avLst/>
              <a:gdLst/>
              <a:ahLst/>
              <a:cxnLst/>
              <a:rect l="l" t="t" r="r" b="b"/>
              <a:pathLst>
                <a:path w="20" h="392" extrusionOk="0">
                  <a:moveTo>
                    <a:pt x="19" y="1"/>
                  </a:moveTo>
                  <a:lnTo>
                    <a:pt x="1" y="19"/>
                  </a:lnTo>
                  <a:lnTo>
                    <a:pt x="1" y="373"/>
                  </a:lnTo>
                  <a:lnTo>
                    <a:pt x="19" y="3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 name="Google Shape;295;p4"/>
            <p:cNvSpPr/>
            <p:nvPr/>
          </p:nvSpPr>
          <p:spPr>
            <a:xfrm>
              <a:off x="2835250" y="2945650"/>
              <a:ext cx="500" cy="10725"/>
            </a:xfrm>
            <a:custGeom>
              <a:avLst/>
              <a:gdLst/>
              <a:ahLst/>
              <a:cxnLst/>
              <a:rect l="l" t="t" r="r" b="b"/>
              <a:pathLst>
                <a:path w="20" h="429" extrusionOk="0">
                  <a:moveTo>
                    <a:pt x="19" y="0"/>
                  </a:moveTo>
                  <a:lnTo>
                    <a:pt x="0" y="19"/>
                  </a:lnTo>
                  <a:lnTo>
                    <a:pt x="0"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 name="Google Shape;296;p4"/>
            <p:cNvSpPr/>
            <p:nvPr/>
          </p:nvSpPr>
          <p:spPr>
            <a:xfrm>
              <a:off x="2835725" y="2945175"/>
              <a:ext cx="475" cy="11650"/>
            </a:xfrm>
            <a:custGeom>
              <a:avLst/>
              <a:gdLst/>
              <a:ahLst/>
              <a:cxnLst/>
              <a:rect l="l" t="t" r="r" b="b"/>
              <a:pathLst>
                <a:path w="19" h="466" extrusionOk="0">
                  <a:moveTo>
                    <a:pt x="19" y="1"/>
                  </a:moveTo>
                  <a:lnTo>
                    <a:pt x="0" y="19"/>
                  </a:lnTo>
                  <a:lnTo>
                    <a:pt x="0" y="447"/>
                  </a:lnTo>
                  <a:lnTo>
                    <a:pt x="19" y="46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7" name="Google Shape;297;p4"/>
            <p:cNvSpPr/>
            <p:nvPr/>
          </p:nvSpPr>
          <p:spPr>
            <a:xfrm>
              <a:off x="2836175" y="2944250"/>
              <a:ext cx="500" cy="13050"/>
            </a:xfrm>
            <a:custGeom>
              <a:avLst/>
              <a:gdLst/>
              <a:ahLst/>
              <a:cxnLst/>
              <a:rect l="l" t="t" r="r" b="b"/>
              <a:pathLst>
                <a:path w="20" h="522" extrusionOk="0">
                  <a:moveTo>
                    <a:pt x="19" y="0"/>
                  </a:moveTo>
                  <a:lnTo>
                    <a:pt x="1" y="38"/>
                  </a:lnTo>
                  <a:lnTo>
                    <a:pt x="1" y="503"/>
                  </a:lnTo>
                  <a:lnTo>
                    <a:pt x="19" y="5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8" name="Google Shape;298;p4"/>
            <p:cNvSpPr/>
            <p:nvPr/>
          </p:nvSpPr>
          <p:spPr>
            <a:xfrm>
              <a:off x="2836650" y="2943775"/>
              <a:ext cx="475" cy="14450"/>
            </a:xfrm>
            <a:custGeom>
              <a:avLst/>
              <a:gdLst/>
              <a:ahLst/>
              <a:cxnLst/>
              <a:rect l="l" t="t" r="r" b="b"/>
              <a:pathLst>
                <a:path w="19" h="578" extrusionOk="0">
                  <a:moveTo>
                    <a:pt x="19" y="1"/>
                  </a:moveTo>
                  <a:lnTo>
                    <a:pt x="0" y="19"/>
                  </a:lnTo>
                  <a:lnTo>
                    <a:pt x="0" y="541"/>
                  </a:lnTo>
                  <a:lnTo>
                    <a:pt x="19" y="57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9" name="Google Shape;299;p4"/>
            <p:cNvSpPr/>
            <p:nvPr/>
          </p:nvSpPr>
          <p:spPr>
            <a:xfrm>
              <a:off x="2837100" y="2943325"/>
              <a:ext cx="975" cy="15375"/>
            </a:xfrm>
            <a:custGeom>
              <a:avLst/>
              <a:gdLst/>
              <a:ahLst/>
              <a:cxnLst/>
              <a:rect l="l" t="t" r="r" b="b"/>
              <a:pathLst>
                <a:path w="39" h="615" extrusionOk="0">
                  <a:moveTo>
                    <a:pt x="38" y="0"/>
                  </a:moveTo>
                  <a:lnTo>
                    <a:pt x="1" y="19"/>
                  </a:lnTo>
                  <a:lnTo>
                    <a:pt x="1" y="596"/>
                  </a:lnTo>
                  <a:lnTo>
                    <a:pt x="38" y="61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0" name="Google Shape;300;p4"/>
            <p:cNvSpPr/>
            <p:nvPr/>
          </p:nvSpPr>
          <p:spPr>
            <a:xfrm>
              <a:off x="2838050" y="2942850"/>
              <a:ext cx="475" cy="16300"/>
            </a:xfrm>
            <a:custGeom>
              <a:avLst/>
              <a:gdLst/>
              <a:ahLst/>
              <a:cxnLst/>
              <a:rect l="l" t="t" r="r" b="b"/>
              <a:pathLst>
                <a:path w="19" h="652" extrusionOk="0">
                  <a:moveTo>
                    <a:pt x="19" y="1"/>
                  </a:moveTo>
                  <a:lnTo>
                    <a:pt x="0" y="19"/>
                  </a:lnTo>
                  <a:lnTo>
                    <a:pt x="0" y="633"/>
                  </a:lnTo>
                  <a:lnTo>
                    <a:pt x="19" y="65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1" name="Google Shape;301;p4"/>
            <p:cNvSpPr/>
            <p:nvPr/>
          </p:nvSpPr>
          <p:spPr>
            <a:xfrm>
              <a:off x="2838500" y="2942375"/>
              <a:ext cx="500" cy="17250"/>
            </a:xfrm>
            <a:custGeom>
              <a:avLst/>
              <a:gdLst/>
              <a:ahLst/>
              <a:cxnLst/>
              <a:rect l="l" t="t" r="r" b="b"/>
              <a:pathLst>
                <a:path w="20" h="690" extrusionOk="0">
                  <a:moveTo>
                    <a:pt x="19" y="1"/>
                  </a:moveTo>
                  <a:lnTo>
                    <a:pt x="1" y="20"/>
                  </a:lnTo>
                  <a:lnTo>
                    <a:pt x="1" y="671"/>
                  </a:lnTo>
                  <a:lnTo>
                    <a:pt x="19" y="69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2" name="Google Shape;302;p4"/>
            <p:cNvSpPr/>
            <p:nvPr/>
          </p:nvSpPr>
          <p:spPr>
            <a:xfrm>
              <a:off x="2838975" y="2941925"/>
              <a:ext cx="475" cy="18175"/>
            </a:xfrm>
            <a:custGeom>
              <a:avLst/>
              <a:gdLst/>
              <a:ahLst/>
              <a:cxnLst/>
              <a:rect l="l" t="t" r="r" b="b"/>
              <a:pathLst>
                <a:path w="19" h="727" extrusionOk="0">
                  <a:moveTo>
                    <a:pt x="19" y="0"/>
                  </a:moveTo>
                  <a:lnTo>
                    <a:pt x="0" y="19"/>
                  </a:lnTo>
                  <a:lnTo>
                    <a:pt x="0" y="708"/>
                  </a:lnTo>
                  <a:lnTo>
                    <a:pt x="19" y="72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3" name="Google Shape;303;p4"/>
            <p:cNvSpPr/>
            <p:nvPr/>
          </p:nvSpPr>
          <p:spPr>
            <a:xfrm>
              <a:off x="2839425" y="2941000"/>
              <a:ext cx="500" cy="19550"/>
            </a:xfrm>
            <a:custGeom>
              <a:avLst/>
              <a:gdLst/>
              <a:ahLst/>
              <a:cxnLst/>
              <a:rect l="l" t="t" r="r" b="b"/>
              <a:pathLst>
                <a:path w="20" h="782" extrusionOk="0">
                  <a:moveTo>
                    <a:pt x="20" y="0"/>
                  </a:moveTo>
                  <a:lnTo>
                    <a:pt x="1" y="37"/>
                  </a:lnTo>
                  <a:lnTo>
                    <a:pt x="1" y="763"/>
                  </a:lnTo>
                  <a:lnTo>
                    <a:pt x="20" y="782"/>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4" name="Google Shape;304;p4"/>
            <p:cNvSpPr/>
            <p:nvPr/>
          </p:nvSpPr>
          <p:spPr>
            <a:xfrm>
              <a:off x="2839900" y="2940525"/>
              <a:ext cx="500" cy="20950"/>
            </a:xfrm>
            <a:custGeom>
              <a:avLst/>
              <a:gdLst/>
              <a:ahLst/>
              <a:cxnLst/>
              <a:rect l="l" t="t" r="r" b="b"/>
              <a:pathLst>
                <a:path w="20" h="838" extrusionOk="0">
                  <a:moveTo>
                    <a:pt x="19" y="1"/>
                  </a:moveTo>
                  <a:lnTo>
                    <a:pt x="1" y="19"/>
                  </a:lnTo>
                  <a:lnTo>
                    <a:pt x="1" y="801"/>
                  </a:lnTo>
                  <a:lnTo>
                    <a:pt x="19" y="83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5" name="Google Shape;305;p4"/>
            <p:cNvSpPr/>
            <p:nvPr/>
          </p:nvSpPr>
          <p:spPr>
            <a:xfrm>
              <a:off x="2840375" y="2940050"/>
              <a:ext cx="950" cy="21900"/>
            </a:xfrm>
            <a:custGeom>
              <a:avLst/>
              <a:gdLst/>
              <a:ahLst/>
              <a:cxnLst/>
              <a:rect l="l" t="t" r="r" b="b"/>
              <a:pathLst>
                <a:path w="38" h="876" extrusionOk="0">
                  <a:moveTo>
                    <a:pt x="37" y="1"/>
                  </a:moveTo>
                  <a:lnTo>
                    <a:pt x="0" y="20"/>
                  </a:lnTo>
                  <a:lnTo>
                    <a:pt x="0" y="857"/>
                  </a:lnTo>
                  <a:lnTo>
                    <a:pt x="37" y="876"/>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6" name="Google Shape;306;p4"/>
            <p:cNvSpPr/>
            <p:nvPr/>
          </p:nvSpPr>
          <p:spPr>
            <a:xfrm>
              <a:off x="2841300" y="2939600"/>
              <a:ext cx="475" cy="22825"/>
            </a:xfrm>
            <a:custGeom>
              <a:avLst/>
              <a:gdLst/>
              <a:ahLst/>
              <a:cxnLst/>
              <a:rect l="l" t="t" r="r" b="b"/>
              <a:pathLst>
                <a:path w="19" h="913" extrusionOk="0">
                  <a:moveTo>
                    <a:pt x="19" y="0"/>
                  </a:moveTo>
                  <a:lnTo>
                    <a:pt x="0" y="19"/>
                  </a:lnTo>
                  <a:lnTo>
                    <a:pt x="0" y="894"/>
                  </a:lnTo>
                  <a:lnTo>
                    <a:pt x="19" y="91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7" name="Google Shape;307;p4"/>
            <p:cNvSpPr/>
            <p:nvPr/>
          </p:nvSpPr>
          <p:spPr>
            <a:xfrm>
              <a:off x="2841750" y="2939125"/>
              <a:ext cx="500" cy="23750"/>
            </a:xfrm>
            <a:custGeom>
              <a:avLst/>
              <a:gdLst/>
              <a:ahLst/>
              <a:cxnLst/>
              <a:rect l="l" t="t" r="r" b="b"/>
              <a:pathLst>
                <a:path w="20" h="950" extrusionOk="0">
                  <a:moveTo>
                    <a:pt x="20" y="1"/>
                  </a:moveTo>
                  <a:lnTo>
                    <a:pt x="1" y="19"/>
                  </a:lnTo>
                  <a:lnTo>
                    <a:pt x="1" y="931"/>
                  </a:lnTo>
                  <a:lnTo>
                    <a:pt x="20" y="950"/>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8" name="Google Shape;308;p4"/>
            <p:cNvSpPr/>
            <p:nvPr/>
          </p:nvSpPr>
          <p:spPr>
            <a:xfrm>
              <a:off x="2842225" y="2938675"/>
              <a:ext cx="500" cy="24675"/>
            </a:xfrm>
            <a:custGeom>
              <a:avLst/>
              <a:gdLst/>
              <a:ahLst/>
              <a:cxnLst/>
              <a:rect l="l" t="t" r="r" b="b"/>
              <a:pathLst>
                <a:path w="20" h="987" extrusionOk="0">
                  <a:moveTo>
                    <a:pt x="19" y="0"/>
                  </a:moveTo>
                  <a:lnTo>
                    <a:pt x="1" y="19"/>
                  </a:lnTo>
                  <a:lnTo>
                    <a:pt x="1" y="968"/>
                  </a:lnTo>
                  <a:lnTo>
                    <a:pt x="19" y="98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9" name="Google Shape;309;p4"/>
            <p:cNvSpPr/>
            <p:nvPr/>
          </p:nvSpPr>
          <p:spPr>
            <a:xfrm>
              <a:off x="2842700" y="2937725"/>
              <a:ext cx="475" cy="26100"/>
            </a:xfrm>
            <a:custGeom>
              <a:avLst/>
              <a:gdLst/>
              <a:ahLst/>
              <a:cxnLst/>
              <a:rect l="l" t="t" r="r" b="b"/>
              <a:pathLst>
                <a:path w="19" h="1044" extrusionOk="0">
                  <a:moveTo>
                    <a:pt x="19" y="1"/>
                  </a:moveTo>
                  <a:lnTo>
                    <a:pt x="0" y="38"/>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0" name="Google Shape;310;p4"/>
            <p:cNvSpPr/>
            <p:nvPr/>
          </p:nvSpPr>
          <p:spPr>
            <a:xfrm>
              <a:off x="2843150" y="2937275"/>
              <a:ext cx="500" cy="27475"/>
            </a:xfrm>
            <a:custGeom>
              <a:avLst/>
              <a:gdLst/>
              <a:ahLst/>
              <a:cxnLst/>
              <a:rect l="l" t="t" r="r" b="b"/>
              <a:pathLst>
                <a:path w="20" h="1099" extrusionOk="0">
                  <a:moveTo>
                    <a:pt x="19" y="0"/>
                  </a:moveTo>
                  <a:lnTo>
                    <a:pt x="1" y="19"/>
                  </a:lnTo>
                  <a:lnTo>
                    <a:pt x="1" y="1061"/>
                  </a:lnTo>
                  <a:lnTo>
                    <a:pt x="19" y="109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1" name="Google Shape;311;p4"/>
            <p:cNvSpPr/>
            <p:nvPr/>
          </p:nvSpPr>
          <p:spPr>
            <a:xfrm>
              <a:off x="2843625" y="2936800"/>
              <a:ext cx="950" cy="28400"/>
            </a:xfrm>
            <a:custGeom>
              <a:avLst/>
              <a:gdLst/>
              <a:ahLst/>
              <a:cxnLst/>
              <a:rect l="l" t="t" r="r" b="b"/>
              <a:pathLst>
                <a:path w="38" h="1136" extrusionOk="0">
                  <a:moveTo>
                    <a:pt x="38" y="1"/>
                  </a:moveTo>
                  <a:lnTo>
                    <a:pt x="0" y="19"/>
                  </a:lnTo>
                  <a:lnTo>
                    <a:pt x="0" y="1117"/>
                  </a:lnTo>
                  <a:lnTo>
                    <a:pt x="38" y="1136"/>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2" name="Google Shape;312;p4"/>
            <p:cNvSpPr/>
            <p:nvPr/>
          </p:nvSpPr>
          <p:spPr>
            <a:xfrm>
              <a:off x="2844550" y="2936350"/>
              <a:ext cx="500" cy="29325"/>
            </a:xfrm>
            <a:custGeom>
              <a:avLst/>
              <a:gdLst/>
              <a:ahLst/>
              <a:cxnLst/>
              <a:rect l="l" t="t" r="r" b="b"/>
              <a:pathLst>
                <a:path w="20" h="1173" extrusionOk="0">
                  <a:moveTo>
                    <a:pt x="19" y="0"/>
                  </a:moveTo>
                  <a:lnTo>
                    <a:pt x="1" y="19"/>
                  </a:lnTo>
                  <a:lnTo>
                    <a:pt x="1" y="1154"/>
                  </a:lnTo>
                  <a:lnTo>
                    <a:pt x="19" y="117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3" name="Google Shape;313;p4"/>
            <p:cNvSpPr/>
            <p:nvPr/>
          </p:nvSpPr>
          <p:spPr>
            <a:xfrm>
              <a:off x="2845025" y="2935875"/>
              <a:ext cx="475" cy="30275"/>
            </a:xfrm>
            <a:custGeom>
              <a:avLst/>
              <a:gdLst/>
              <a:ahLst/>
              <a:cxnLst/>
              <a:rect l="l" t="t" r="r" b="b"/>
              <a:pathLst>
                <a:path w="19" h="1211" extrusionOk="0">
                  <a:moveTo>
                    <a:pt x="19" y="0"/>
                  </a:moveTo>
                  <a:lnTo>
                    <a:pt x="0" y="19"/>
                  </a:lnTo>
                  <a:lnTo>
                    <a:pt x="0" y="1192"/>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4" name="Google Shape;314;p4"/>
            <p:cNvSpPr/>
            <p:nvPr/>
          </p:nvSpPr>
          <p:spPr>
            <a:xfrm>
              <a:off x="2845475" y="2935400"/>
              <a:ext cx="500" cy="31200"/>
            </a:xfrm>
            <a:custGeom>
              <a:avLst/>
              <a:gdLst/>
              <a:ahLst/>
              <a:cxnLst/>
              <a:rect l="l" t="t" r="r" b="b"/>
              <a:pathLst>
                <a:path w="20" h="1248" extrusionOk="0">
                  <a:moveTo>
                    <a:pt x="19" y="1"/>
                  </a:moveTo>
                  <a:lnTo>
                    <a:pt x="1" y="19"/>
                  </a:lnTo>
                  <a:lnTo>
                    <a:pt x="1" y="1229"/>
                  </a:lnTo>
                  <a:lnTo>
                    <a:pt x="19" y="124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5" name="Google Shape;315;p4"/>
            <p:cNvSpPr/>
            <p:nvPr/>
          </p:nvSpPr>
          <p:spPr>
            <a:xfrm>
              <a:off x="2845950" y="2934475"/>
              <a:ext cx="500" cy="32600"/>
            </a:xfrm>
            <a:custGeom>
              <a:avLst/>
              <a:gdLst/>
              <a:ahLst/>
              <a:cxnLst/>
              <a:rect l="l" t="t" r="r" b="b"/>
              <a:pathLst>
                <a:path w="20" h="1304" extrusionOk="0">
                  <a:moveTo>
                    <a:pt x="19" y="1"/>
                  </a:moveTo>
                  <a:lnTo>
                    <a:pt x="0" y="38"/>
                  </a:lnTo>
                  <a:lnTo>
                    <a:pt x="0" y="1285"/>
                  </a:lnTo>
                  <a:lnTo>
                    <a:pt x="19" y="130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6" name="Google Shape;316;p4"/>
            <p:cNvSpPr/>
            <p:nvPr/>
          </p:nvSpPr>
          <p:spPr>
            <a:xfrm>
              <a:off x="2846425" y="2934000"/>
              <a:ext cx="475" cy="34000"/>
            </a:xfrm>
            <a:custGeom>
              <a:avLst/>
              <a:gdLst/>
              <a:ahLst/>
              <a:cxnLst/>
              <a:rect l="l" t="t" r="r" b="b"/>
              <a:pathLst>
                <a:path w="19" h="1360" extrusionOk="0">
                  <a:moveTo>
                    <a:pt x="19" y="1"/>
                  </a:moveTo>
                  <a:lnTo>
                    <a:pt x="0" y="20"/>
                  </a:lnTo>
                  <a:lnTo>
                    <a:pt x="0" y="1322"/>
                  </a:lnTo>
                  <a:lnTo>
                    <a:pt x="19" y="136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7" name="Google Shape;317;p4"/>
            <p:cNvSpPr/>
            <p:nvPr/>
          </p:nvSpPr>
          <p:spPr>
            <a:xfrm>
              <a:off x="2846875" y="2933550"/>
              <a:ext cx="950" cy="34925"/>
            </a:xfrm>
            <a:custGeom>
              <a:avLst/>
              <a:gdLst/>
              <a:ahLst/>
              <a:cxnLst/>
              <a:rect l="l" t="t" r="r" b="b"/>
              <a:pathLst>
                <a:path w="38" h="1397" extrusionOk="0">
                  <a:moveTo>
                    <a:pt x="38" y="0"/>
                  </a:moveTo>
                  <a:lnTo>
                    <a:pt x="1" y="19"/>
                  </a:lnTo>
                  <a:lnTo>
                    <a:pt x="1" y="1378"/>
                  </a:lnTo>
                  <a:lnTo>
                    <a:pt x="38" y="1396"/>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8" name="Google Shape;318;p4"/>
            <p:cNvSpPr/>
            <p:nvPr/>
          </p:nvSpPr>
          <p:spPr>
            <a:xfrm>
              <a:off x="2847800" y="2933075"/>
              <a:ext cx="500" cy="35850"/>
            </a:xfrm>
            <a:custGeom>
              <a:avLst/>
              <a:gdLst/>
              <a:ahLst/>
              <a:cxnLst/>
              <a:rect l="l" t="t" r="r" b="b"/>
              <a:pathLst>
                <a:path w="20" h="1434" extrusionOk="0">
                  <a:moveTo>
                    <a:pt x="20" y="1"/>
                  </a:moveTo>
                  <a:lnTo>
                    <a:pt x="1" y="19"/>
                  </a:lnTo>
                  <a:lnTo>
                    <a:pt x="1" y="1415"/>
                  </a:lnTo>
                  <a:lnTo>
                    <a:pt x="20" y="1434"/>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9" name="Google Shape;319;p4"/>
            <p:cNvSpPr/>
            <p:nvPr/>
          </p:nvSpPr>
          <p:spPr>
            <a:xfrm>
              <a:off x="2848275" y="2932625"/>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0" name="Google Shape;320;p4"/>
            <p:cNvSpPr/>
            <p:nvPr/>
          </p:nvSpPr>
          <p:spPr>
            <a:xfrm>
              <a:off x="2848750" y="2932150"/>
              <a:ext cx="475" cy="37700"/>
            </a:xfrm>
            <a:custGeom>
              <a:avLst/>
              <a:gdLst/>
              <a:ahLst/>
              <a:cxnLst/>
              <a:rect l="l" t="t" r="r" b="b"/>
              <a:pathLst>
                <a:path w="19" h="1508" extrusionOk="0">
                  <a:moveTo>
                    <a:pt x="19" y="1"/>
                  </a:moveTo>
                  <a:lnTo>
                    <a:pt x="0" y="19"/>
                  </a:lnTo>
                  <a:lnTo>
                    <a:pt x="0" y="1489"/>
                  </a:lnTo>
                  <a:lnTo>
                    <a:pt x="19" y="150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1" name="Google Shape;321;p4"/>
            <p:cNvSpPr/>
            <p:nvPr/>
          </p:nvSpPr>
          <p:spPr>
            <a:xfrm>
              <a:off x="2849200" y="2931225"/>
              <a:ext cx="500" cy="39100"/>
            </a:xfrm>
            <a:custGeom>
              <a:avLst/>
              <a:gdLst/>
              <a:ahLst/>
              <a:cxnLst/>
              <a:rect l="l" t="t" r="r" b="b"/>
              <a:pathLst>
                <a:path w="20" h="1564" extrusionOk="0">
                  <a:moveTo>
                    <a:pt x="19" y="0"/>
                  </a:moveTo>
                  <a:lnTo>
                    <a:pt x="1" y="38"/>
                  </a:lnTo>
                  <a:lnTo>
                    <a:pt x="1" y="1545"/>
                  </a:lnTo>
                  <a:lnTo>
                    <a:pt x="19" y="156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2" name="Google Shape;322;p4"/>
            <p:cNvSpPr/>
            <p:nvPr/>
          </p:nvSpPr>
          <p:spPr>
            <a:xfrm>
              <a:off x="2849675" y="2930750"/>
              <a:ext cx="475" cy="40500"/>
            </a:xfrm>
            <a:custGeom>
              <a:avLst/>
              <a:gdLst/>
              <a:ahLst/>
              <a:cxnLst/>
              <a:rect l="l" t="t" r="r" b="b"/>
              <a:pathLst>
                <a:path w="19" h="1620" extrusionOk="0">
                  <a:moveTo>
                    <a:pt x="19" y="1"/>
                  </a:moveTo>
                  <a:lnTo>
                    <a:pt x="0" y="19"/>
                  </a:lnTo>
                  <a:lnTo>
                    <a:pt x="0" y="1583"/>
                  </a:lnTo>
                  <a:lnTo>
                    <a:pt x="19" y="162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3" name="Google Shape;323;p4"/>
            <p:cNvSpPr/>
            <p:nvPr/>
          </p:nvSpPr>
          <p:spPr>
            <a:xfrm>
              <a:off x="2850125" y="2930300"/>
              <a:ext cx="975" cy="41425"/>
            </a:xfrm>
            <a:custGeom>
              <a:avLst/>
              <a:gdLst/>
              <a:ahLst/>
              <a:cxnLst/>
              <a:rect l="l" t="t" r="r" b="b"/>
              <a:pathLst>
                <a:path w="39" h="1657" extrusionOk="0">
                  <a:moveTo>
                    <a:pt x="38" y="0"/>
                  </a:moveTo>
                  <a:lnTo>
                    <a:pt x="1" y="19"/>
                  </a:lnTo>
                  <a:lnTo>
                    <a:pt x="1" y="1638"/>
                  </a:lnTo>
                  <a:lnTo>
                    <a:pt x="38" y="1656"/>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4" name="Google Shape;324;p4"/>
            <p:cNvSpPr/>
            <p:nvPr/>
          </p:nvSpPr>
          <p:spPr>
            <a:xfrm>
              <a:off x="2851075" y="2929825"/>
              <a:ext cx="475" cy="42375"/>
            </a:xfrm>
            <a:custGeom>
              <a:avLst/>
              <a:gdLst/>
              <a:ahLst/>
              <a:cxnLst/>
              <a:rect l="l" t="t" r="r" b="b"/>
              <a:pathLst>
                <a:path w="19" h="1695" extrusionOk="0">
                  <a:moveTo>
                    <a:pt x="19" y="0"/>
                  </a:moveTo>
                  <a:lnTo>
                    <a:pt x="0" y="19"/>
                  </a:lnTo>
                  <a:lnTo>
                    <a:pt x="0" y="1675"/>
                  </a:lnTo>
                  <a:lnTo>
                    <a:pt x="19" y="169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5" name="Google Shape;325;p4"/>
            <p:cNvSpPr/>
            <p:nvPr/>
          </p:nvSpPr>
          <p:spPr>
            <a:xfrm>
              <a:off x="2851525" y="2929350"/>
              <a:ext cx="500" cy="43300"/>
            </a:xfrm>
            <a:custGeom>
              <a:avLst/>
              <a:gdLst/>
              <a:ahLst/>
              <a:cxnLst/>
              <a:rect l="l" t="t" r="r" b="b"/>
              <a:pathLst>
                <a:path w="20" h="1732" extrusionOk="0">
                  <a:moveTo>
                    <a:pt x="19" y="1"/>
                  </a:moveTo>
                  <a:lnTo>
                    <a:pt x="1" y="19"/>
                  </a:lnTo>
                  <a:lnTo>
                    <a:pt x="1"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6" name="Google Shape;326;p4"/>
            <p:cNvSpPr/>
            <p:nvPr/>
          </p:nvSpPr>
          <p:spPr>
            <a:xfrm>
              <a:off x="2852000" y="2928900"/>
              <a:ext cx="475" cy="44225"/>
            </a:xfrm>
            <a:custGeom>
              <a:avLst/>
              <a:gdLst/>
              <a:ahLst/>
              <a:cxnLst/>
              <a:rect l="l" t="t" r="r" b="b"/>
              <a:pathLst>
                <a:path w="19" h="1769" extrusionOk="0">
                  <a:moveTo>
                    <a:pt x="19" y="0"/>
                  </a:moveTo>
                  <a:lnTo>
                    <a:pt x="0" y="19"/>
                  </a:lnTo>
                  <a:lnTo>
                    <a:pt x="0" y="1750"/>
                  </a:lnTo>
                  <a:lnTo>
                    <a:pt x="19" y="17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7" name="Google Shape;327;p4"/>
            <p:cNvSpPr/>
            <p:nvPr/>
          </p:nvSpPr>
          <p:spPr>
            <a:xfrm>
              <a:off x="2852475" y="2927975"/>
              <a:ext cx="475" cy="45600"/>
            </a:xfrm>
            <a:custGeom>
              <a:avLst/>
              <a:gdLst/>
              <a:ahLst/>
              <a:cxnLst/>
              <a:rect l="l" t="t" r="r" b="b"/>
              <a:pathLst>
                <a:path w="19" h="1824" extrusionOk="0">
                  <a:moveTo>
                    <a:pt x="19" y="0"/>
                  </a:moveTo>
                  <a:lnTo>
                    <a:pt x="0" y="37"/>
                  </a:lnTo>
                  <a:lnTo>
                    <a:pt x="0" y="1805"/>
                  </a:lnTo>
                  <a:lnTo>
                    <a:pt x="19" y="182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8" name="Google Shape;328;p4"/>
            <p:cNvSpPr/>
            <p:nvPr/>
          </p:nvSpPr>
          <p:spPr>
            <a:xfrm>
              <a:off x="2852925" y="2927500"/>
              <a:ext cx="500" cy="47025"/>
            </a:xfrm>
            <a:custGeom>
              <a:avLst/>
              <a:gdLst/>
              <a:ahLst/>
              <a:cxnLst/>
              <a:rect l="l" t="t" r="r" b="b"/>
              <a:pathLst>
                <a:path w="20" h="1881" extrusionOk="0">
                  <a:moveTo>
                    <a:pt x="19" y="0"/>
                  </a:moveTo>
                  <a:lnTo>
                    <a:pt x="1" y="19"/>
                  </a:lnTo>
                  <a:lnTo>
                    <a:pt x="1" y="1843"/>
                  </a:lnTo>
                  <a:lnTo>
                    <a:pt x="19" y="18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9" name="Google Shape;329;p4"/>
            <p:cNvSpPr/>
            <p:nvPr/>
          </p:nvSpPr>
          <p:spPr>
            <a:xfrm>
              <a:off x="2853400" y="2927025"/>
              <a:ext cx="950" cy="47950"/>
            </a:xfrm>
            <a:custGeom>
              <a:avLst/>
              <a:gdLst/>
              <a:ahLst/>
              <a:cxnLst/>
              <a:rect l="l" t="t" r="r" b="b"/>
              <a:pathLst>
                <a:path w="38" h="1918" extrusionOk="0">
                  <a:moveTo>
                    <a:pt x="37" y="1"/>
                  </a:moveTo>
                  <a:lnTo>
                    <a:pt x="0" y="19"/>
                  </a:lnTo>
                  <a:lnTo>
                    <a:pt x="0" y="1899"/>
                  </a:lnTo>
                  <a:lnTo>
                    <a:pt x="37" y="1918"/>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0" name="Google Shape;330;p4"/>
            <p:cNvSpPr/>
            <p:nvPr/>
          </p:nvSpPr>
          <p:spPr>
            <a:xfrm>
              <a:off x="2854325" y="2926575"/>
              <a:ext cx="500" cy="48875"/>
            </a:xfrm>
            <a:custGeom>
              <a:avLst/>
              <a:gdLst/>
              <a:ahLst/>
              <a:cxnLst/>
              <a:rect l="l" t="t" r="r" b="b"/>
              <a:pathLst>
                <a:path w="20" h="1955" extrusionOk="0">
                  <a:moveTo>
                    <a:pt x="19" y="0"/>
                  </a:moveTo>
                  <a:lnTo>
                    <a:pt x="0" y="19"/>
                  </a:lnTo>
                  <a:lnTo>
                    <a:pt x="0" y="1936"/>
                  </a:lnTo>
                  <a:lnTo>
                    <a:pt x="19" y="19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1" name="Google Shape;331;p4"/>
            <p:cNvSpPr/>
            <p:nvPr/>
          </p:nvSpPr>
          <p:spPr>
            <a:xfrm>
              <a:off x="2854800" y="2926100"/>
              <a:ext cx="475" cy="49800"/>
            </a:xfrm>
            <a:custGeom>
              <a:avLst/>
              <a:gdLst/>
              <a:ahLst/>
              <a:cxnLst/>
              <a:rect l="l" t="t" r="r" b="b"/>
              <a:pathLst>
                <a:path w="19" h="1992" extrusionOk="0">
                  <a:moveTo>
                    <a:pt x="19" y="1"/>
                  </a:moveTo>
                  <a:lnTo>
                    <a:pt x="0" y="19"/>
                  </a:lnTo>
                  <a:lnTo>
                    <a:pt x="0" y="1973"/>
                  </a:lnTo>
                  <a:lnTo>
                    <a:pt x="19" y="19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2" name="Google Shape;332;p4"/>
            <p:cNvSpPr/>
            <p:nvPr/>
          </p:nvSpPr>
          <p:spPr>
            <a:xfrm>
              <a:off x="2855250" y="2925625"/>
              <a:ext cx="500" cy="50750"/>
            </a:xfrm>
            <a:custGeom>
              <a:avLst/>
              <a:gdLst/>
              <a:ahLst/>
              <a:cxnLst/>
              <a:rect l="l" t="t" r="r" b="b"/>
              <a:pathLst>
                <a:path w="20" h="2030" extrusionOk="0">
                  <a:moveTo>
                    <a:pt x="19" y="1"/>
                  </a:moveTo>
                  <a:lnTo>
                    <a:pt x="1" y="20"/>
                  </a:lnTo>
                  <a:lnTo>
                    <a:pt x="1" y="2011"/>
                  </a:lnTo>
                  <a:lnTo>
                    <a:pt x="19" y="203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3" name="Google Shape;333;p4"/>
            <p:cNvSpPr/>
            <p:nvPr/>
          </p:nvSpPr>
          <p:spPr>
            <a:xfrm>
              <a:off x="2855725" y="2924700"/>
              <a:ext cx="475" cy="52150"/>
            </a:xfrm>
            <a:custGeom>
              <a:avLst/>
              <a:gdLst/>
              <a:ahLst/>
              <a:cxnLst/>
              <a:rect l="l" t="t" r="r" b="b"/>
              <a:pathLst>
                <a:path w="19" h="2086" extrusionOk="0">
                  <a:moveTo>
                    <a:pt x="19" y="1"/>
                  </a:moveTo>
                  <a:lnTo>
                    <a:pt x="0" y="38"/>
                  </a:lnTo>
                  <a:lnTo>
                    <a:pt x="0" y="2067"/>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4" name="Google Shape;334;p4"/>
            <p:cNvSpPr/>
            <p:nvPr/>
          </p:nvSpPr>
          <p:spPr>
            <a:xfrm>
              <a:off x="2856175" y="2924250"/>
              <a:ext cx="500" cy="53525"/>
            </a:xfrm>
            <a:custGeom>
              <a:avLst/>
              <a:gdLst/>
              <a:ahLst/>
              <a:cxnLst/>
              <a:rect l="l" t="t" r="r" b="b"/>
              <a:pathLst>
                <a:path w="20" h="2141" extrusionOk="0">
                  <a:moveTo>
                    <a:pt x="20" y="0"/>
                  </a:moveTo>
                  <a:lnTo>
                    <a:pt x="1" y="19"/>
                  </a:lnTo>
                  <a:lnTo>
                    <a:pt x="1" y="2103"/>
                  </a:lnTo>
                  <a:lnTo>
                    <a:pt x="20" y="2140"/>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5" name="Google Shape;335;p4"/>
            <p:cNvSpPr/>
            <p:nvPr/>
          </p:nvSpPr>
          <p:spPr>
            <a:xfrm>
              <a:off x="2856650" y="2923775"/>
              <a:ext cx="950" cy="54450"/>
            </a:xfrm>
            <a:custGeom>
              <a:avLst/>
              <a:gdLst/>
              <a:ahLst/>
              <a:cxnLst/>
              <a:rect l="l" t="t" r="r" b="b"/>
              <a:pathLst>
                <a:path w="38" h="2178" extrusionOk="0">
                  <a:moveTo>
                    <a:pt x="38" y="1"/>
                  </a:moveTo>
                  <a:lnTo>
                    <a:pt x="1" y="19"/>
                  </a:lnTo>
                  <a:lnTo>
                    <a:pt x="1" y="2159"/>
                  </a:lnTo>
                  <a:lnTo>
                    <a:pt x="38" y="2178"/>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6" name="Google Shape;336;p4"/>
            <p:cNvSpPr/>
            <p:nvPr/>
          </p:nvSpPr>
          <p:spPr>
            <a:xfrm>
              <a:off x="2857575" y="2923300"/>
              <a:ext cx="500" cy="55400"/>
            </a:xfrm>
            <a:custGeom>
              <a:avLst/>
              <a:gdLst/>
              <a:ahLst/>
              <a:cxnLst/>
              <a:rect l="l" t="t" r="r" b="b"/>
              <a:pathLst>
                <a:path w="20" h="2216" extrusionOk="0">
                  <a:moveTo>
                    <a:pt x="19" y="1"/>
                  </a:moveTo>
                  <a:lnTo>
                    <a:pt x="1" y="20"/>
                  </a:lnTo>
                  <a:lnTo>
                    <a:pt x="1" y="2197"/>
                  </a:lnTo>
                  <a:lnTo>
                    <a:pt x="19" y="221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7" name="Google Shape;337;p4"/>
            <p:cNvSpPr/>
            <p:nvPr/>
          </p:nvSpPr>
          <p:spPr>
            <a:xfrm>
              <a:off x="2858050" y="2922850"/>
              <a:ext cx="475" cy="56325"/>
            </a:xfrm>
            <a:custGeom>
              <a:avLst/>
              <a:gdLst/>
              <a:ahLst/>
              <a:cxnLst/>
              <a:rect l="l" t="t" r="r" b="b"/>
              <a:pathLst>
                <a:path w="19" h="2253" extrusionOk="0">
                  <a:moveTo>
                    <a:pt x="19" y="0"/>
                  </a:moveTo>
                  <a:lnTo>
                    <a:pt x="0" y="19"/>
                  </a:lnTo>
                  <a:lnTo>
                    <a:pt x="0" y="2234"/>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8" name="Google Shape;338;p4"/>
            <p:cNvSpPr/>
            <p:nvPr/>
          </p:nvSpPr>
          <p:spPr>
            <a:xfrm>
              <a:off x="2858500" y="2922375"/>
              <a:ext cx="500" cy="57250"/>
            </a:xfrm>
            <a:custGeom>
              <a:avLst/>
              <a:gdLst/>
              <a:ahLst/>
              <a:cxnLst/>
              <a:rect l="l" t="t" r="r" b="b"/>
              <a:pathLst>
                <a:path w="20" h="2290" extrusionOk="0">
                  <a:moveTo>
                    <a:pt x="20" y="1"/>
                  </a:moveTo>
                  <a:lnTo>
                    <a:pt x="1" y="19"/>
                  </a:lnTo>
                  <a:lnTo>
                    <a:pt x="1" y="2271"/>
                  </a:lnTo>
                  <a:lnTo>
                    <a:pt x="20" y="2290"/>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9" name="Google Shape;339;p4"/>
            <p:cNvSpPr/>
            <p:nvPr/>
          </p:nvSpPr>
          <p:spPr>
            <a:xfrm>
              <a:off x="2858975" y="2921925"/>
              <a:ext cx="500" cy="58175"/>
            </a:xfrm>
            <a:custGeom>
              <a:avLst/>
              <a:gdLst/>
              <a:ahLst/>
              <a:cxnLst/>
              <a:rect l="l" t="t" r="r" b="b"/>
              <a:pathLst>
                <a:path w="20" h="2327" extrusionOk="0">
                  <a:moveTo>
                    <a:pt x="19" y="0"/>
                  </a:moveTo>
                  <a:lnTo>
                    <a:pt x="1" y="19"/>
                  </a:lnTo>
                  <a:lnTo>
                    <a:pt x="1" y="2308"/>
                  </a:lnTo>
                  <a:lnTo>
                    <a:pt x="19" y="2326"/>
                  </a:lnTo>
                  <a:lnTo>
                    <a:pt x="19" y="2308"/>
                  </a:lnTo>
                  <a:lnTo>
                    <a:pt x="19" y="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0" name="Google Shape;340;p4"/>
            <p:cNvSpPr/>
            <p:nvPr/>
          </p:nvSpPr>
          <p:spPr>
            <a:xfrm>
              <a:off x="2859450" y="2922375"/>
              <a:ext cx="475" cy="57250"/>
            </a:xfrm>
            <a:custGeom>
              <a:avLst/>
              <a:gdLst/>
              <a:ahLst/>
              <a:cxnLst/>
              <a:rect l="l" t="t" r="r" b="b"/>
              <a:pathLst>
                <a:path w="19" h="2290" extrusionOk="0">
                  <a:moveTo>
                    <a:pt x="0" y="1"/>
                  </a:moveTo>
                  <a:lnTo>
                    <a:pt x="0" y="2290"/>
                  </a:lnTo>
                  <a:lnTo>
                    <a:pt x="19" y="227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1" name="Google Shape;341;p4"/>
            <p:cNvSpPr/>
            <p:nvPr/>
          </p:nvSpPr>
          <p:spPr>
            <a:xfrm>
              <a:off x="2859900" y="2922850"/>
              <a:ext cx="950" cy="56325"/>
            </a:xfrm>
            <a:custGeom>
              <a:avLst/>
              <a:gdLst/>
              <a:ahLst/>
              <a:cxnLst/>
              <a:rect l="l" t="t" r="r" b="b"/>
              <a:pathLst>
                <a:path w="38" h="2253" extrusionOk="0">
                  <a:moveTo>
                    <a:pt x="1" y="0"/>
                  </a:moveTo>
                  <a:lnTo>
                    <a:pt x="1" y="2252"/>
                  </a:lnTo>
                  <a:lnTo>
                    <a:pt x="38" y="2234"/>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2" name="Google Shape;342;p4"/>
            <p:cNvSpPr/>
            <p:nvPr/>
          </p:nvSpPr>
          <p:spPr>
            <a:xfrm>
              <a:off x="2860850" y="2923300"/>
              <a:ext cx="475" cy="55400"/>
            </a:xfrm>
            <a:custGeom>
              <a:avLst/>
              <a:gdLst/>
              <a:ahLst/>
              <a:cxnLst/>
              <a:rect l="l" t="t" r="r" b="b"/>
              <a:pathLst>
                <a:path w="19" h="2216" extrusionOk="0">
                  <a:moveTo>
                    <a:pt x="0" y="1"/>
                  </a:moveTo>
                  <a:lnTo>
                    <a:pt x="0" y="2216"/>
                  </a:lnTo>
                  <a:lnTo>
                    <a:pt x="19" y="2197"/>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 name="Google Shape;343;p4"/>
            <p:cNvSpPr/>
            <p:nvPr/>
          </p:nvSpPr>
          <p:spPr>
            <a:xfrm>
              <a:off x="2861300" y="2923775"/>
              <a:ext cx="500" cy="54450"/>
            </a:xfrm>
            <a:custGeom>
              <a:avLst/>
              <a:gdLst/>
              <a:ahLst/>
              <a:cxnLst/>
              <a:rect l="l" t="t" r="r" b="b"/>
              <a:pathLst>
                <a:path w="20" h="2178" extrusionOk="0">
                  <a:moveTo>
                    <a:pt x="1" y="1"/>
                  </a:moveTo>
                  <a:lnTo>
                    <a:pt x="1" y="2178"/>
                  </a:lnTo>
                  <a:lnTo>
                    <a:pt x="19" y="2159"/>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 name="Google Shape;344;p4"/>
            <p:cNvSpPr/>
            <p:nvPr/>
          </p:nvSpPr>
          <p:spPr>
            <a:xfrm>
              <a:off x="2861775" y="2924250"/>
              <a:ext cx="475" cy="53525"/>
            </a:xfrm>
            <a:custGeom>
              <a:avLst/>
              <a:gdLst/>
              <a:ahLst/>
              <a:cxnLst/>
              <a:rect l="l" t="t" r="r" b="b"/>
              <a:pathLst>
                <a:path w="19" h="2141" extrusionOk="0">
                  <a:moveTo>
                    <a:pt x="0" y="0"/>
                  </a:moveTo>
                  <a:lnTo>
                    <a:pt x="0" y="2140"/>
                  </a:lnTo>
                  <a:lnTo>
                    <a:pt x="19" y="210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 name="Google Shape;345;p4"/>
            <p:cNvSpPr/>
            <p:nvPr/>
          </p:nvSpPr>
          <p:spPr>
            <a:xfrm>
              <a:off x="2862225" y="2924700"/>
              <a:ext cx="500" cy="52150"/>
            </a:xfrm>
            <a:custGeom>
              <a:avLst/>
              <a:gdLst/>
              <a:ahLst/>
              <a:cxnLst/>
              <a:rect l="l" t="t" r="r" b="b"/>
              <a:pathLst>
                <a:path w="20" h="2086" extrusionOk="0">
                  <a:moveTo>
                    <a:pt x="1" y="1"/>
                  </a:moveTo>
                  <a:lnTo>
                    <a:pt x="1" y="2085"/>
                  </a:lnTo>
                  <a:lnTo>
                    <a:pt x="19" y="2067"/>
                  </a:lnTo>
                  <a:lnTo>
                    <a:pt x="19"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 name="Google Shape;346;p4"/>
            <p:cNvSpPr/>
            <p:nvPr/>
          </p:nvSpPr>
          <p:spPr>
            <a:xfrm>
              <a:off x="2862700" y="2925625"/>
              <a:ext cx="950" cy="50750"/>
            </a:xfrm>
            <a:custGeom>
              <a:avLst/>
              <a:gdLst/>
              <a:ahLst/>
              <a:cxnLst/>
              <a:rect l="l" t="t" r="r" b="b"/>
              <a:pathLst>
                <a:path w="38" h="2030" extrusionOk="0">
                  <a:moveTo>
                    <a:pt x="0" y="1"/>
                  </a:moveTo>
                  <a:lnTo>
                    <a:pt x="0" y="2030"/>
                  </a:lnTo>
                  <a:lnTo>
                    <a:pt x="38" y="2011"/>
                  </a:lnTo>
                  <a:lnTo>
                    <a:pt x="38"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 name="Google Shape;347;p4"/>
            <p:cNvSpPr/>
            <p:nvPr/>
          </p:nvSpPr>
          <p:spPr>
            <a:xfrm>
              <a:off x="2863625" y="2926100"/>
              <a:ext cx="500" cy="49800"/>
            </a:xfrm>
            <a:custGeom>
              <a:avLst/>
              <a:gdLst/>
              <a:ahLst/>
              <a:cxnLst/>
              <a:rect l="l" t="t" r="r" b="b"/>
              <a:pathLst>
                <a:path w="20" h="1992" extrusionOk="0">
                  <a:moveTo>
                    <a:pt x="1" y="1"/>
                  </a:moveTo>
                  <a:lnTo>
                    <a:pt x="1" y="1992"/>
                  </a:lnTo>
                  <a:lnTo>
                    <a:pt x="19" y="197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 name="Google Shape;348;p4"/>
            <p:cNvSpPr/>
            <p:nvPr/>
          </p:nvSpPr>
          <p:spPr>
            <a:xfrm>
              <a:off x="2864100" y="2926575"/>
              <a:ext cx="475" cy="48875"/>
            </a:xfrm>
            <a:custGeom>
              <a:avLst/>
              <a:gdLst/>
              <a:ahLst/>
              <a:cxnLst/>
              <a:rect l="l" t="t" r="r" b="b"/>
              <a:pathLst>
                <a:path w="19" h="1955" extrusionOk="0">
                  <a:moveTo>
                    <a:pt x="0" y="0"/>
                  </a:moveTo>
                  <a:lnTo>
                    <a:pt x="0" y="1954"/>
                  </a:lnTo>
                  <a:lnTo>
                    <a:pt x="19" y="1936"/>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9" name="Google Shape;349;p4"/>
            <p:cNvSpPr/>
            <p:nvPr/>
          </p:nvSpPr>
          <p:spPr>
            <a:xfrm>
              <a:off x="2864550" y="2927025"/>
              <a:ext cx="500" cy="47950"/>
            </a:xfrm>
            <a:custGeom>
              <a:avLst/>
              <a:gdLst/>
              <a:ahLst/>
              <a:cxnLst/>
              <a:rect l="l" t="t" r="r" b="b"/>
              <a:pathLst>
                <a:path w="20" h="1918" extrusionOk="0">
                  <a:moveTo>
                    <a:pt x="1" y="1"/>
                  </a:moveTo>
                  <a:lnTo>
                    <a:pt x="1" y="1918"/>
                  </a:lnTo>
                  <a:lnTo>
                    <a:pt x="19" y="1899"/>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0" name="Google Shape;350;p4"/>
            <p:cNvSpPr/>
            <p:nvPr/>
          </p:nvSpPr>
          <p:spPr>
            <a:xfrm>
              <a:off x="2865025" y="2927500"/>
              <a:ext cx="500" cy="47025"/>
            </a:xfrm>
            <a:custGeom>
              <a:avLst/>
              <a:gdLst/>
              <a:ahLst/>
              <a:cxnLst/>
              <a:rect l="l" t="t" r="r" b="b"/>
              <a:pathLst>
                <a:path w="20" h="1881" extrusionOk="0">
                  <a:moveTo>
                    <a:pt x="0" y="0"/>
                  </a:moveTo>
                  <a:lnTo>
                    <a:pt x="0" y="1880"/>
                  </a:lnTo>
                  <a:lnTo>
                    <a:pt x="19" y="184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1" name="Google Shape;351;p4"/>
            <p:cNvSpPr/>
            <p:nvPr/>
          </p:nvSpPr>
          <p:spPr>
            <a:xfrm>
              <a:off x="2865500" y="2927975"/>
              <a:ext cx="475" cy="45600"/>
            </a:xfrm>
            <a:custGeom>
              <a:avLst/>
              <a:gdLst/>
              <a:ahLst/>
              <a:cxnLst/>
              <a:rect l="l" t="t" r="r" b="b"/>
              <a:pathLst>
                <a:path w="19" h="1824" extrusionOk="0">
                  <a:moveTo>
                    <a:pt x="0" y="0"/>
                  </a:moveTo>
                  <a:lnTo>
                    <a:pt x="0" y="1824"/>
                  </a:lnTo>
                  <a:lnTo>
                    <a:pt x="19" y="1805"/>
                  </a:lnTo>
                  <a:lnTo>
                    <a:pt x="19" y="37"/>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2" name="Google Shape;352;p4"/>
            <p:cNvSpPr/>
            <p:nvPr/>
          </p:nvSpPr>
          <p:spPr>
            <a:xfrm>
              <a:off x="2865950" y="2928900"/>
              <a:ext cx="950" cy="44225"/>
            </a:xfrm>
            <a:custGeom>
              <a:avLst/>
              <a:gdLst/>
              <a:ahLst/>
              <a:cxnLst/>
              <a:rect l="l" t="t" r="r" b="b"/>
              <a:pathLst>
                <a:path w="38" h="1769" extrusionOk="0">
                  <a:moveTo>
                    <a:pt x="1" y="0"/>
                  </a:moveTo>
                  <a:lnTo>
                    <a:pt x="1" y="1768"/>
                  </a:lnTo>
                  <a:lnTo>
                    <a:pt x="38" y="1750"/>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3" name="Google Shape;353;p4"/>
            <p:cNvSpPr/>
            <p:nvPr/>
          </p:nvSpPr>
          <p:spPr>
            <a:xfrm>
              <a:off x="2866875" y="2929350"/>
              <a:ext cx="500" cy="43300"/>
            </a:xfrm>
            <a:custGeom>
              <a:avLst/>
              <a:gdLst/>
              <a:ahLst/>
              <a:cxnLst/>
              <a:rect l="l" t="t" r="r" b="b"/>
              <a:pathLst>
                <a:path w="20" h="1732" extrusionOk="0">
                  <a:moveTo>
                    <a:pt x="1" y="1"/>
                  </a:moveTo>
                  <a:lnTo>
                    <a:pt x="1" y="1732"/>
                  </a:lnTo>
                  <a:lnTo>
                    <a:pt x="20" y="1713"/>
                  </a:lnTo>
                  <a:lnTo>
                    <a:pt x="20"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4" name="Google Shape;354;p4"/>
            <p:cNvSpPr/>
            <p:nvPr/>
          </p:nvSpPr>
          <p:spPr>
            <a:xfrm>
              <a:off x="2867350" y="2929825"/>
              <a:ext cx="500" cy="42375"/>
            </a:xfrm>
            <a:custGeom>
              <a:avLst/>
              <a:gdLst/>
              <a:ahLst/>
              <a:cxnLst/>
              <a:rect l="l" t="t" r="r" b="b"/>
              <a:pathLst>
                <a:path w="20" h="1695" extrusionOk="0">
                  <a:moveTo>
                    <a:pt x="1" y="0"/>
                  </a:moveTo>
                  <a:lnTo>
                    <a:pt x="1" y="1694"/>
                  </a:lnTo>
                  <a:lnTo>
                    <a:pt x="19" y="167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5" name="Google Shape;355;p4"/>
            <p:cNvSpPr/>
            <p:nvPr/>
          </p:nvSpPr>
          <p:spPr>
            <a:xfrm>
              <a:off x="2867825" y="2930300"/>
              <a:ext cx="475" cy="41425"/>
            </a:xfrm>
            <a:custGeom>
              <a:avLst/>
              <a:gdLst/>
              <a:ahLst/>
              <a:cxnLst/>
              <a:rect l="l" t="t" r="r" b="b"/>
              <a:pathLst>
                <a:path w="19" h="1657" extrusionOk="0">
                  <a:moveTo>
                    <a:pt x="0" y="0"/>
                  </a:moveTo>
                  <a:lnTo>
                    <a:pt x="0" y="1656"/>
                  </a:lnTo>
                  <a:lnTo>
                    <a:pt x="19" y="1638"/>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6" name="Google Shape;356;p4"/>
            <p:cNvSpPr/>
            <p:nvPr/>
          </p:nvSpPr>
          <p:spPr>
            <a:xfrm>
              <a:off x="2868275" y="2930750"/>
              <a:ext cx="500" cy="40500"/>
            </a:xfrm>
            <a:custGeom>
              <a:avLst/>
              <a:gdLst/>
              <a:ahLst/>
              <a:cxnLst/>
              <a:rect l="l" t="t" r="r" b="b"/>
              <a:pathLst>
                <a:path w="20" h="1620" extrusionOk="0">
                  <a:moveTo>
                    <a:pt x="1" y="1"/>
                  </a:moveTo>
                  <a:lnTo>
                    <a:pt x="1" y="1620"/>
                  </a:lnTo>
                  <a:lnTo>
                    <a:pt x="19" y="158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7" name="Google Shape;357;p4"/>
            <p:cNvSpPr/>
            <p:nvPr/>
          </p:nvSpPr>
          <p:spPr>
            <a:xfrm>
              <a:off x="2868750" y="2931225"/>
              <a:ext cx="475" cy="39100"/>
            </a:xfrm>
            <a:custGeom>
              <a:avLst/>
              <a:gdLst/>
              <a:ahLst/>
              <a:cxnLst/>
              <a:rect l="l" t="t" r="r" b="b"/>
              <a:pathLst>
                <a:path w="19" h="1564" extrusionOk="0">
                  <a:moveTo>
                    <a:pt x="0" y="0"/>
                  </a:moveTo>
                  <a:lnTo>
                    <a:pt x="0" y="1564"/>
                  </a:lnTo>
                  <a:lnTo>
                    <a:pt x="19" y="1545"/>
                  </a:lnTo>
                  <a:lnTo>
                    <a:pt x="19" y="38"/>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8" name="Google Shape;358;p4"/>
            <p:cNvSpPr/>
            <p:nvPr/>
          </p:nvSpPr>
          <p:spPr>
            <a:xfrm>
              <a:off x="2869200" y="2932150"/>
              <a:ext cx="975" cy="37700"/>
            </a:xfrm>
            <a:custGeom>
              <a:avLst/>
              <a:gdLst/>
              <a:ahLst/>
              <a:cxnLst/>
              <a:rect l="l" t="t" r="r" b="b"/>
              <a:pathLst>
                <a:path w="39" h="1508" extrusionOk="0">
                  <a:moveTo>
                    <a:pt x="1" y="1"/>
                  </a:moveTo>
                  <a:lnTo>
                    <a:pt x="1" y="1508"/>
                  </a:lnTo>
                  <a:lnTo>
                    <a:pt x="38" y="1489"/>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9" name="Google Shape;359;p4"/>
            <p:cNvSpPr/>
            <p:nvPr/>
          </p:nvSpPr>
          <p:spPr>
            <a:xfrm>
              <a:off x="2870150" y="2932625"/>
              <a:ext cx="475" cy="36775"/>
            </a:xfrm>
            <a:custGeom>
              <a:avLst/>
              <a:gdLst/>
              <a:ahLst/>
              <a:cxnLst/>
              <a:rect l="l" t="t" r="r" b="b"/>
              <a:pathLst>
                <a:path w="19" h="1471" extrusionOk="0">
                  <a:moveTo>
                    <a:pt x="0" y="0"/>
                  </a:moveTo>
                  <a:lnTo>
                    <a:pt x="0" y="1470"/>
                  </a:lnTo>
                  <a:lnTo>
                    <a:pt x="19" y="1452"/>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0" name="Google Shape;360;p4"/>
            <p:cNvSpPr/>
            <p:nvPr/>
          </p:nvSpPr>
          <p:spPr>
            <a:xfrm>
              <a:off x="2870600" y="2933075"/>
              <a:ext cx="500" cy="35850"/>
            </a:xfrm>
            <a:custGeom>
              <a:avLst/>
              <a:gdLst/>
              <a:ahLst/>
              <a:cxnLst/>
              <a:rect l="l" t="t" r="r" b="b"/>
              <a:pathLst>
                <a:path w="20" h="1434" extrusionOk="0">
                  <a:moveTo>
                    <a:pt x="1" y="1"/>
                  </a:moveTo>
                  <a:lnTo>
                    <a:pt x="1" y="1434"/>
                  </a:lnTo>
                  <a:lnTo>
                    <a:pt x="19" y="1415"/>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1" name="Google Shape;361;p4"/>
            <p:cNvSpPr/>
            <p:nvPr/>
          </p:nvSpPr>
          <p:spPr>
            <a:xfrm>
              <a:off x="2871075" y="2933550"/>
              <a:ext cx="500" cy="34925"/>
            </a:xfrm>
            <a:custGeom>
              <a:avLst/>
              <a:gdLst/>
              <a:ahLst/>
              <a:cxnLst/>
              <a:rect l="l" t="t" r="r" b="b"/>
              <a:pathLst>
                <a:path w="20" h="1397" extrusionOk="0">
                  <a:moveTo>
                    <a:pt x="0" y="0"/>
                  </a:moveTo>
                  <a:lnTo>
                    <a:pt x="0" y="1396"/>
                  </a:lnTo>
                  <a:lnTo>
                    <a:pt x="19" y="1378"/>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2" name="Google Shape;362;p4"/>
            <p:cNvSpPr/>
            <p:nvPr/>
          </p:nvSpPr>
          <p:spPr>
            <a:xfrm>
              <a:off x="2871550" y="2934000"/>
              <a:ext cx="475" cy="34000"/>
            </a:xfrm>
            <a:custGeom>
              <a:avLst/>
              <a:gdLst/>
              <a:ahLst/>
              <a:cxnLst/>
              <a:rect l="l" t="t" r="r" b="b"/>
              <a:pathLst>
                <a:path w="19" h="1360" extrusionOk="0">
                  <a:moveTo>
                    <a:pt x="0" y="1"/>
                  </a:moveTo>
                  <a:lnTo>
                    <a:pt x="0" y="1360"/>
                  </a:lnTo>
                  <a:lnTo>
                    <a:pt x="19" y="1322"/>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3" name="Google Shape;363;p4"/>
            <p:cNvSpPr/>
            <p:nvPr/>
          </p:nvSpPr>
          <p:spPr>
            <a:xfrm>
              <a:off x="2872000" y="2934475"/>
              <a:ext cx="500" cy="32600"/>
            </a:xfrm>
            <a:custGeom>
              <a:avLst/>
              <a:gdLst/>
              <a:ahLst/>
              <a:cxnLst/>
              <a:rect l="l" t="t" r="r" b="b"/>
              <a:pathLst>
                <a:path w="20" h="1304" extrusionOk="0">
                  <a:moveTo>
                    <a:pt x="1" y="1"/>
                  </a:moveTo>
                  <a:lnTo>
                    <a:pt x="1" y="1303"/>
                  </a:lnTo>
                  <a:lnTo>
                    <a:pt x="19" y="1285"/>
                  </a:lnTo>
                  <a:lnTo>
                    <a:pt x="19"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4" name="Google Shape;364;p4"/>
            <p:cNvSpPr/>
            <p:nvPr/>
          </p:nvSpPr>
          <p:spPr>
            <a:xfrm>
              <a:off x="2872475" y="2935400"/>
              <a:ext cx="950" cy="31200"/>
            </a:xfrm>
            <a:custGeom>
              <a:avLst/>
              <a:gdLst/>
              <a:ahLst/>
              <a:cxnLst/>
              <a:rect l="l" t="t" r="r" b="b"/>
              <a:pathLst>
                <a:path w="38" h="1248" extrusionOk="0">
                  <a:moveTo>
                    <a:pt x="0" y="1"/>
                  </a:moveTo>
                  <a:lnTo>
                    <a:pt x="0" y="1248"/>
                  </a:lnTo>
                  <a:lnTo>
                    <a:pt x="37" y="1229"/>
                  </a:lnTo>
                  <a:lnTo>
                    <a:pt x="37"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5" name="Google Shape;365;p4"/>
            <p:cNvSpPr/>
            <p:nvPr/>
          </p:nvSpPr>
          <p:spPr>
            <a:xfrm>
              <a:off x="2873400" y="2935875"/>
              <a:ext cx="500" cy="30275"/>
            </a:xfrm>
            <a:custGeom>
              <a:avLst/>
              <a:gdLst/>
              <a:ahLst/>
              <a:cxnLst/>
              <a:rect l="l" t="t" r="r" b="b"/>
              <a:pathLst>
                <a:path w="20" h="1211" extrusionOk="0">
                  <a:moveTo>
                    <a:pt x="0" y="0"/>
                  </a:moveTo>
                  <a:lnTo>
                    <a:pt x="0" y="1210"/>
                  </a:lnTo>
                  <a:lnTo>
                    <a:pt x="19" y="1192"/>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6" name="Google Shape;366;p4"/>
            <p:cNvSpPr/>
            <p:nvPr/>
          </p:nvSpPr>
          <p:spPr>
            <a:xfrm>
              <a:off x="2873875" y="2936350"/>
              <a:ext cx="475" cy="29325"/>
            </a:xfrm>
            <a:custGeom>
              <a:avLst/>
              <a:gdLst/>
              <a:ahLst/>
              <a:cxnLst/>
              <a:rect l="l" t="t" r="r" b="b"/>
              <a:pathLst>
                <a:path w="19" h="1173" extrusionOk="0">
                  <a:moveTo>
                    <a:pt x="0" y="0"/>
                  </a:moveTo>
                  <a:lnTo>
                    <a:pt x="0" y="1173"/>
                  </a:lnTo>
                  <a:lnTo>
                    <a:pt x="19" y="1154"/>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7" name="Google Shape;367;p4"/>
            <p:cNvSpPr/>
            <p:nvPr/>
          </p:nvSpPr>
          <p:spPr>
            <a:xfrm>
              <a:off x="2874325" y="2936800"/>
              <a:ext cx="500" cy="28400"/>
            </a:xfrm>
            <a:custGeom>
              <a:avLst/>
              <a:gdLst/>
              <a:ahLst/>
              <a:cxnLst/>
              <a:rect l="l" t="t" r="r" b="b"/>
              <a:pathLst>
                <a:path w="20" h="1136" extrusionOk="0">
                  <a:moveTo>
                    <a:pt x="1" y="1"/>
                  </a:moveTo>
                  <a:lnTo>
                    <a:pt x="1" y="1136"/>
                  </a:lnTo>
                  <a:lnTo>
                    <a:pt x="19" y="1117"/>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8" name="Google Shape;368;p4"/>
            <p:cNvSpPr/>
            <p:nvPr/>
          </p:nvSpPr>
          <p:spPr>
            <a:xfrm>
              <a:off x="2874800" y="2937275"/>
              <a:ext cx="475" cy="27475"/>
            </a:xfrm>
            <a:custGeom>
              <a:avLst/>
              <a:gdLst/>
              <a:ahLst/>
              <a:cxnLst/>
              <a:rect l="l" t="t" r="r" b="b"/>
              <a:pathLst>
                <a:path w="19" h="1099" extrusionOk="0">
                  <a:moveTo>
                    <a:pt x="0" y="0"/>
                  </a:moveTo>
                  <a:lnTo>
                    <a:pt x="0" y="1098"/>
                  </a:lnTo>
                  <a:lnTo>
                    <a:pt x="19" y="106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9" name="Google Shape;369;p4"/>
            <p:cNvSpPr/>
            <p:nvPr/>
          </p:nvSpPr>
          <p:spPr>
            <a:xfrm>
              <a:off x="2875250" y="2937725"/>
              <a:ext cx="500" cy="26100"/>
            </a:xfrm>
            <a:custGeom>
              <a:avLst/>
              <a:gdLst/>
              <a:ahLst/>
              <a:cxnLst/>
              <a:rect l="l" t="t" r="r" b="b"/>
              <a:pathLst>
                <a:path w="20" h="1044" extrusionOk="0">
                  <a:moveTo>
                    <a:pt x="1" y="1"/>
                  </a:moveTo>
                  <a:lnTo>
                    <a:pt x="1" y="1043"/>
                  </a:lnTo>
                  <a:lnTo>
                    <a:pt x="20" y="1024"/>
                  </a:lnTo>
                  <a:lnTo>
                    <a:pt x="20"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0" name="Google Shape;370;p4"/>
            <p:cNvSpPr/>
            <p:nvPr/>
          </p:nvSpPr>
          <p:spPr>
            <a:xfrm>
              <a:off x="2875725" y="2938675"/>
              <a:ext cx="950" cy="24675"/>
            </a:xfrm>
            <a:custGeom>
              <a:avLst/>
              <a:gdLst/>
              <a:ahLst/>
              <a:cxnLst/>
              <a:rect l="l" t="t" r="r" b="b"/>
              <a:pathLst>
                <a:path w="38" h="987" extrusionOk="0">
                  <a:moveTo>
                    <a:pt x="1" y="0"/>
                  </a:moveTo>
                  <a:lnTo>
                    <a:pt x="1" y="986"/>
                  </a:lnTo>
                  <a:lnTo>
                    <a:pt x="38" y="968"/>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1" name="Google Shape;371;p4"/>
            <p:cNvSpPr/>
            <p:nvPr/>
          </p:nvSpPr>
          <p:spPr>
            <a:xfrm>
              <a:off x="2876650" y="2939125"/>
              <a:ext cx="500" cy="23750"/>
            </a:xfrm>
            <a:custGeom>
              <a:avLst/>
              <a:gdLst/>
              <a:ahLst/>
              <a:cxnLst/>
              <a:rect l="l" t="t" r="r" b="b"/>
              <a:pathLst>
                <a:path w="20" h="950" extrusionOk="0">
                  <a:moveTo>
                    <a:pt x="1" y="1"/>
                  </a:moveTo>
                  <a:lnTo>
                    <a:pt x="1" y="950"/>
                  </a:lnTo>
                  <a:lnTo>
                    <a:pt x="19" y="93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2" name="Google Shape;372;p4"/>
            <p:cNvSpPr/>
            <p:nvPr/>
          </p:nvSpPr>
          <p:spPr>
            <a:xfrm>
              <a:off x="2877125" y="2939600"/>
              <a:ext cx="475" cy="22825"/>
            </a:xfrm>
            <a:custGeom>
              <a:avLst/>
              <a:gdLst/>
              <a:ahLst/>
              <a:cxnLst/>
              <a:rect l="l" t="t" r="r" b="b"/>
              <a:pathLst>
                <a:path w="19" h="913" extrusionOk="0">
                  <a:moveTo>
                    <a:pt x="0" y="0"/>
                  </a:moveTo>
                  <a:lnTo>
                    <a:pt x="0" y="912"/>
                  </a:lnTo>
                  <a:lnTo>
                    <a:pt x="19" y="894"/>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3" name="Google Shape;373;p4"/>
            <p:cNvSpPr/>
            <p:nvPr/>
          </p:nvSpPr>
          <p:spPr>
            <a:xfrm>
              <a:off x="2877575" y="2940050"/>
              <a:ext cx="500" cy="21900"/>
            </a:xfrm>
            <a:custGeom>
              <a:avLst/>
              <a:gdLst/>
              <a:ahLst/>
              <a:cxnLst/>
              <a:rect l="l" t="t" r="r" b="b"/>
              <a:pathLst>
                <a:path w="20" h="876" extrusionOk="0">
                  <a:moveTo>
                    <a:pt x="1" y="1"/>
                  </a:moveTo>
                  <a:lnTo>
                    <a:pt x="1" y="876"/>
                  </a:lnTo>
                  <a:lnTo>
                    <a:pt x="20" y="857"/>
                  </a:lnTo>
                  <a:lnTo>
                    <a:pt x="20"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4" name="Google Shape;374;p4"/>
            <p:cNvSpPr/>
            <p:nvPr/>
          </p:nvSpPr>
          <p:spPr>
            <a:xfrm>
              <a:off x="2878050" y="2940525"/>
              <a:ext cx="500" cy="20950"/>
            </a:xfrm>
            <a:custGeom>
              <a:avLst/>
              <a:gdLst/>
              <a:ahLst/>
              <a:cxnLst/>
              <a:rect l="l" t="t" r="r" b="b"/>
              <a:pathLst>
                <a:path w="20" h="838" extrusionOk="0">
                  <a:moveTo>
                    <a:pt x="1" y="1"/>
                  </a:moveTo>
                  <a:lnTo>
                    <a:pt x="1" y="838"/>
                  </a:lnTo>
                  <a:lnTo>
                    <a:pt x="19" y="80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5" name="Google Shape;375;p4"/>
            <p:cNvSpPr/>
            <p:nvPr/>
          </p:nvSpPr>
          <p:spPr>
            <a:xfrm>
              <a:off x="2878525" y="2941000"/>
              <a:ext cx="475" cy="19550"/>
            </a:xfrm>
            <a:custGeom>
              <a:avLst/>
              <a:gdLst/>
              <a:ahLst/>
              <a:cxnLst/>
              <a:rect l="l" t="t" r="r" b="b"/>
              <a:pathLst>
                <a:path w="19" h="782" extrusionOk="0">
                  <a:moveTo>
                    <a:pt x="0" y="0"/>
                  </a:moveTo>
                  <a:lnTo>
                    <a:pt x="0" y="782"/>
                  </a:lnTo>
                  <a:lnTo>
                    <a:pt x="19" y="763"/>
                  </a:lnTo>
                  <a:lnTo>
                    <a:pt x="19" y="37"/>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6" name="Google Shape;376;p4"/>
            <p:cNvSpPr/>
            <p:nvPr/>
          </p:nvSpPr>
          <p:spPr>
            <a:xfrm>
              <a:off x="2878975" y="2941925"/>
              <a:ext cx="975" cy="18175"/>
            </a:xfrm>
            <a:custGeom>
              <a:avLst/>
              <a:gdLst/>
              <a:ahLst/>
              <a:cxnLst/>
              <a:rect l="l" t="t" r="r" b="b"/>
              <a:pathLst>
                <a:path w="39" h="727" extrusionOk="0">
                  <a:moveTo>
                    <a:pt x="1" y="0"/>
                  </a:moveTo>
                  <a:lnTo>
                    <a:pt x="1" y="726"/>
                  </a:lnTo>
                  <a:lnTo>
                    <a:pt x="38" y="708"/>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7" name="Google Shape;377;p4"/>
            <p:cNvSpPr/>
            <p:nvPr/>
          </p:nvSpPr>
          <p:spPr>
            <a:xfrm>
              <a:off x="2879925" y="2942375"/>
              <a:ext cx="475" cy="17250"/>
            </a:xfrm>
            <a:custGeom>
              <a:avLst/>
              <a:gdLst/>
              <a:ahLst/>
              <a:cxnLst/>
              <a:rect l="l" t="t" r="r" b="b"/>
              <a:pathLst>
                <a:path w="19" h="690" extrusionOk="0">
                  <a:moveTo>
                    <a:pt x="0" y="1"/>
                  </a:moveTo>
                  <a:lnTo>
                    <a:pt x="0" y="690"/>
                  </a:lnTo>
                  <a:lnTo>
                    <a:pt x="19" y="671"/>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8" name="Google Shape;378;p4"/>
            <p:cNvSpPr/>
            <p:nvPr/>
          </p:nvSpPr>
          <p:spPr>
            <a:xfrm>
              <a:off x="2880375" y="2942850"/>
              <a:ext cx="500" cy="16300"/>
            </a:xfrm>
            <a:custGeom>
              <a:avLst/>
              <a:gdLst/>
              <a:ahLst/>
              <a:cxnLst/>
              <a:rect l="l" t="t" r="r" b="b"/>
              <a:pathLst>
                <a:path w="20" h="652" extrusionOk="0">
                  <a:moveTo>
                    <a:pt x="1" y="1"/>
                  </a:moveTo>
                  <a:lnTo>
                    <a:pt x="1" y="652"/>
                  </a:lnTo>
                  <a:lnTo>
                    <a:pt x="19" y="63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9" name="Google Shape;379;p4"/>
            <p:cNvSpPr/>
            <p:nvPr/>
          </p:nvSpPr>
          <p:spPr>
            <a:xfrm>
              <a:off x="2880850" y="2943325"/>
              <a:ext cx="475" cy="15375"/>
            </a:xfrm>
            <a:custGeom>
              <a:avLst/>
              <a:gdLst/>
              <a:ahLst/>
              <a:cxnLst/>
              <a:rect l="l" t="t" r="r" b="b"/>
              <a:pathLst>
                <a:path w="19" h="615" extrusionOk="0">
                  <a:moveTo>
                    <a:pt x="0" y="0"/>
                  </a:moveTo>
                  <a:lnTo>
                    <a:pt x="0" y="614"/>
                  </a:lnTo>
                  <a:lnTo>
                    <a:pt x="19" y="596"/>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0" name="Google Shape;380;p4"/>
            <p:cNvSpPr/>
            <p:nvPr/>
          </p:nvSpPr>
          <p:spPr>
            <a:xfrm>
              <a:off x="2881300" y="2943775"/>
              <a:ext cx="500" cy="14450"/>
            </a:xfrm>
            <a:custGeom>
              <a:avLst/>
              <a:gdLst/>
              <a:ahLst/>
              <a:cxnLst/>
              <a:rect l="l" t="t" r="r" b="b"/>
              <a:pathLst>
                <a:path w="20" h="578" extrusionOk="0">
                  <a:moveTo>
                    <a:pt x="1" y="1"/>
                  </a:moveTo>
                  <a:lnTo>
                    <a:pt x="1" y="578"/>
                  </a:lnTo>
                  <a:lnTo>
                    <a:pt x="19" y="54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1" name="Google Shape;381;p4"/>
            <p:cNvSpPr/>
            <p:nvPr/>
          </p:nvSpPr>
          <p:spPr>
            <a:xfrm>
              <a:off x="2881775" y="2944250"/>
              <a:ext cx="500" cy="13050"/>
            </a:xfrm>
            <a:custGeom>
              <a:avLst/>
              <a:gdLst/>
              <a:ahLst/>
              <a:cxnLst/>
              <a:rect l="l" t="t" r="r" b="b"/>
              <a:pathLst>
                <a:path w="20" h="522" extrusionOk="0">
                  <a:moveTo>
                    <a:pt x="0" y="0"/>
                  </a:moveTo>
                  <a:lnTo>
                    <a:pt x="0" y="522"/>
                  </a:lnTo>
                  <a:lnTo>
                    <a:pt x="19" y="503"/>
                  </a:lnTo>
                  <a:lnTo>
                    <a:pt x="19" y="38"/>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2" name="Google Shape;382;p4"/>
            <p:cNvSpPr/>
            <p:nvPr/>
          </p:nvSpPr>
          <p:spPr>
            <a:xfrm>
              <a:off x="2882250" y="2945175"/>
              <a:ext cx="950" cy="11650"/>
            </a:xfrm>
            <a:custGeom>
              <a:avLst/>
              <a:gdLst/>
              <a:ahLst/>
              <a:cxnLst/>
              <a:rect l="l" t="t" r="r" b="b"/>
              <a:pathLst>
                <a:path w="38" h="466" extrusionOk="0">
                  <a:moveTo>
                    <a:pt x="0" y="1"/>
                  </a:moveTo>
                  <a:lnTo>
                    <a:pt x="0" y="466"/>
                  </a:lnTo>
                  <a:lnTo>
                    <a:pt x="37" y="447"/>
                  </a:lnTo>
                  <a:lnTo>
                    <a:pt x="37"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3" name="Google Shape;383;p4"/>
            <p:cNvSpPr/>
            <p:nvPr/>
          </p:nvSpPr>
          <p:spPr>
            <a:xfrm>
              <a:off x="2883175" y="2945650"/>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4" name="Google Shape;384;p4"/>
            <p:cNvSpPr/>
            <p:nvPr/>
          </p:nvSpPr>
          <p:spPr>
            <a:xfrm>
              <a:off x="2883625" y="2946100"/>
              <a:ext cx="500" cy="9800"/>
            </a:xfrm>
            <a:custGeom>
              <a:avLst/>
              <a:gdLst/>
              <a:ahLst/>
              <a:cxnLst/>
              <a:rect l="l" t="t" r="r" b="b"/>
              <a:pathLst>
                <a:path w="20" h="392" extrusionOk="0">
                  <a:moveTo>
                    <a:pt x="1" y="1"/>
                  </a:moveTo>
                  <a:lnTo>
                    <a:pt x="1" y="392"/>
                  </a:lnTo>
                  <a:lnTo>
                    <a:pt x="20" y="373"/>
                  </a:lnTo>
                  <a:lnTo>
                    <a:pt x="20"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5" name="Google Shape;385;p4"/>
            <p:cNvSpPr/>
            <p:nvPr/>
          </p:nvSpPr>
          <p:spPr>
            <a:xfrm>
              <a:off x="2884100" y="2946575"/>
              <a:ext cx="500" cy="8875"/>
            </a:xfrm>
            <a:custGeom>
              <a:avLst/>
              <a:gdLst/>
              <a:ahLst/>
              <a:cxnLst/>
              <a:rect l="l" t="t" r="r" b="b"/>
              <a:pathLst>
                <a:path w="20" h="355" extrusionOk="0">
                  <a:moveTo>
                    <a:pt x="1" y="0"/>
                  </a:moveTo>
                  <a:lnTo>
                    <a:pt x="1" y="354"/>
                  </a:lnTo>
                  <a:lnTo>
                    <a:pt x="19" y="33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6" name="Google Shape;386;p4"/>
            <p:cNvSpPr/>
            <p:nvPr/>
          </p:nvSpPr>
          <p:spPr>
            <a:xfrm>
              <a:off x="2884575" y="2947050"/>
              <a:ext cx="475" cy="7925"/>
            </a:xfrm>
            <a:custGeom>
              <a:avLst/>
              <a:gdLst/>
              <a:ahLst/>
              <a:cxnLst/>
              <a:rect l="l" t="t" r="r" b="b"/>
              <a:pathLst>
                <a:path w="19" h="317" extrusionOk="0">
                  <a:moveTo>
                    <a:pt x="0" y="0"/>
                  </a:moveTo>
                  <a:lnTo>
                    <a:pt x="0" y="316"/>
                  </a:lnTo>
                  <a:lnTo>
                    <a:pt x="19" y="27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7" name="Google Shape;387;p4"/>
            <p:cNvSpPr/>
            <p:nvPr/>
          </p:nvSpPr>
          <p:spPr>
            <a:xfrm>
              <a:off x="2885025" y="2947500"/>
              <a:ext cx="500" cy="6550"/>
            </a:xfrm>
            <a:custGeom>
              <a:avLst/>
              <a:gdLst/>
              <a:ahLst/>
              <a:cxnLst/>
              <a:rect l="l" t="t" r="r" b="b"/>
              <a:pathLst>
                <a:path w="20" h="262" extrusionOk="0">
                  <a:moveTo>
                    <a:pt x="1" y="1"/>
                  </a:moveTo>
                  <a:lnTo>
                    <a:pt x="1" y="261"/>
                  </a:lnTo>
                  <a:lnTo>
                    <a:pt x="19" y="243"/>
                  </a:lnTo>
                  <a:lnTo>
                    <a:pt x="19"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8" name="Google Shape;388;p4"/>
            <p:cNvSpPr/>
            <p:nvPr/>
          </p:nvSpPr>
          <p:spPr>
            <a:xfrm>
              <a:off x="2885500" y="2948425"/>
              <a:ext cx="950" cy="5150"/>
            </a:xfrm>
            <a:custGeom>
              <a:avLst/>
              <a:gdLst/>
              <a:ahLst/>
              <a:cxnLst/>
              <a:rect l="l" t="t" r="r" b="b"/>
              <a:pathLst>
                <a:path w="38" h="206" extrusionOk="0">
                  <a:moveTo>
                    <a:pt x="0" y="1"/>
                  </a:moveTo>
                  <a:lnTo>
                    <a:pt x="0" y="206"/>
                  </a:lnTo>
                  <a:lnTo>
                    <a:pt x="38" y="187"/>
                  </a:lnTo>
                  <a:lnTo>
                    <a:pt x="38"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9" name="Google Shape;389;p4"/>
            <p:cNvSpPr/>
            <p:nvPr/>
          </p:nvSpPr>
          <p:spPr>
            <a:xfrm>
              <a:off x="2886425" y="2948900"/>
              <a:ext cx="500" cy="4225"/>
            </a:xfrm>
            <a:custGeom>
              <a:avLst/>
              <a:gdLst/>
              <a:ahLst/>
              <a:cxnLst/>
              <a:rect l="l" t="t" r="r" b="b"/>
              <a:pathLst>
                <a:path w="20" h="169" extrusionOk="0">
                  <a:moveTo>
                    <a:pt x="1" y="1"/>
                  </a:moveTo>
                  <a:lnTo>
                    <a:pt x="1" y="168"/>
                  </a:lnTo>
                  <a:lnTo>
                    <a:pt x="19" y="149"/>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0" name="Google Shape;390;p4"/>
            <p:cNvSpPr/>
            <p:nvPr/>
          </p:nvSpPr>
          <p:spPr>
            <a:xfrm>
              <a:off x="2886900" y="2949375"/>
              <a:ext cx="475" cy="3275"/>
            </a:xfrm>
            <a:custGeom>
              <a:avLst/>
              <a:gdLst/>
              <a:ahLst/>
              <a:cxnLst/>
              <a:rect l="l" t="t" r="r" b="b"/>
              <a:pathLst>
                <a:path w="19" h="131" extrusionOk="0">
                  <a:moveTo>
                    <a:pt x="0" y="0"/>
                  </a:moveTo>
                  <a:lnTo>
                    <a:pt x="0" y="130"/>
                  </a:lnTo>
                  <a:lnTo>
                    <a:pt x="19" y="112"/>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1" name="Google Shape;391;p4"/>
            <p:cNvSpPr/>
            <p:nvPr/>
          </p:nvSpPr>
          <p:spPr>
            <a:xfrm>
              <a:off x="2887350" y="2949825"/>
              <a:ext cx="500" cy="2350"/>
            </a:xfrm>
            <a:custGeom>
              <a:avLst/>
              <a:gdLst/>
              <a:ahLst/>
              <a:cxnLst/>
              <a:rect l="l" t="t" r="r" b="b"/>
              <a:pathLst>
                <a:path w="20" h="94" extrusionOk="0">
                  <a:moveTo>
                    <a:pt x="1" y="1"/>
                  </a:moveTo>
                  <a:lnTo>
                    <a:pt x="1" y="94"/>
                  </a:lnTo>
                  <a:lnTo>
                    <a:pt x="19" y="75"/>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2" name="Google Shape;392;p4"/>
            <p:cNvSpPr/>
            <p:nvPr/>
          </p:nvSpPr>
          <p:spPr>
            <a:xfrm>
              <a:off x="2887825" y="2950300"/>
              <a:ext cx="500" cy="1425"/>
            </a:xfrm>
            <a:custGeom>
              <a:avLst/>
              <a:gdLst/>
              <a:ahLst/>
              <a:cxnLst/>
              <a:rect l="l" t="t" r="r" b="b"/>
              <a:pathLst>
                <a:path w="20" h="57" extrusionOk="0">
                  <a:moveTo>
                    <a:pt x="0" y="0"/>
                  </a:moveTo>
                  <a:lnTo>
                    <a:pt x="0" y="56"/>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3" name="Google Shape;393;p4"/>
            <p:cNvSpPr/>
            <p:nvPr/>
          </p:nvSpPr>
          <p:spPr>
            <a:xfrm>
              <a:off x="2544000" y="3188975"/>
              <a:ext cx="309425" cy="309425"/>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94" name="Google Shape;394;p4"/>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395" name="Google Shape;395;p4"/>
          <p:cNvSpPr txBox="1">
            <a:spLocks noGrp="1"/>
          </p:cNvSpPr>
          <p:nvPr>
            <p:ph type="body" idx="1"/>
          </p:nvPr>
        </p:nvSpPr>
        <p:spPr>
          <a:xfrm>
            <a:off x="713225" y="1282050"/>
            <a:ext cx="7717500" cy="4617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sz="140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extLst>
      <p:ext uri="{BB962C8B-B14F-4D97-AF65-F5344CB8AC3E}">
        <p14:creationId xmlns:p14="http://schemas.microsoft.com/office/powerpoint/2010/main" val="1959908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96"/>
        <p:cNvGrpSpPr/>
        <p:nvPr/>
      </p:nvGrpSpPr>
      <p:grpSpPr>
        <a:xfrm>
          <a:off x="0" y="0"/>
          <a:ext cx="0" cy="0"/>
          <a:chOff x="0" y="0"/>
          <a:chExt cx="0" cy="0"/>
        </a:xfrm>
      </p:grpSpPr>
      <p:sp>
        <p:nvSpPr>
          <p:cNvPr id="397" name="Google Shape;397;p5"/>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398" name="Google Shape;398;p5"/>
          <p:cNvSpPr txBox="1">
            <a:spLocks noGrp="1"/>
          </p:cNvSpPr>
          <p:nvPr>
            <p:ph type="body" idx="1"/>
          </p:nvPr>
        </p:nvSpPr>
        <p:spPr>
          <a:xfrm>
            <a:off x="923713" y="2667397"/>
            <a:ext cx="3400200" cy="1651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99" name="Google Shape;399;p5"/>
          <p:cNvSpPr txBox="1">
            <a:spLocks noGrp="1"/>
          </p:cNvSpPr>
          <p:nvPr>
            <p:ph type="body" idx="2"/>
          </p:nvPr>
        </p:nvSpPr>
        <p:spPr>
          <a:xfrm>
            <a:off x="4820088" y="2667375"/>
            <a:ext cx="3400200" cy="1651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00" name="Google Shape;400;p5"/>
          <p:cNvSpPr txBox="1">
            <a:spLocks noGrp="1"/>
          </p:cNvSpPr>
          <p:nvPr>
            <p:ph type="title" idx="3"/>
          </p:nvPr>
        </p:nvSpPr>
        <p:spPr>
          <a:xfrm>
            <a:off x="923713" y="2204350"/>
            <a:ext cx="3400200" cy="527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000"/>
              <a:buNone/>
              <a:defRPr sz="1800">
                <a:latin typeface="Space Grotesk Medium"/>
                <a:ea typeface="Space Grotesk Medium"/>
                <a:cs typeface="Space Grotesk Medium"/>
                <a:sym typeface="Space Grotesk Medium"/>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401" name="Google Shape;401;p5"/>
          <p:cNvSpPr txBox="1">
            <a:spLocks noGrp="1"/>
          </p:cNvSpPr>
          <p:nvPr>
            <p:ph type="title" idx="4"/>
          </p:nvPr>
        </p:nvSpPr>
        <p:spPr>
          <a:xfrm>
            <a:off x="4820088" y="2204350"/>
            <a:ext cx="3400200" cy="5277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SzPts val="2000"/>
              <a:buNone/>
              <a:defRPr sz="1800">
                <a:latin typeface="Space Grotesk Medium"/>
                <a:ea typeface="Space Grotesk Medium"/>
                <a:cs typeface="Space Grotesk Medium"/>
                <a:sym typeface="Space Grotesk Medium"/>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grpSp>
        <p:nvGrpSpPr>
          <p:cNvPr id="402" name="Google Shape;402;p5"/>
          <p:cNvGrpSpPr/>
          <p:nvPr/>
        </p:nvGrpSpPr>
        <p:grpSpPr>
          <a:xfrm flipH="1">
            <a:off x="-2620215" y="434080"/>
            <a:ext cx="4015313" cy="3884503"/>
            <a:chOff x="5440750" y="1669400"/>
            <a:chExt cx="971525" cy="939875"/>
          </a:xfrm>
        </p:grpSpPr>
        <p:sp>
          <p:nvSpPr>
            <p:cNvPr id="403" name="Google Shape;403;p5"/>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4" name="Google Shape;404;p5"/>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5" name="Google Shape;405;p5"/>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6" name="Google Shape;406;p5"/>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7" name="Google Shape;407;p5"/>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8" name="Google Shape;408;p5"/>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9" name="Google Shape;409;p5"/>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0" name="Google Shape;410;p5"/>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1" name="Google Shape;411;p5"/>
            <p:cNvSpPr/>
            <p:nvPr/>
          </p:nvSpPr>
          <p:spPr>
            <a:xfrm>
              <a:off x="6204849" y="1860282"/>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2" name="Google Shape;412;p5"/>
            <p:cNvSpPr/>
            <p:nvPr/>
          </p:nvSpPr>
          <p:spPr>
            <a:xfrm>
              <a:off x="6199274" y="1854707"/>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3" name="Google Shape;413;p5"/>
            <p:cNvSpPr/>
            <p:nvPr/>
          </p:nvSpPr>
          <p:spPr>
            <a:xfrm>
              <a:off x="6227649" y="1883082"/>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4" name="Google Shape;414;p5"/>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5" name="Google Shape;415;p5"/>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6" name="Google Shape;416;p5"/>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7" name="Google Shape;417;p5"/>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8" name="Google Shape;418;p5"/>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9" name="Google Shape;419;p5"/>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0" name="Google Shape;420;p5"/>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1" name="Google Shape;421;p5"/>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2" name="Google Shape;422;p5"/>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3" name="Google Shape;423;p5"/>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4" name="Google Shape;424;p5"/>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5" name="Google Shape;425;p5"/>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6" name="Google Shape;426;p5"/>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7" name="Google Shape;427;p5"/>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8" name="Google Shape;428;p5"/>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9" name="Google Shape;429;p5"/>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0" name="Google Shape;430;p5"/>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1" name="Google Shape;431;p5"/>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2" name="Google Shape;432;p5"/>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3" name="Google Shape;433;p5"/>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4" name="Google Shape;434;p5"/>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5" name="Google Shape;435;p5"/>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6" name="Google Shape;436;p5"/>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7" name="Google Shape;437;p5"/>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8" name="Google Shape;438;p5"/>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9" name="Google Shape;439;p5"/>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0" name="Google Shape;440;p5"/>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1" name="Google Shape;441;p5"/>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2" name="Google Shape;442;p5"/>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3" name="Google Shape;443;p5"/>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4" name="Google Shape;444;p5"/>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5" name="Google Shape;445;p5"/>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6" name="Google Shape;446;p5"/>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7" name="Google Shape;447;p5"/>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8" name="Google Shape;448;p5"/>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9" name="Google Shape;449;p5"/>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0" name="Google Shape;450;p5"/>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1" name="Google Shape;451;p5"/>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2" name="Google Shape;452;p5"/>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3" name="Google Shape;453;p5"/>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4" name="Google Shape;454;p5"/>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5" name="Google Shape;455;p5"/>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6" name="Google Shape;456;p5"/>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7" name="Google Shape;457;p5"/>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8" name="Google Shape;458;p5"/>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9" name="Google Shape;459;p5"/>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0" name="Google Shape;460;p5"/>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1" name="Google Shape;461;p5"/>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2" name="Google Shape;462;p5"/>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3" name="Google Shape;463;p5"/>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4" name="Google Shape;464;p5"/>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5" name="Google Shape;465;p5"/>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6" name="Google Shape;466;p5"/>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7" name="Google Shape;467;p5"/>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8" name="Google Shape;468;p5"/>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69" name="Google Shape;469;p5"/>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0" name="Google Shape;470;p5"/>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1" name="Google Shape;471;p5"/>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2" name="Google Shape;472;p5"/>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3" name="Google Shape;473;p5"/>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4" name="Google Shape;474;p5"/>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5" name="Google Shape;475;p5"/>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6" name="Google Shape;476;p5"/>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7" name="Google Shape;477;p5"/>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8" name="Google Shape;478;p5"/>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79" name="Google Shape;479;p5"/>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0" name="Google Shape;480;p5"/>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1" name="Google Shape;481;p5"/>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2" name="Google Shape;482;p5"/>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3" name="Google Shape;483;p5"/>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4" name="Google Shape;484;p5"/>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5" name="Google Shape;485;p5"/>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6" name="Google Shape;486;p5"/>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7" name="Google Shape;487;p5"/>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8" name="Google Shape;488;p5"/>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89" name="Google Shape;489;p5"/>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0" name="Google Shape;490;p5"/>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1" name="Google Shape;491;p5"/>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2" name="Google Shape;492;p5"/>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3" name="Google Shape;493;p5"/>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4" name="Google Shape;494;p5"/>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5" name="Google Shape;495;p5"/>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6" name="Google Shape;496;p5"/>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7" name="Google Shape;497;p5"/>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8" name="Google Shape;498;p5"/>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99" name="Google Shape;499;p5"/>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0" name="Google Shape;500;p5"/>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1" name="Google Shape;501;p5"/>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2" name="Google Shape;502;p5"/>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3" name="Google Shape;503;p5"/>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4" name="Google Shape;504;p5"/>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5" name="Google Shape;505;p5"/>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6" name="Google Shape;506;p5"/>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7" name="Google Shape;507;p5"/>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8" name="Google Shape;508;p5"/>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09" name="Google Shape;509;p5"/>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0" name="Google Shape;510;p5"/>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1" name="Google Shape;511;p5"/>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2" name="Google Shape;512;p5"/>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3" name="Google Shape;513;p5"/>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4" name="Google Shape;514;p5"/>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5" name="Google Shape;515;p5"/>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6" name="Google Shape;516;p5"/>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7" name="Google Shape;517;p5"/>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8" name="Google Shape;518;p5"/>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19" name="Google Shape;519;p5"/>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0" name="Google Shape;520;p5"/>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1" name="Google Shape;521;p5"/>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522" name="Google Shape;522;p5"/>
          <p:cNvGrpSpPr/>
          <p:nvPr/>
        </p:nvGrpSpPr>
        <p:grpSpPr>
          <a:xfrm flipH="1">
            <a:off x="7844485" y="629505"/>
            <a:ext cx="4015313" cy="3884503"/>
            <a:chOff x="5440750" y="1669400"/>
            <a:chExt cx="971525" cy="939875"/>
          </a:xfrm>
        </p:grpSpPr>
        <p:sp>
          <p:nvSpPr>
            <p:cNvPr id="523" name="Google Shape;523;p5"/>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4" name="Google Shape;524;p5"/>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5" name="Google Shape;525;p5"/>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6" name="Google Shape;526;p5"/>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7" name="Google Shape;527;p5"/>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8" name="Google Shape;528;p5"/>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9" name="Google Shape;529;p5"/>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0" name="Google Shape;530;p5"/>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1" name="Google Shape;531;p5"/>
            <p:cNvSpPr/>
            <p:nvPr/>
          </p:nvSpPr>
          <p:spPr>
            <a:xfrm>
              <a:off x="6204849" y="1860282"/>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2" name="Google Shape;532;p5"/>
            <p:cNvSpPr/>
            <p:nvPr/>
          </p:nvSpPr>
          <p:spPr>
            <a:xfrm>
              <a:off x="6199274" y="1854707"/>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3" name="Google Shape;533;p5"/>
            <p:cNvSpPr/>
            <p:nvPr/>
          </p:nvSpPr>
          <p:spPr>
            <a:xfrm>
              <a:off x="6227649" y="1883082"/>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4" name="Google Shape;534;p5"/>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5" name="Google Shape;535;p5"/>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6" name="Google Shape;536;p5"/>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7" name="Google Shape;537;p5"/>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8" name="Google Shape;538;p5"/>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9" name="Google Shape;539;p5"/>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0" name="Google Shape;540;p5"/>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1" name="Google Shape;541;p5"/>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2" name="Google Shape;542;p5"/>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3" name="Google Shape;543;p5"/>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4" name="Google Shape;544;p5"/>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5" name="Google Shape;545;p5"/>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6" name="Google Shape;546;p5"/>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7" name="Google Shape;547;p5"/>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8" name="Google Shape;548;p5"/>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9" name="Google Shape;549;p5"/>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0" name="Google Shape;550;p5"/>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1" name="Google Shape;551;p5"/>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2" name="Google Shape;552;p5"/>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3" name="Google Shape;553;p5"/>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4" name="Google Shape;554;p5"/>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5" name="Google Shape;555;p5"/>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6" name="Google Shape;556;p5"/>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7" name="Google Shape;557;p5"/>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8" name="Google Shape;558;p5"/>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9" name="Google Shape;559;p5"/>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0" name="Google Shape;560;p5"/>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1" name="Google Shape;561;p5"/>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2" name="Google Shape;562;p5"/>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3" name="Google Shape;563;p5"/>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4" name="Google Shape;564;p5"/>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5" name="Google Shape;565;p5"/>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6" name="Google Shape;566;p5"/>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7" name="Google Shape;567;p5"/>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8" name="Google Shape;568;p5"/>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9" name="Google Shape;569;p5"/>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0" name="Google Shape;570;p5"/>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1" name="Google Shape;571;p5"/>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2" name="Google Shape;572;p5"/>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3" name="Google Shape;573;p5"/>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4" name="Google Shape;574;p5"/>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5" name="Google Shape;575;p5"/>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6" name="Google Shape;576;p5"/>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7" name="Google Shape;577;p5"/>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8" name="Google Shape;578;p5"/>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9" name="Google Shape;579;p5"/>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0" name="Google Shape;580;p5"/>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1" name="Google Shape;581;p5"/>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2" name="Google Shape;582;p5"/>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3" name="Google Shape;583;p5"/>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4" name="Google Shape;584;p5"/>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5" name="Google Shape;585;p5"/>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6" name="Google Shape;586;p5"/>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7" name="Google Shape;587;p5"/>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8" name="Google Shape;588;p5"/>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9" name="Google Shape;589;p5"/>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0" name="Google Shape;590;p5"/>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1" name="Google Shape;591;p5"/>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2" name="Google Shape;592;p5"/>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3" name="Google Shape;593;p5"/>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4" name="Google Shape;594;p5"/>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5" name="Google Shape;595;p5"/>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6" name="Google Shape;596;p5"/>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7" name="Google Shape;597;p5"/>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8" name="Google Shape;598;p5"/>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9" name="Google Shape;599;p5"/>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0" name="Google Shape;600;p5"/>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1" name="Google Shape;601;p5"/>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2" name="Google Shape;602;p5"/>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3" name="Google Shape;603;p5"/>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4" name="Google Shape;604;p5"/>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5" name="Google Shape;605;p5"/>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6" name="Google Shape;606;p5"/>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7" name="Google Shape;607;p5"/>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8" name="Google Shape;608;p5"/>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9" name="Google Shape;609;p5"/>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0" name="Google Shape;610;p5"/>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1" name="Google Shape;611;p5"/>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2" name="Google Shape;612;p5"/>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3" name="Google Shape;613;p5"/>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4" name="Google Shape;614;p5"/>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5" name="Google Shape;615;p5"/>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6" name="Google Shape;616;p5"/>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7" name="Google Shape;617;p5"/>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8" name="Google Shape;618;p5"/>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9" name="Google Shape;619;p5"/>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0" name="Google Shape;620;p5"/>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1" name="Google Shape;621;p5"/>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2" name="Google Shape;622;p5"/>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3" name="Google Shape;623;p5"/>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4" name="Google Shape;624;p5"/>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5" name="Google Shape;625;p5"/>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6" name="Google Shape;626;p5"/>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7" name="Google Shape;627;p5"/>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8" name="Google Shape;628;p5"/>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9" name="Google Shape;629;p5"/>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0" name="Google Shape;630;p5"/>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1" name="Google Shape;631;p5"/>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2" name="Google Shape;632;p5"/>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3" name="Google Shape;633;p5"/>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4" name="Google Shape;634;p5"/>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5" name="Google Shape;635;p5"/>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6" name="Google Shape;636;p5"/>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7" name="Google Shape;637;p5"/>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8" name="Google Shape;638;p5"/>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9" name="Google Shape;639;p5"/>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40" name="Google Shape;640;p5"/>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41" name="Google Shape;641;p5"/>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2512359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912"/>
        <p:cNvGrpSpPr/>
        <p:nvPr/>
      </p:nvGrpSpPr>
      <p:grpSpPr>
        <a:xfrm>
          <a:off x="0" y="0"/>
          <a:ext cx="0" cy="0"/>
          <a:chOff x="0" y="0"/>
          <a:chExt cx="0" cy="0"/>
        </a:xfrm>
      </p:grpSpPr>
      <p:grpSp>
        <p:nvGrpSpPr>
          <p:cNvPr id="913" name="Google Shape;913;p8"/>
          <p:cNvGrpSpPr/>
          <p:nvPr/>
        </p:nvGrpSpPr>
        <p:grpSpPr>
          <a:xfrm>
            <a:off x="1919646" y="234725"/>
            <a:ext cx="1162705" cy="962710"/>
            <a:chOff x="2210400" y="2558550"/>
            <a:chExt cx="971025" cy="804000"/>
          </a:xfrm>
        </p:grpSpPr>
        <p:sp>
          <p:nvSpPr>
            <p:cNvPr id="914" name="Google Shape;914;p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5" name="Google Shape;915;p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6" name="Google Shape;916;p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7" name="Google Shape;917;p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8" name="Google Shape;918;p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9" name="Google Shape;919;p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0" name="Google Shape;920;p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1" name="Google Shape;921;p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922" name="Google Shape;922;p8"/>
          <p:cNvGrpSpPr/>
          <p:nvPr/>
        </p:nvGrpSpPr>
        <p:grpSpPr>
          <a:xfrm flipH="1">
            <a:off x="-887978" y="2273959"/>
            <a:ext cx="4030417" cy="3337154"/>
            <a:chOff x="3573297" y="232872"/>
            <a:chExt cx="5470164" cy="4529254"/>
          </a:xfrm>
        </p:grpSpPr>
        <p:sp>
          <p:nvSpPr>
            <p:cNvPr id="923" name="Google Shape;923;p8"/>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4" name="Google Shape;924;p8"/>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5" name="Google Shape;925;p8"/>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6" name="Google Shape;926;p8"/>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7" name="Google Shape;927;p8"/>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8" name="Google Shape;928;p8"/>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9" name="Google Shape;929;p8"/>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0" name="Google Shape;930;p8"/>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1" name="Google Shape;931;p8"/>
            <p:cNvSpPr/>
            <p:nvPr/>
          </p:nvSpPr>
          <p:spPr>
            <a:xfrm>
              <a:off x="7064427" y="2439737"/>
              <a:ext cx="2817" cy="8028"/>
            </a:xfrm>
            <a:custGeom>
              <a:avLst/>
              <a:gdLst/>
              <a:ahLst/>
              <a:cxnLst/>
              <a:rect l="l" t="t" r="r" b="b"/>
              <a:pathLst>
                <a:path w="20" h="57" extrusionOk="0">
                  <a:moveTo>
                    <a:pt x="19" y="0"/>
                  </a:moveTo>
                  <a:lnTo>
                    <a:pt x="1" y="19"/>
                  </a:lnTo>
                  <a:lnTo>
                    <a:pt x="19" y="5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932" name="Google Shape;932;p8"/>
          <p:cNvGrpSpPr/>
          <p:nvPr/>
        </p:nvGrpSpPr>
        <p:grpSpPr>
          <a:xfrm flipH="1">
            <a:off x="-189140" y="376174"/>
            <a:ext cx="2872292" cy="2378232"/>
            <a:chOff x="2210400" y="2558550"/>
            <a:chExt cx="971025" cy="804000"/>
          </a:xfrm>
        </p:grpSpPr>
        <p:sp>
          <p:nvSpPr>
            <p:cNvPr id="933" name="Google Shape;933;p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4" name="Google Shape;934;p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5" name="Google Shape;935;p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6" name="Google Shape;936;p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7" name="Google Shape;937;p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8" name="Google Shape;938;p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9" name="Google Shape;939;p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40" name="Google Shape;940;p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941" name="Google Shape;941;p8"/>
          <p:cNvSpPr/>
          <p:nvPr/>
        </p:nvSpPr>
        <p:spPr>
          <a:xfrm flipH="1">
            <a:off x="177513" y="3415559"/>
            <a:ext cx="1284330" cy="1284330"/>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42" name="Google Shape;942;p8"/>
          <p:cNvSpPr/>
          <p:nvPr/>
        </p:nvSpPr>
        <p:spPr>
          <a:xfrm rot="10800000" flipH="1">
            <a:off x="324906" y="690803"/>
            <a:ext cx="623153" cy="625013"/>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943" name="Google Shape;943;p8"/>
          <p:cNvGrpSpPr/>
          <p:nvPr/>
        </p:nvGrpSpPr>
        <p:grpSpPr>
          <a:xfrm flipH="1">
            <a:off x="6825139" y="2754392"/>
            <a:ext cx="3923912" cy="3248964"/>
            <a:chOff x="2210400" y="2558550"/>
            <a:chExt cx="971025" cy="804000"/>
          </a:xfrm>
        </p:grpSpPr>
        <p:sp>
          <p:nvSpPr>
            <p:cNvPr id="944" name="Google Shape;944;p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45" name="Google Shape;945;p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46" name="Google Shape;946;p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47" name="Google Shape;947;p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48" name="Google Shape;948;p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49" name="Google Shape;949;p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50" name="Google Shape;950;p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51" name="Google Shape;951;p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952" name="Google Shape;952;p8"/>
          <p:cNvSpPr/>
          <p:nvPr/>
        </p:nvSpPr>
        <p:spPr>
          <a:xfrm>
            <a:off x="8018805" y="32331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953" name="Google Shape;953;p8"/>
          <p:cNvGrpSpPr/>
          <p:nvPr/>
        </p:nvGrpSpPr>
        <p:grpSpPr>
          <a:xfrm>
            <a:off x="7849512" y="154704"/>
            <a:ext cx="1162531" cy="1161127"/>
            <a:chOff x="2651171" y="2397773"/>
            <a:chExt cx="2099568" cy="2097033"/>
          </a:xfrm>
        </p:grpSpPr>
        <p:sp>
          <p:nvSpPr>
            <p:cNvPr id="954" name="Google Shape;954;p8"/>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55" name="Google Shape;955;p8"/>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956" name="Google Shape;956;p8"/>
          <p:cNvSpPr txBox="1">
            <a:spLocks noGrp="1"/>
          </p:cNvSpPr>
          <p:nvPr>
            <p:ph type="title"/>
          </p:nvPr>
        </p:nvSpPr>
        <p:spPr>
          <a:xfrm>
            <a:off x="2867400" y="1429800"/>
            <a:ext cx="5374500" cy="22839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8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extLst>
      <p:ext uri="{BB962C8B-B14F-4D97-AF65-F5344CB8AC3E}">
        <p14:creationId xmlns:p14="http://schemas.microsoft.com/office/powerpoint/2010/main" val="2668680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57"/>
        <p:cNvGrpSpPr/>
        <p:nvPr/>
      </p:nvGrpSpPr>
      <p:grpSpPr>
        <a:xfrm>
          <a:off x="0" y="0"/>
          <a:ext cx="0" cy="0"/>
          <a:chOff x="0" y="0"/>
          <a:chExt cx="0" cy="0"/>
        </a:xfrm>
      </p:grpSpPr>
      <p:sp>
        <p:nvSpPr>
          <p:cNvPr id="958" name="Google Shape;958;p9"/>
          <p:cNvSpPr txBox="1">
            <a:spLocks noGrp="1"/>
          </p:cNvSpPr>
          <p:nvPr>
            <p:ph type="title"/>
          </p:nvPr>
        </p:nvSpPr>
        <p:spPr>
          <a:xfrm>
            <a:off x="732275" y="1210763"/>
            <a:ext cx="5067900" cy="1298400"/>
          </a:xfrm>
          <a:prstGeom prst="rect">
            <a:avLst/>
          </a:prstGeom>
        </p:spPr>
        <p:txBody>
          <a:bodyPr spcFirstLastPara="1" wrap="square" lIns="91425" tIns="91425" rIns="91425" bIns="91425" anchor="t" anchorCtr="0">
            <a:noAutofit/>
          </a:bodyPr>
          <a:lstStyle>
            <a:lvl1pPr lvl="0" rtl="0">
              <a:spcBef>
                <a:spcPts val="0"/>
              </a:spcBef>
              <a:spcAft>
                <a:spcPts val="0"/>
              </a:spcAft>
              <a:buSzPts val="4200"/>
              <a:buNone/>
              <a:defRPr sz="40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959" name="Google Shape;959;p9"/>
          <p:cNvSpPr txBox="1">
            <a:spLocks noGrp="1"/>
          </p:cNvSpPr>
          <p:nvPr>
            <p:ph type="subTitle" idx="1"/>
          </p:nvPr>
        </p:nvSpPr>
        <p:spPr>
          <a:xfrm>
            <a:off x="713225" y="2567813"/>
            <a:ext cx="5106000" cy="147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grpSp>
        <p:nvGrpSpPr>
          <p:cNvPr id="960" name="Google Shape;960;p9"/>
          <p:cNvGrpSpPr/>
          <p:nvPr/>
        </p:nvGrpSpPr>
        <p:grpSpPr>
          <a:xfrm>
            <a:off x="7407435" y="2879891"/>
            <a:ext cx="849275" cy="848250"/>
            <a:chOff x="8751122" y="1283566"/>
            <a:chExt cx="849275" cy="848250"/>
          </a:xfrm>
        </p:grpSpPr>
        <p:sp>
          <p:nvSpPr>
            <p:cNvPr id="961" name="Google Shape;961;p9"/>
            <p:cNvSpPr/>
            <p:nvPr/>
          </p:nvSpPr>
          <p:spPr>
            <a:xfrm flipH="1">
              <a:off x="8763662" y="1295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962" name="Google Shape;962;p9"/>
            <p:cNvGrpSpPr/>
            <p:nvPr/>
          </p:nvGrpSpPr>
          <p:grpSpPr>
            <a:xfrm flipH="1">
              <a:off x="8751122" y="1283566"/>
              <a:ext cx="849275" cy="848250"/>
              <a:chOff x="2651171" y="2397773"/>
              <a:chExt cx="2099568" cy="2097033"/>
            </a:xfrm>
          </p:grpSpPr>
          <p:sp>
            <p:nvSpPr>
              <p:cNvPr id="963" name="Google Shape;963;p9"/>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64" name="Google Shape;964;p9"/>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965" name="Google Shape;965;p9"/>
          <p:cNvGrpSpPr/>
          <p:nvPr/>
        </p:nvGrpSpPr>
        <p:grpSpPr>
          <a:xfrm flipH="1">
            <a:off x="5896360" y="1526509"/>
            <a:ext cx="4030417" cy="3337154"/>
            <a:chOff x="3573297" y="232872"/>
            <a:chExt cx="5470164" cy="4529254"/>
          </a:xfrm>
        </p:grpSpPr>
        <p:sp>
          <p:nvSpPr>
            <p:cNvPr id="966" name="Google Shape;966;p9"/>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67" name="Google Shape;967;p9"/>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68" name="Google Shape;968;p9"/>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69" name="Google Shape;969;p9"/>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70" name="Google Shape;970;p9"/>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71" name="Google Shape;971;p9"/>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72" name="Google Shape;972;p9"/>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73" name="Google Shape;973;p9"/>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974" name="Google Shape;974;p9"/>
          <p:cNvGrpSpPr/>
          <p:nvPr/>
        </p:nvGrpSpPr>
        <p:grpSpPr>
          <a:xfrm flipH="1">
            <a:off x="6009660" y="227499"/>
            <a:ext cx="2872292" cy="2378232"/>
            <a:chOff x="2210400" y="2558550"/>
            <a:chExt cx="971025" cy="804000"/>
          </a:xfrm>
        </p:grpSpPr>
        <p:sp>
          <p:nvSpPr>
            <p:cNvPr id="975" name="Google Shape;975;p9"/>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76" name="Google Shape;976;p9"/>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77" name="Google Shape;977;p9"/>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78" name="Google Shape;978;p9"/>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79" name="Google Shape;979;p9"/>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80" name="Google Shape;980;p9"/>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81" name="Google Shape;981;p9"/>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82" name="Google Shape;982;p9"/>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983" name="Google Shape;983;p9"/>
          <p:cNvGrpSpPr/>
          <p:nvPr/>
        </p:nvGrpSpPr>
        <p:grpSpPr>
          <a:xfrm flipH="1">
            <a:off x="7973021" y="1064981"/>
            <a:ext cx="849356" cy="703259"/>
            <a:chOff x="2210400" y="2558550"/>
            <a:chExt cx="971025" cy="804000"/>
          </a:xfrm>
        </p:grpSpPr>
        <p:sp>
          <p:nvSpPr>
            <p:cNvPr id="984" name="Google Shape;984;p9"/>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85" name="Google Shape;985;p9"/>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86" name="Google Shape;986;p9"/>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87" name="Google Shape;987;p9"/>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88" name="Google Shape;988;p9"/>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89" name="Google Shape;989;p9"/>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90" name="Google Shape;990;p9"/>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91" name="Google Shape;991;p9"/>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992" name="Google Shape;992;p9"/>
          <p:cNvGrpSpPr/>
          <p:nvPr/>
        </p:nvGrpSpPr>
        <p:grpSpPr>
          <a:xfrm>
            <a:off x="8979722" y="1283566"/>
            <a:ext cx="849275" cy="848250"/>
            <a:chOff x="8751122" y="1283566"/>
            <a:chExt cx="849275" cy="848250"/>
          </a:xfrm>
        </p:grpSpPr>
        <p:sp>
          <p:nvSpPr>
            <p:cNvPr id="993" name="Google Shape;993;p9"/>
            <p:cNvSpPr/>
            <p:nvPr/>
          </p:nvSpPr>
          <p:spPr>
            <a:xfrm flipH="1">
              <a:off x="8763662" y="1295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994" name="Google Shape;994;p9"/>
            <p:cNvGrpSpPr/>
            <p:nvPr/>
          </p:nvGrpSpPr>
          <p:grpSpPr>
            <a:xfrm flipH="1">
              <a:off x="8751122" y="1283566"/>
              <a:ext cx="849275" cy="848250"/>
              <a:chOff x="2651171" y="2397773"/>
              <a:chExt cx="2099568" cy="2097033"/>
            </a:xfrm>
          </p:grpSpPr>
          <p:sp>
            <p:nvSpPr>
              <p:cNvPr id="995" name="Google Shape;995;p9"/>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96" name="Google Shape;996;p9"/>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sp>
        <p:nvSpPr>
          <p:cNvPr id="997" name="Google Shape;997;p9"/>
          <p:cNvSpPr/>
          <p:nvPr/>
        </p:nvSpPr>
        <p:spPr>
          <a:xfrm flipH="1">
            <a:off x="6112238" y="3643059"/>
            <a:ext cx="1284330" cy="1284330"/>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758509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998"/>
        <p:cNvGrpSpPr/>
        <p:nvPr/>
      </p:nvGrpSpPr>
      <p:grpSpPr>
        <a:xfrm>
          <a:off x="0" y="0"/>
          <a:ext cx="0" cy="0"/>
          <a:chOff x="0" y="0"/>
          <a:chExt cx="0" cy="0"/>
        </a:xfrm>
      </p:grpSpPr>
      <p:sp>
        <p:nvSpPr>
          <p:cNvPr id="999" name="Google Shape;999;p10"/>
          <p:cNvSpPr txBox="1">
            <a:spLocks noGrp="1"/>
          </p:cNvSpPr>
          <p:nvPr>
            <p:ph type="body" idx="1"/>
          </p:nvPr>
        </p:nvSpPr>
        <p:spPr>
          <a:xfrm>
            <a:off x="713225" y="539500"/>
            <a:ext cx="3581700" cy="1495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sz="3300"/>
            </a:lvl1pPr>
          </a:lstStyle>
          <a:p>
            <a:endParaRPr/>
          </a:p>
        </p:txBody>
      </p:sp>
      <p:grpSp>
        <p:nvGrpSpPr>
          <p:cNvPr id="1000" name="Google Shape;1000;p10"/>
          <p:cNvGrpSpPr/>
          <p:nvPr/>
        </p:nvGrpSpPr>
        <p:grpSpPr>
          <a:xfrm flipH="1">
            <a:off x="7561735" y="-249776"/>
            <a:ext cx="2872292" cy="2378232"/>
            <a:chOff x="2210400" y="2558550"/>
            <a:chExt cx="971025" cy="804000"/>
          </a:xfrm>
        </p:grpSpPr>
        <p:sp>
          <p:nvSpPr>
            <p:cNvPr id="1001" name="Google Shape;1001;p10"/>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02" name="Google Shape;1002;p10"/>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03" name="Google Shape;1003;p10"/>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04" name="Google Shape;1004;p10"/>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05" name="Google Shape;1005;p10"/>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06" name="Google Shape;1006;p10"/>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07" name="Google Shape;1007;p10"/>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08" name="Google Shape;1008;p10"/>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009" name="Google Shape;1009;p10"/>
          <p:cNvSpPr/>
          <p:nvPr/>
        </p:nvSpPr>
        <p:spPr>
          <a:xfrm flipH="1">
            <a:off x="7466496" y="-68037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4633936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010"/>
        <p:cNvGrpSpPr/>
        <p:nvPr/>
      </p:nvGrpSpPr>
      <p:grpSpPr>
        <a:xfrm>
          <a:off x="0" y="0"/>
          <a:ext cx="0" cy="0"/>
          <a:chOff x="0" y="0"/>
          <a:chExt cx="0" cy="0"/>
        </a:xfrm>
      </p:grpSpPr>
      <p:grpSp>
        <p:nvGrpSpPr>
          <p:cNvPr id="1011" name="Google Shape;1011;p11"/>
          <p:cNvGrpSpPr/>
          <p:nvPr/>
        </p:nvGrpSpPr>
        <p:grpSpPr>
          <a:xfrm flipH="1">
            <a:off x="-275840" y="688309"/>
            <a:ext cx="4030417" cy="3337154"/>
            <a:chOff x="3573297" y="232872"/>
            <a:chExt cx="5470164" cy="4529254"/>
          </a:xfrm>
        </p:grpSpPr>
        <p:sp>
          <p:nvSpPr>
            <p:cNvPr id="1012" name="Google Shape;1012;p11"/>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13" name="Google Shape;1013;p11"/>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14" name="Google Shape;1014;p11"/>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15" name="Google Shape;1015;p11"/>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16" name="Google Shape;1016;p11"/>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17" name="Google Shape;1017;p11"/>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18" name="Google Shape;1018;p11"/>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19" name="Google Shape;1019;p11"/>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020" name="Google Shape;1020;p11"/>
          <p:cNvGrpSpPr/>
          <p:nvPr/>
        </p:nvGrpSpPr>
        <p:grpSpPr>
          <a:xfrm flipH="1">
            <a:off x="-162540" y="-610701"/>
            <a:ext cx="2872292" cy="2378232"/>
            <a:chOff x="2210400" y="2558550"/>
            <a:chExt cx="971025" cy="804000"/>
          </a:xfrm>
        </p:grpSpPr>
        <p:sp>
          <p:nvSpPr>
            <p:cNvPr id="1021" name="Google Shape;1021;p11"/>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22" name="Google Shape;1022;p11"/>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23" name="Google Shape;1023;p11"/>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24" name="Google Shape;1024;p11"/>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25" name="Google Shape;1025;p11"/>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26" name="Google Shape;1026;p11"/>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27" name="Google Shape;1027;p11"/>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28" name="Google Shape;1028;p11"/>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029" name="Google Shape;1029;p11"/>
          <p:cNvSpPr/>
          <p:nvPr/>
        </p:nvSpPr>
        <p:spPr>
          <a:xfrm flipH="1">
            <a:off x="-59962" y="2804859"/>
            <a:ext cx="1284330" cy="1284330"/>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030" name="Google Shape;1030;p11"/>
          <p:cNvGrpSpPr/>
          <p:nvPr/>
        </p:nvGrpSpPr>
        <p:grpSpPr>
          <a:xfrm>
            <a:off x="5984694" y="-558274"/>
            <a:ext cx="3525470" cy="2917646"/>
            <a:chOff x="5440750" y="1669400"/>
            <a:chExt cx="971525" cy="804025"/>
          </a:xfrm>
        </p:grpSpPr>
        <p:sp>
          <p:nvSpPr>
            <p:cNvPr id="1031" name="Google Shape;1031;p11"/>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32" name="Google Shape;1032;p11"/>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33" name="Google Shape;1033;p11"/>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34" name="Google Shape;1034;p11"/>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35" name="Google Shape;1035;p11"/>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36" name="Google Shape;1036;p11"/>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37" name="Google Shape;1037;p11"/>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38" name="Google Shape;1038;p11"/>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39" name="Google Shape;1039;p11"/>
            <p:cNvSpPr/>
            <p:nvPr/>
          </p:nvSpPr>
          <p:spPr>
            <a:xfrm>
              <a:off x="6140976" y="230127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40" name="Google Shape;1040;p11"/>
            <p:cNvSpPr/>
            <p:nvPr/>
          </p:nvSpPr>
          <p:spPr>
            <a:xfrm>
              <a:off x="6135401" y="2295919"/>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41" name="Google Shape;1041;p11"/>
            <p:cNvSpPr/>
            <p:nvPr/>
          </p:nvSpPr>
          <p:spPr>
            <a:xfrm>
              <a:off x="6163776" y="2324294"/>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042" name="Google Shape;1042;p11"/>
          <p:cNvGrpSpPr/>
          <p:nvPr/>
        </p:nvGrpSpPr>
        <p:grpSpPr>
          <a:xfrm rot="10800000">
            <a:off x="6888722" y="2718139"/>
            <a:ext cx="2872292" cy="2378232"/>
            <a:chOff x="2210400" y="2558550"/>
            <a:chExt cx="971025" cy="804000"/>
          </a:xfrm>
        </p:grpSpPr>
        <p:sp>
          <p:nvSpPr>
            <p:cNvPr id="1043" name="Google Shape;1043;p11"/>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44" name="Google Shape;1044;p11"/>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45" name="Google Shape;1045;p11"/>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46" name="Google Shape;1046;p11"/>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47" name="Google Shape;1047;p11"/>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48" name="Google Shape;1048;p11"/>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49" name="Google Shape;1049;p11"/>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50" name="Google Shape;1050;p11"/>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051" name="Google Shape;1051;p11"/>
          <p:cNvSpPr/>
          <p:nvPr/>
        </p:nvSpPr>
        <p:spPr>
          <a:xfrm rot="10800000">
            <a:off x="6793483" y="3087230"/>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52" name="Google Shape;1052;p11"/>
          <p:cNvSpPr txBox="1">
            <a:spLocks noGrp="1"/>
          </p:cNvSpPr>
          <p:nvPr>
            <p:ph type="title" hasCustomPrompt="1"/>
          </p:nvPr>
        </p:nvSpPr>
        <p:spPr>
          <a:xfrm>
            <a:off x="1750325" y="1478650"/>
            <a:ext cx="5848500" cy="161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2000"/>
              <a:buNone/>
              <a:defRPr sz="9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053" name="Google Shape;1053;p11"/>
          <p:cNvSpPr txBox="1">
            <a:spLocks noGrp="1"/>
          </p:cNvSpPr>
          <p:nvPr>
            <p:ph type="body" idx="1"/>
          </p:nvPr>
        </p:nvSpPr>
        <p:spPr>
          <a:xfrm>
            <a:off x="1751539" y="3243000"/>
            <a:ext cx="5848500" cy="491100"/>
          </a:xfrm>
          <a:prstGeom prst="rect">
            <a:avLst/>
          </a:prstGeom>
          <a:solidFill>
            <a:schemeClr val="accent1"/>
          </a:solidFill>
        </p:spPr>
        <p:txBody>
          <a:bodyPr spcFirstLastPara="1" wrap="square" lIns="91425" tIns="91425" rIns="91425" bIns="91425" anchor="t" anchorCtr="0">
            <a:noAutofit/>
          </a:bodyPr>
          <a:lstStyle>
            <a:lvl1pPr marL="457200" lvl="0" indent="-342900" algn="ctr" rtl="0">
              <a:spcBef>
                <a:spcPts val="0"/>
              </a:spcBef>
              <a:spcAft>
                <a:spcPts val="0"/>
              </a:spcAft>
              <a:buSzPts val="1800"/>
              <a:buChar char="●"/>
              <a:defRPr sz="1600" b="1">
                <a:solidFill>
                  <a:schemeClr val="dk1"/>
                </a:solidFill>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Tree>
    <p:extLst>
      <p:ext uri="{BB962C8B-B14F-4D97-AF65-F5344CB8AC3E}">
        <p14:creationId xmlns:p14="http://schemas.microsoft.com/office/powerpoint/2010/main" val="2407126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1054"/>
        <p:cNvGrpSpPr/>
        <p:nvPr/>
      </p:nvGrpSpPr>
      <p:grpSpPr>
        <a:xfrm>
          <a:off x="0" y="0"/>
          <a:ext cx="0" cy="0"/>
          <a:chOff x="0" y="0"/>
          <a:chExt cx="0" cy="0"/>
        </a:xfrm>
      </p:grpSpPr>
    </p:spTree>
    <p:extLst>
      <p:ext uri="{BB962C8B-B14F-4D97-AF65-F5344CB8AC3E}">
        <p14:creationId xmlns:p14="http://schemas.microsoft.com/office/powerpoint/2010/main" val="36393305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055"/>
        <p:cNvGrpSpPr/>
        <p:nvPr/>
      </p:nvGrpSpPr>
      <p:grpSpPr>
        <a:xfrm>
          <a:off x="0" y="0"/>
          <a:ext cx="0" cy="0"/>
          <a:chOff x="0" y="0"/>
          <a:chExt cx="0" cy="0"/>
        </a:xfrm>
      </p:grpSpPr>
      <p:sp>
        <p:nvSpPr>
          <p:cNvPr id="1056" name="Google Shape;1056;p13"/>
          <p:cNvSpPr txBox="1">
            <a:spLocks noGrp="1"/>
          </p:cNvSpPr>
          <p:nvPr>
            <p:ph type="title"/>
          </p:nvPr>
        </p:nvSpPr>
        <p:spPr>
          <a:xfrm>
            <a:off x="1506398" y="1559275"/>
            <a:ext cx="25743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400"/>
              <a:buNone/>
              <a:defRPr sz="1800">
                <a:latin typeface="Space Grotesk Medium"/>
                <a:ea typeface="Space Grotesk Medium"/>
                <a:cs typeface="Space Grotesk Medium"/>
                <a:sym typeface="Space Grotesk Medium"/>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57" name="Google Shape;1057;p13"/>
          <p:cNvSpPr txBox="1">
            <a:spLocks noGrp="1"/>
          </p:cNvSpPr>
          <p:nvPr>
            <p:ph type="title" idx="2" hasCustomPrompt="1"/>
          </p:nvPr>
        </p:nvSpPr>
        <p:spPr>
          <a:xfrm>
            <a:off x="730301" y="1711675"/>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8" name="Google Shape;1058;p13"/>
          <p:cNvSpPr txBox="1">
            <a:spLocks noGrp="1"/>
          </p:cNvSpPr>
          <p:nvPr>
            <p:ph type="subTitle" idx="1"/>
          </p:nvPr>
        </p:nvSpPr>
        <p:spPr>
          <a:xfrm>
            <a:off x="1506390" y="1996550"/>
            <a:ext cx="25743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59" name="Google Shape;1059;p13"/>
          <p:cNvSpPr txBox="1">
            <a:spLocks noGrp="1"/>
          </p:cNvSpPr>
          <p:nvPr>
            <p:ph type="title" idx="3"/>
          </p:nvPr>
        </p:nvSpPr>
        <p:spPr>
          <a:xfrm>
            <a:off x="1506523" y="3272625"/>
            <a:ext cx="25743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400"/>
              <a:buNone/>
              <a:defRPr sz="1800">
                <a:latin typeface="Space Grotesk Medium"/>
                <a:ea typeface="Space Grotesk Medium"/>
                <a:cs typeface="Space Grotesk Medium"/>
                <a:sym typeface="Space Grotesk Medium"/>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60" name="Google Shape;1060;p13"/>
          <p:cNvSpPr txBox="1">
            <a:spLocks noGrp="1"/>
          </p:cNvSpPr>
          <p:nvPr>
            <p:ph type="title" idx="4" hasCustomPrompt="1"/>
          </p:nvPr>
        </p:nvSpPr>
        <p:spPr>
          <a:xfrm>
            <a:off x="730469" y="3425025"/>
            <a:ext cx="7761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1" name="Google Shape;1061;p13"/>
          <p:cNvSpPr txBox="1">
            <a:spLocks noGrp="1"/>
          </p:cNvSpPr>
          <p:nvPr>
            <p:ph type="subTitle" idx="5"/>
          </p:nvPr>
        </p:nvSpPr>
        <p:spPr>
          <a:xfrm>
            <a:off x="1506514" y="3709900"/>
            <a:ext cx="25743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62" name="Google Shape;1062;p13"/>
          <p:cNvSpPr txBox="1">
            <a:spLocks noGrp="1"/>
          </p:cNvSpPr>
          <p:nvPr>
            <p:ph type="title" idx="6"/>
          </p:nvPr>
        </p:nvSpPr>
        <p:spPr>
          <a:xfrm>
            <a:off x="5045226" y="1559275"/>
            <a:ext cx="25743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400"/>
              <a:buNone/>
              <a:defRPr sz="1800">
                <a:latin typeface="Space Grotesk Medium"/>
                <a:ea typeface="Space Grotesk Medium"/>
                <a:cs typeface="Space Grotesk Medium"/>
                <a:sym typeface="Space Grotesk Medium"/>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63" name="Google Shape;1063;p13"/>
          <p:cNvSpPr txBox="1">
            <a:spLocks noGrp="1"/>
          </p:cNvSpPr>
          <p:nvPr>
            <p:ph type="title" idx="7" hasCustomPrompt="1"/>
          </p:nvPr>
        </p:nvSpPr>
        <p:spPr>
          <a:xfrm>
            <a:off x="4281950" y="1711675"/>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4" name="Google Shape;1064;p13"/>
          <p:cNvSpPr txBox="1">
            <a:spLocks noGrp="1"/>
          </p:cNvSpPr>
          <p:nvPr>
            <p:ph type="subTitle" idx="8"/>
          </p:nvPr>
        </p:nvSpPr>
        <p:spPr>
          <a:xfrm>
            <a:off x="5045218" y="1996550"/>
            <a:ext cx="25743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065" name="Google Shape;1065;p13"/>
          <p:cNvSpPr txBox="1">
            <a:spLocks noGrp="1"/>
          </p:cNvSpPr>
          <p:nvPr>
            <p:ph type="title" idx="9" hasCustomPrompt="1"/>
          </p:nvPr>
        </p:nvSpPr>
        <p:spPr>
          <a:xfrm>
            <a:off x="4282125" y="3425025"/>
            <a:ext cx="776400" cy="5277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grpSp>
        <p:nvGrpSpPr>
          <p:cNvPr id="1066" name="Google Shape;1066;p13"/>
          <p:cNvGrpSpPr/>
          <p:nvPr/>
        </p:nvGrpSpPr>
        <p:grpSpPr>
          <a:xfrm>
            <a:off x="-3302090" y="-450720"/>
            <a:ext cx="4015313" cy="3884503"/>
            <a:chOff x="5440750" y="1669400"/>
            <a:chExt cx="971525" cy="939875"/>
          </a:xfrm>
        </p:grpSpPr>
        <p:sp>
          <p:nvSpPr>
            <p:cNvPr id="1067" name="Google Shape;1067;p13"/>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68" name="Google Shape;1068;p13"/>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69" name="Google Shape;1069;p13"/>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70" name="Google Shape;1070;p13"/>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71" name="Google Shape;1071;p13"/>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72" name="Google Shape;1072;p13"/>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73" name="Google Shape;1073;p13"/>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74" name="Google Shape;1074;p13"/>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75" name="Google Shape;1075;p13"/>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76" name="Google Shape;1076;p13"/>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77" name="Google Shape;1077;p13"/>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78" name="Google Shape;1078;p13"/>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79" name="Google Shape;1079;p13"/>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80" name="Google Shape;1080;p13"/>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81" name="Google Shape;1081;p13"/>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82" name="Google Shape;1082;p13"/>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83" name="Google Shape;1083;p13"/>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84" name="Google Shape;1084;p13"/>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85" name="Google Shape;1085;p13"/>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86" name="Google Shape;1086;p13"/>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87" name="Google Shape;1087;p13"/>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88" name="Google Shape;1088;p13"/>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89" name="Google Shape;1089;p13"/>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90" name="Google Shape;1090;p13"/>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91" name="Google Shape;1091;p13"/>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92" name="Google Shape;1092;p13"/>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93" name="Google Shape;1093;p13"/>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94" name="Google Shape;1094;p13"/>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95" name="Google Shape;1095;p13"/>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96" name="Google Shape;1096;p13"/>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97" name="Google Shape;1097;p13"/>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98" name="Google Shape;1098;p13"/>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99" name="Google Shape;1099;p13"/>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0" name="Google Shape;1100;p13"/>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1" name="Google Shape;1101;p13"/>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2" name="Google Shape;1102;p13"/>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3" name="Google Shape;1103;p13"/>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4" name="Google Shape;1104;p13"/>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5" name="Google Shape;1105;p13"/>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6" name="Google Shape;1106;p13"/>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7" name="Google Shape;1107;p13"/>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8" name="Google Shape;1108;p13"/>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9" name="Google Shape;1109;p13"/>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0" name="Google Shape;1110;p13"/>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1" name="Google Shape;1111;p13"/>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2" name="Google Shape;1112;p13"/>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3" name="Google Shape;1113;p13"/>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4" name="Google Shape;1114;p13"/>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5" name="Google Shape;1115;p13"/>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6" name="Google Shape;1116;p13"/>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7" name="Google Shape;1117;p13"/>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8" name="Google Shape;1118;p13"/>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9" name="Google Shape;1119;p13"/>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20" name="Google Shape;1120;p13"/>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21" name="Google Shape;1121;p13"/>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22" name="Google Shape;1122;p13"/>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23" name="Google Shape;1123;p13"/>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24" name="Google Shape;1124;p13"/>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25" name="Google Shape;1125;p13"/>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26" name="Google Shape;1126;p13"/>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27" name="Google Shape;1127;p13"/>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28" name="Google Shape;1128;p13"/>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29" name="Google Shape;1129;p13"/>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30" name="Google Shape;1130;p13"/>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31" name="Google Shape;1131;p13"/>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32" name="Google Shape;1132;p13"/>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33" name="Google Shape;1133;p13"/>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34" name="Google Shape;1134;p13"/>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35" name="Google Shape;1135;p13"/>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36" name="Google Shape;1136;p13"/>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37" name="Google Shape;1137;p13"/>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38" name="Google Shape;1138;p13"/>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39" name="Google Shape;1139;p13"/>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40" name="Google Shape;1140;p13"/>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41" name="Google Shape;1141;p13"/>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42" name="Google Shape;1142;p13"/>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43" name="Google Shape;1143;p13"/>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44" name="Google Shape;1144;p13"/>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45" name="Google Shape;1145;p13"/>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46" name="Google Shape;1146;p13"/>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47" name="Google Shape;1147;p13"/>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48" name="Google Shape;1148;p13"/>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49" name="Google Shape;1149;p13"/>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50" name="Google Shape;1150;p13"/>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51" name="Google Shape;1151;p13"/>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52" name="Google Shape;1152;p13"/>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53" name="Google Shape;1153;p13"/>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54" name="Google Shape;1154;p13"/>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55" name="Google Shape;1155;p13"/>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56" name="Google Shape;1156;p13"/>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57" name="Google Shape;1157;p13"/>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58" name="Google Shape;1158;p13"/>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59" name="Google Shape;1159;p13"/>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60" name="Google Shape;1160;p13"/>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61" name="Google Shape;1161;p13"/>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62" name="Google Shape;1162;p13"/>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63" name="Google Shape;1163;p13"/>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64" name="Google Shape;1164;p13"/>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65" name="Google Shape;1165;p13"/>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66" name="Google Shape;1166;p13"/>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67" name="Google Shape;1167;p13"/>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68" name="Google Shape;1168;p13"/>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69" name="Google Shape;1169;p13"/>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70" name="Google Shape;1170;p13"/>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71" name="Google Shape;1171;p13"/>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72" name="Google Shape;1172;p13"/>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73" name="Google Shape;1173;p13"/>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74" name="Google Shape;1174;p13"/>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75" name="Google Shape;1175;p13"/>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76" name="Google Shape;1176;p13"/>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77" name="Google Shape;1177;p13"/>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78" name="Google Shape;1178;p13"/>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79" name="Google Shape;1179;p13"/>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80" name="Google Shape;1180;p13"/>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81" name="Google Shape;1181;p13"/>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82" name="Google Shape;1182;p13"/>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83" name="Google Shape;1183;p13"/>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84" name="Google Shape;1184;p13"/>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85" name="Google Shape;1185;p13"/>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186" name="Google Shape;1186;p13"/>
          <p:cNvSpPr/>
          <p:nvPr/>
        </p:nvSpPr>
        <p:spPr>
          <a:xfrm>
            <a:off x="7013780" y="20811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187" name="Google Shape;1187;p13"/>
          <p:cNvGrpSpPr/>
          <p:nvPr/>
        </p:nvGrpSpPr>
        <p:grpSpPr>
          <a:xfrm>
            <a:off x="7000981" y="195816"/>
            <a:ext cx="849275" cy="848250"/>
            <a:chOff x="2651171" y="2397773"/>
            <a:chExt cx="2099568" cy="2097033"/>
          </a:xfrm>
        </p:grpSpPr>
        <p:sp>
          <p:nvSpPr>
            <p:cNvPr id="1188" name="Google Shape;1188;p13"/>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89" name="Google Shape;1189;p13"/>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190" name="Google Shape;1190;p13"/>
          <p:cNvGrpSpPr/>
          <p:nvPr/>
        </p:nvGrpSpPr>
        <p:grpSpPr>
          <a:xfrm>
            <a:off x="7263610" y="-297378"/>
            <a:ext cx="2216073" cy="1834889"/>
            <a:chOff x="2210400" y="2558550"/>
            <a:chExt cx="971025" cy="804000"/>
          </a:xfrm>
        </p:grpSpPr>
        <p:sp>
          <p:nvSpPr>
            <p:cNvPr id="1191" name="Google Shape;1191;p13"/>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92" name="Google Shape;1192;p13"/>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93" name="Google Shape;1193;p13"/>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94" name="Google Shape;1194;p13"/>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95" name="Google Shape;1195;p13"/>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96" name="Google Shape;1196;p13"/>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97" name="Google Shape;1197;p13"/>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98" name="Google Shape;1198;p13"/>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199" name="Google Shape;1199;p13"/>
          <p:cNvGrpSpPr/>
          <p:nvPr/>
        </p:nvGrpSpPr>
        <p:grpSpPr>
          <a:xfrm>
            <a:off x="5978160" y="2286430"/>
            <a:ext cx="4015313" cy="3884503"/>
            <a:chOff x="5440750" y="1669400"/>
            <a:chExt cx="971525" cy="939875"/>
          </a:xfrm>
        </p:grpSpPr>
        <p:sp>
          <p:nvSpPr>
            <p:cNvPr id="1200" name="Google Shape;1200;p13"/>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01" name="Google Shape;1201;p13"/>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02" name="Google Shape;1202;p13"/>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03" name="Google Shape;1203;p13"/>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04" name="Google Shape;1204;p13"/>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05" name="Google Shape;1205;p13"/>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06" name="Google Shape;1206;p13"/>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07" name="Google Shape;1207;p13"/>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08" name="Google Shape;1208;p13"/>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09" name="Google Shape;1209;p13"/>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0" name="Google Shape;1210;p13"/>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1" name="Google Shape;1211;p13"/>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2" name="Google Shape;1212;p13"/>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3" name="Google Shape;1213;p13"/>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4" name="Google Shape;1214;p13"/>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5" name="Google Shape;1215;p13"/>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6" name="Google Shape;1216;p13"/>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7" name="Google Shape;1217;p13"/>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8" name="Google Shape;1218;p13"/>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9" name="Google Shape;1219;p13"/>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20" name="Google Shape;1220;p13"/>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21" name="Google Shape;1221;p13"/>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22" name="Google Shape;1222;p13"/>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23" name="Google Shape;1223;p13"/>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24" name="Google Shape;1224;p13"/>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25" name="Google Shape;1225;p13"/>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26" name="Google Shape;1226;p13"/>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27" name="Google Shape;1227;p13"/>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28" name="Google Shape;1228;p13"/>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29" name="Google Shape;1229;p13"/>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30" name="Google Shape;1230;p13"/>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31" name="Google Shape;1231;p13"/>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32" name="Google Shape;1232;p13"/>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33" name="Google Shape;1233;p13"/>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34" name="Google Shape;1234;p13"/>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35" name="Google Shape;1235;p13"/>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36" name="Google Shape;1236;p13"/>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37" name="Google Shape;1237;p13"/>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38" name="Google Shape;1238;p13"/>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39" name="Google Shape;1239;p13"/>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40" name="Google Shape;1240;p13"/>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41" name="Google Shape;1241;p13"/>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42" name="Google Shape;1242;p13"/>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43" name="Google Shape;1243;p13"/>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44" name="Google Shape;1244;p13"/>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45" name="Google Shape;1245;p13"/>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46" name="Google Shape;1246;p13"/>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47" name="Google Shape;1247;p13"/>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48" name="Google Shape;1248;p13"/>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49" name="Google Shape;1249;p13"/>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0" name="Google Shape;1250;p13"/>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1" name="Google Shape;1251;p13"/>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2" name="Google Shape;1252;p13"/>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3" name="Google Shape;1253;p13"/>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4" name="Google Shape;1254;p13"/>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5" name="Google Shape;1255;p13"/>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6" name="Google Shape;1256;p13"/>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7" name="Google Shape;1257;p13"/>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8" name="Google Shape;1258;p13"/>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9" name="Google Shape;1259;p13"/>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0" name="Google Shape;1260;p13"/>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1" name="Google Shape;1261;p13"/>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2" name="Google Shape;1262;p13"/>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3" name="Google Shape;1263;p13"/>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4" name="Google Shape;1264;p13"/>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5" name="Google Shape;1265;p13"/>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6" name="Google Shape;1266;p13"/>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7" name="Google Shape;1267;p13"/>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8" name="Google Shape;1268;p13"/>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9" name="Google Shape;1269;p13"/>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0" name="Google Shape;1270;p13"/>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1" name="Google Shape;1271;p13"/>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2" name="Google Shape;1272;p13"/>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3" name="Google Shape;1273;p13"/>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4" name="Google Shape;1274;p13"/>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5" name="Google Shape;1275;p13"/>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6" name="Google Shape;1276;p13"/>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7" name="Google Shape;1277;p13"/>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8" name="Google Shape;1278;p13"/>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9" name="Google Shape;1279;p13"/>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0" name="Google Shape;1280;p13"/>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1" name="Google Shape;1281;p13"/>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2" name="Google Shape;1282;p13"/>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3" name="Google Shape;1283;p13"/>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4" name="Google Shape;1284;p13"/>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5" name="Google Shape;1285;p13"/>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6" name="Google Shape;1286;p13"/>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7" name="Google Shape;1287;p13"/>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8" name="Google Shape;1288;p13"/>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9" name="Google Shape;1289;p13"/>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0" name="Google Shape;1290;p13"/>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1" name="Google Shape;1291;p13"/>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2" name="Google Shape;1292;p13"/>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3" name="Google Shape;1293;p13"/>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4" name="Google Shape;1294;p13"/>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5" name="Google Shape;1295;p13"/>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6" name="Google Shape;1296;p13"/>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7" name="Google Shape;1297;p13"/>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8" name="Google Shape;1298;p13"/>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9" name="Google Shape;1299;p13"/>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0" name="Google Shape;1300;p13"/>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1" name="Google Shape;1301;p13"/>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2" name="Google Shape;1302;p13"/>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3" name="Google Shape;1303;p13"/>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4" name="Google Shape;1304;p13"/>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5" name="Google Shape;1305;p13"/>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6" name="Google Shape;1306;p13"/>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7" name="Google Shape;1307;p13"/>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8" name="Google Shape;1308;p13"/>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9" name="Google Shape;1309;p13"/>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0" name="Google Shape;1310;p13"/>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1" name="Google Shape;1311;p13"/>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2" name="Google Shape;1312;p13"/>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3" name="Google Shape;1313;p13"/>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4" name="Google Shape;1314;p13"/>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5" name="Google Shape;1315;p13"/>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6" name="Google Shape;1316;p13"/>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7" name="Google Shape;1317;p13"/>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8" name="Google Shape;1318;p13"/>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319" name="Google Shape;1319;p13"/>
          <p:cNvSpPr txBox="1">
            <a:spLocks noGrp="1"/>
          </p:cNvSpPr>
          <p:nvPr>
            <p:ph type="title" idx="13"/>
          </p:nvPr>
        </p:nvSpPr>
        <p:spPr>
          <a:xfrm>
            <a:off x="5045351" y="3272625"/>
            <a:ext cx="25743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400"/>
              <a:buNone/>
              <a:defRPr sz="1800">
                <a:latin typeface="Space Grotesk Medium"/>
                <a:ea typeface="Space Grotesk Medium"/>
                <a:cs typeface="Space Grotesk Medium"/>
                <a:sym typeface="Space Grotesk Medium"/>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320" name="Google Shape;1320;p13"/>
          <p:cNvSpPr txBox="1">
            <a:spLocks noGrp="1"/>
          </p:cNvSpPr>
          <p:nvPr>
            <p:ph type="subTitle" idx="14"/>
          </p:nvPr>
        </p:nvSpPr>
        <p:spPr>
          <a:xfrm>
            <a:off x="5045342" y="3709900"/>
            <a:ext cx="25743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21" name="Google Shape;1321;p13"/>
          <p:cNvSpPr txBox="1">
            <a:spLocks noGrp="1"/>
          </p:cNvSpPr>
          <p:nvPr>
            <p:ph type="title" idx="15"/>
          </p:nvPr>
        </p:nvSpPr>
        <p:spPr>
          <a:xfrm>
            <a:off x="713225" y="539500"/>
            <a:ext cx="7680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extLst>
      <p:ext uri="{BB962C8B-B14F-4D97-AF65-F5344CB8AC3E}">
        <p14:creationId xmlns:p14="http://schemas.microsoft.com/office/powerpoint/2010/main" val="8414432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322"/>
        <p:cNvGrpSpPr/>
        <p:nvPr/>
      </p:nvGrpSpPr>
      <p:grpSpPr>
        <a:xfrm>
          <a:off x="0" y="0"/>
          <a:ext cx="0" cy="0"/>
          <a:chOff x="0" y="0"/>
          <a:chExt cx="0" cy="0"/>
        </a:xfrm>
      </p:grpSpPr>
      <p:sp>
        <p:nvSpPr>
          <p:cNvPr id="1323" name="Google Shape;1323;p14"/>
          <p:cNvSpPr txBox="1">
            <a:spLocks noGrp="1"/>
          </p:cNvSpPr>
          <p:nvPr>
            <p:ph type="title"/>
          </p:nvPr>
        </p:nvSpPr>
        <p:spPr>
          <a:xfrm>
            <a:off x="1405500" y="2252400"/>
            <a:ext cx="4199400" cy="1402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324" name="Google Shape;1324;p14"/>
          <p:cNvSpPr txBox="1">
            <a:spLocks noGrp="1"/>
          </p:cNvSpPr>
          <p:nvPr>
            <p:ph type="subTitle" idx="1"/>
          </p:nvPr>
        </p:nvSpPr>
        <p:spPr>
          <a:xfrm>
            <a:off x="1405500" y="3833475"/>
            <a:ext cx="4199400" cy="536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2100"/>
              <a:buNone/>
              <a:defRPr sz="1600" b="1">
                <a:solidFill>
                  <a:schemeClr val="dk1"/>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325" name="Google Shape;1325;p14"/>
          <p:cNvSpPr txBox="1">
            <a:spLocks noGrp="1"/>
          </p:cNvSpPr>
          <p:nvPr>
            <p:ph type="title" idx="2" hasCustomPrompt="1"/>
          </p:nvPr>
        </p:nvSpPr>
        <p:spPr>
          <a:xfrm>
            <a:off x="2424450" y="694300"/>
            <a:ext cx="21615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12000"/>
              <a:buNone/>
              <a:defRPr sz="12000" b="1"/>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grpSp>
        <p:nvGrpSpPr>
          <p:cNvPr id="1326" name="Google Shape;1326;p14"/>
          <p:cNvGrpSpPr/>
          <p:nvPr/>
        </p:nvGrpSpPr>
        <p:grpSpPr>
          <a:xfrm flipH="1">
            <a:off x="-1381090" y="645564"/>
            <a:ext cx="2872823" cy="2439739"/>
            <a:chOff x="4665875" y="2808650"/>
            <a:chExt cx="993850" cy="844025"/>
          </a:xfrm>
        </p:grpSpPr>
        <p:sp>
          <p:nvSpPr>
            <p:cNvPr id="1327" name="Google Shape;1327;p14"/>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8" name="Google Shape;1328;p14"/>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9" name="Google Shape;1329;p14"/>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0" name="Google Shape;1330;p14"/>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1" name="Google Shape;1331;p14"/>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2" name="Google Shape;1332;p14"/>
            <p:cNvSpPr/>
            <p:nvPr/>
          </p:nvSpPr>
          <p:spPr>
            <a:xfrm>
              <a:off x="4915725" y="3008700"/>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3" name="Google Shape;1333;p14"/>
            <p:cNvSpPr/>
            <p:nvPr/>
          </p:nvSpPr>
          <p:spPr>
            <a:xfrm>
              <a:off x="4982725" y="3075700"/>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334" name="Google Shape;1334;p14"/>
          <p:cNvGrpSpPr/>
          <p:nvPr/>
        </p:nvGrpSpPr>
        <p:grpSpPr>
          <a:xfrm flipH="1">
            <a:off x="5439160" y="1145509"/>
            <a:ext cx="4030417" cy="3901002"/>
            <a:chOff x="3573297" y="232872"/>
            <a:chExt cx="5470164" cy="5294519"/>
          </a:xfrm>
        </p:grpSpPr>
        <p:sp>
          <p:nvSpPr>
            <p:cNvPr id="1335" name="Google Shape;1335;p14"/>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6" name="Google Shape;1336;p14"/>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7" name="Google Shape;1337;p14"/>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8" name="Google Shape;1338;p14"/>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9" name="Google Shape;1339;p14"/>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0" name="Google Shape;1340;p14"/>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1" name="Google Shape;1341;p14"/>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2" name="Google Shape;1342;p14"/>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3" name="Google Shape;1343;p14"/>
            <p:cNvSpPr/>
            <p:nvPr/>
          </p:nvSpPr>
          <p:spPr>
            <a:xfrm>
              <a:off x="3694440" y="3784276"/>
              <a:ext cx="1743115" cy="1743115"/>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344" name="Google Shape;1344;p14"/>
          <p:cNvGrpSpPr/>
          <p:nvPr/>
        </p:nvGrpSpPr>
        <p:grpSpPr>
          <a:xfrm flipH="1">
            <a:off x="7561735" y="-249776"/>
            <a:ext cx="2872292" cy="2378232"/>
            <a:chOff x="2210400" y="2558550"/>
            <a:chExt cx="971025" cy="804000"/>
          </a:xfrm>
        </p:grpSpPr>
        <p:sp>
          <p:nvSpPr>
            <p:cNvPr id="1345" name="Google Shape;1345;p14"/>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6" name="Google Shape;1346;p14"/>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7" name="Google Shape;1347;p14"/>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8" name="Google Shape;1348;p14"/>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9" name="Google Shape;1349;p14"/>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0" name="Google Shape;1350;p14"/>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1" name="Google Shape;1351;p14"/>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2" name="Google Shape;1352;p14"/>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353" name="Google Shape;1353;p14"/>
          <p:cNvSpPr/>
          <p:nvPr/>
        </p:nvSpPr>
        <p:spPr>
          <a:xfrm>
            <a:off x="8275080" y="645579"/>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4" name="Google Shape;1354;p14"/>
          <p:cNvSpPr/>
          <p:nvPr/>
        </p:nvSpPr>
        <p:spPr>
          <a:xfrm flipH="1">
            <a:off x="7466496" y="-68037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1960099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1355"/>
        <p:cNvGrpSpPr/>
        <p:nvPr/>
      </p:nvGrpSpPr>
      <p:grpSpPr>
        <a:xfrm>
          <a:off x="0" y="0"/>
          <a:ext cx="0" cy="0"/>
          <a:chOff x="0" y="0"/>
          <a:chExt cx="0" cy="0"/>
        </a:xfrm>
      </p:grpSpPr>
      <p:sp>
        <p:nvSpPr>
          <p:cNvPr id="1356" name="Google Shape;1356;p15"/>
          <p:cNvSpPr txBox="1">
            <a:spLocks noGrp="1"/>
          </p:cNvSpPr>
          <p:nvPr>
            <p:ph type="title"/>
          </p:nvPr>
        </p:nvSpPr>
        <p:spPr>
          <a:xfrm>
            <a:off x="3939475" y="2252400"/>
            <a:ext cx="3729300" cy="14025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357" name="Google Shape;1357;p15"/>
          <p:cNvSpPr txBox="1">
            <a:spLocks noGrp="1"/>
          </p:cNvSpPr>
          <p:nvPr>
            <p:ph type="subTitle" idx="1"/>
          </p:nvPr>
        </p:nvSpPr>
        <p:spPr>
          <a:xfrm>
            <a:off x="3939475" y="3837050"/>
            <a:ext cx="3729300" cy="536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r" rtl="0">
              <a:spcBef>
                <a:spcPts val="0"/>
              </a:spcBef>
              <a:spcAft>
                <a:spcPts val="0"/>
              </a:spcAft>
              <a:buSzPts val="2100"/>
              <a:buNone/>
              <a:defRPr sz="1600" b="1">
                <a:solidFill>
                  <a:schemeClr val="dk1"/>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358" name="Google Shape;1358;p15"/>
          <p:cNvSpPr txBox="1">
            <a:spLocks noGrp="1"/>
          </p:cNvSpPr>
          <p:nvPr>
            <p:ph type="title" idx="2" hasCustomPrompt="1"/>
          </p:nvPr>
        </p:nvSpPr>
        <p:spPr>
          <a:xfrm>
            <a:off x="5507275" y="694300"/>
            <a:ext cx="21615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r" rtl="0">
              <a:spcBef>
                <a:spcPts val="0"/>
              </a:spcBef>
              <a:spcAft>
                <a:spcPts val="0"/>
              </a:spcAft>
              <a:buSzPts val="12000"/>
              <a:buNone/>
              <a:defRPr sz="12000" b="1"/>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grpSp>
        <p:nvGrpSpPr>
          <p:cNvPr id="1359" name="Google Shape;1359;p15"/>
          <p:cNvGrpSpPr/>
          <p:nvPr/>
        </p:nvGrpSpPr>
        <p:grpSpPr>
          <a:xfrm flipH="1">
            <a:off x="-428240" y="535909"/>
            <a:ext cx="4030417" cy="3337154"/>
            <a:chOff x="3573297" y="232872"/>
            <a:chExt cx="5470164" cy="4529254"/>
          </a:xfrm>
        </p:grpSpPr>
        <p:sp>
          <p:nvSpPr>
            <p:cNvPr id="1360" name="Google Shape;1360;p15"/>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1" name="Google Shape;1361;p15"/>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2" name="Google Shape;1362;p15"/>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3" name="Google Shape;1363;p15"/>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4" name="Google Shape;1364;p15"/>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5" name="Google Shape;1365;p15"/>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6" name="Google Shape;1366;p15"/>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7" name="Google Shape;1367;p15"/>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368" name="Google Shape;1368;p15"/>
          <p:cNvGrpSpPr/>
          <p:nvPr/>
        </p:nvGrpSpPr>
        <p:grpSpPr>
          <a:xfrm flipH="1">
            <a:off x="-314940" y="-763101"/>
            <a:ext cx="2872292" cy="2378232"/>
            <a:chOff x="2210400" y="2558550"/>
            <a:chExt cx="971025" cy="804000"/>
          </a:xfrm>
        </p:grpSpPr>
        <p:sp>
          <p:nvSpPr>
            <p:cNvPr id="1369" name="Google Shape;1369;p15"/>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0" name="Google Shape;1370;p15"/>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1" name="Google Shape;1371;p15"/>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2" name="Google Shape;1372;p15"/>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3" name="Google Shape;1373;p15"/>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4" name="Google Shape;1374;p15"/>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5" name="Google Shape;1375;p15"/>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6" name="Google Shape;1376;p15"/>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377" name="Google Shape;1377;p15"/>
          <p:cNvGrpSpPr/>
          <p:nvPr/>
        </p:nvGrpSpPr>
        <p:grpSpPr>
          <a:xfrm flipH="1">
            <a:off x="1648421" y="74381"/>
            <a:ext cx="849356" cy="703259"/>
            <a:chOff x="2210400" y="2558550"/>
            <a:chExt cx="971025" cy="804000"/>
          </a:xfrm>
        </p:grpSpPr>
        <p:sp>
          <p:nvSpPr>
            <p:cNvPr id="1378" name="Google Shape;1378;p15"/>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9" name="Google Shape;1379;p15"/>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0" name="Google Shape;1380;p15"/>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1" name="Google Shape;1381;p15"/>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2" name="Google Shape;1382;p15"/>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3" name="Google Shape;1383;p15"/>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4" name="Google Shape;1384;p15"/>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5" name="Google Shape;1385;p15"/>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386" name="Google Shape;1386;p15"/>
          <p:cNvGrpSpPr/>
          <p:nvPr/>
        </p:nvGrpSpPr>
        <p:grpSpPr>
          <a:xfrm>
            <a:off x="2655122" y="292966"/>
            <a:ext cx="849275" cy="848250"/>
            <a:chOff x="8751122" y="1283566"/>
            <a:chExt cx="849275" cy="848250"/>
          </a:xfrm>
        </p:grpSpPr>
        <p:sp>
          <p:nvSpPr>
            <p:cNvPr id="1387" name="Google Shape;1387;p15"/>
            <p:cNvSpPr/>
            <p:nvPr/>
          </p:nvSpPr>
          <p:spPr>
            <a:xfrm flipH="1">
              <a:off x="8763662" y="1295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388" name="Google Shape;1388;p15"/>
            <p:cNvGrpSpPr/>
            <p:nvPr/>
          </p:nvGrpSpPr>
          <p:grpSpPr>
            <a:xfrm flipH="1">
              <a:off x="8751122" y="1283566"/>
              <a:ext cx="849275" cy="848250"/>
              <a:chOff x="2651171" y="2397773"/>
              <a:chExt cx="2099568" cy="2097033"/>
            </a:xfrm>
          </p:grpSpPr>
          <p:sp>
            <p:nvSpPr>
              <p:cNvPr id="1389" name="Google Shape;1389;p15"/>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0" name="Google Shape;1390;p15"/>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sp>
        <p:nvSpPr>
          <p:cNvPr id="1391" name="Google Shape;1391;p15"/>
          <p:cNvSpPr/>
          <p:nvPr/>
        </p:nvSpPr>
        <p:spPr>
          <a:xfrm flipH="1">
            <a:off x="-212362" y="2652459"/>
            <a:ext cx="1284330" cy="1284330"/>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907742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1392"/>
        <p:cNvGrpSpPr/>
        <p:nvPr/>
      </p:nvGrpSpPr>
      <p:grpSpPr>
        <a:xfrm>
          <a:off x="0" y="0"/>
          <a:ext cx="0" cy="0"/>
          <a:chOff x="0" y="0"/>
          <a:chExt cx="0" cy="0"/>
        </a:xfrm>
      </p:grpSpPr>
      <p:sp>
        <p:nvSpPr>
          <p:cNvPr id="1393" name="Google Shape;1393;p16"/>
          <p:cNvSpPr txBox="1">
            <a:spLocks noGrp="1"/>
          </p:cNvSpPr>
          <p:nvPr>
            <p:ph type="title"/>
          </p:nvPr>
        </p:nvSpPr>
        <p:spPr>
          <a:xfrm>
            <a:off x="751625" y="2252400"/>
            <a:ext cx="3820500" cy="1402500"/>
          </a:xfrm>
          <a:prstGeom prst="rect">
            <a:avLst/>
          </a:prstGeom>
        </p:spPr>
        <p:txBody>
          <a:bodyPr spcFirstLastPara="1" wrap="square" lIns="91425" tIns="91425" rIns="91425" bIns="91425" anchor="ctr" anchorCtr="0">
            <a:noAutofit/>
          </a:bodyPr>
          <a:lstStyle>
            <a:lvl1pPr lvl="0"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394" name="Google Shape;1394;p16"/>
          <p:cNvSpPr txBox="1">
            <a:spLocks noGrp="1"/>
          </p:cNvSpPr>
          <p:nvPr>
            <p:ph type="subTitle" idx="1"/>
          </p:nvPr>
        </p:nvSpPr>
        <p:spPr>
          <a:xfrm>
            <a:off x="751500" y="3833475"/>
            <a:ext cx="3820500" cy="5367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1600" b="1">
                <a:solidFill>
                  <a:schemeClr val="dk1"/>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395" name="Google Shape;1395;p16"/>
          <p:cNvSpPr txBox="1">
            <a:spLocks noGrp="1"/>
          </p:cNvSpPr>
          <p:nvPr>
            <p:ph type="title" idx="2" hasCustomPrompt="1"/>
          </p:nvPr>
        </p:nvSpPr>
        <p:spPr>
          <a:xfrm>
            <a:off x="751500" y="694300"/>
            <a:ext cx="2241600" cy="14025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12000"/>
              <a:buNone/>
              <a:defRPr sz="12000" b="1"/>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396" name="Google Shape;1396;p16"/>
          <p:cNvSpPr/>
          <p:nvPr/>
        </p:nvSpPr>
        <p:spPr>
          <a:xfrm flipH="1">
            <a:off x="6752571" y="1"/>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397" name="Google Shape;1397;p16"/>
          <p:cNvGrpSpPr/>
          <p:nvPr/>
        </p:nvGrpSpPr>
        <p:grpSpPr>
          <a:xfrm>
            <a:off x="4444765" y="-242770"/>
            <a:ext cx="4084025" cy="3381541"/>
            <a:chOff x="3573297" y="232872"/>
            <a:chExt cx="5470164" cy="4529254"/>
          </a:xfrm>
        </p:grpSpPr>
        <p:sp>
          <p:nvSpPr>
            <p:cNvPr id="1398" name="Google Shape;1398;p16"/>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9" name="Google Shape;1399;p16"/>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0" name="Google Shape;1400;p16"/>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1" name="Google Shape;1401;p16"/>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2" name="Google Shape;1402;p16"/>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3" name="Google Shape;1403;p16"/>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4" name="Google Shape;1404;p16"/>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5" name="Google Shape;1405;p16"/>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06" name="Google Shape;1406;p16"/>
          <p:cNvGrpSpPr/>
          <p:nvPr/>
        </p:nvGrpSpPr>
        <p:grpSpPr>
          <a:xfrm>
            <a:off x="5528242" y="2181046"/>
            <a:ext cx="2514088" cy="2081645"/>
            <a:chOff x="3573297" y="232872"/>
            <a:chExt cx="5470164" cy="4529254"/>
          </a:xfrm>
        </p:grpSpPr>
        <p:sp>
          <p:nvSpPr>
            <p:cNvPr id="1407" name="Google Shape;1407;p16"/>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8" name="Google Shape;1408;p16"/>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9" name="Google Shape;1409;p16"/>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0" name="Google Shape;1410;p16"/>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1" name="Google Shape;1411;p16"/>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2" name="Google Shape;1412;p16"/>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3" name="Google Shape;1413;p16"/>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4" name="Google Shape;1414;p16"/>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5" name="Google Shape;1415;p16"/>
            <p:cNvSpPr/>
            <p:nvPr/>
          </p:nvSpPr>
          <p:spPr>
            <a:xfrm>
              <a:off x="7064427" y="2439737"/>
              <a:ext cx="2817" cy="8028"/>
            </a:xfrm>
            <a:custGeom>
              <a:avLst/>
              <a:gdLst/>
              <a:ahLst/>
              <a:cxnLst/>
              <a:rect l="l" t="t" r="r" b="b"/>
              <a:pathLst>
                <a:path w="20" h="57" extrusionOk="0">
                  <a:moveTo>
                    <a:pt x="19" y="0"/>
                  </a:moveTo>
                  <a:lnTo>
                    <a:pt x="1" y="19"/>
                  </a:lnTo>
                  <a:lnTo>
                    <a:pt x="19" y="5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6" name="Google Shape;1416;p16"/>
            <p:cNvSpPr/>
            <p:nvPr/>
          </p:nvSpPr>
          <p:spPr>
            <a:xfrm>
              <a:off x="7067102" y="2437061"/>
              <a:ext cx="5352" cy="13238"/>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7" name="Google Shape;1417;p16"/>
            <p:cNvSpPr/>
            <p:nvPr/>
          </p:nvSpPr>
          <p:spPr>
            <a:xfrm>
              <a:off x="7072313" y="2434526"/>
              <a:ext cx="2817" cy="18449"/>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8" name="Google Shape;1418;p16"/>
            <p:cNvSpPr/>
            <p:nvPr/>
          </p:nvSpPr>
          <p:spPr>
            <a:xfrm>
              <a:off x="7074989" y="2431850"/>
              <a:ext cx="2676" cy="23801"/>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9" name="Google Shape;1419;p16"/>
            <p:cNvSpPr/>
            <p:nvPr/>
          </p:nvSpPr>
          <p:spPr>
            <a:xfrm>
              <a:off x="7077524" y="2429174"/>
              <a:ext cx="2817" cy="29012"/>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0" name="Google Shape;1420;p16"/>
            <p:cNvSpPr/>
            <p:nvPr/>
          </p:nvSpPr>
          <p:spPr>
            <a:xfrm>
              <a:off x="7080200" y="2423963"/>
              <a:ext cx="2676" cy="36899"/>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1" name="Google Shape;1421;p16"/>
            <p:cNvSpPr/>
            <p:nvPr/>
          </p:nvSpPr>
          <p:spPr>
            <a:xfrm>
              <a:off x="7082735" y="2421428"/>
              <a:ext cx="2817" cy="44645"/>
            </a:xfrm>
            <a:custGeom>
              <a:avLst/>
              <a:gdLst/>
              <a:ahLst/>
              <a:cxnLst/>
              <a:rect l="l" t="t" r="r" b="b"/>
              <a:pathLst>
                <a:path w="20" h="317" extrusionOk="0">
                  <a:moveTo>
                    <a:pt x="20" y="0"/>
                  </a:moveTo>
                  <a:lnTo>
                    <a:pt x="1" y="19"/>
                  </a:lnTo>
                  <a:lnTo>
                    <a:pt x="1" y="279"/>
                  </a:lnTo>
                  <a:lnTo>
                    <a:pt x="20" y="31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2" name="Google Shape;1422;p16"/>
            <p:cNvSpPr/>
            <p:nvPr/>
          </p:nvSpPr>
          <p:spPr>
            <a:xfrm>
              <a:off x="7085411" y="2418752"/>
              <a:ext cx="5352" cy="49996"/>
            </a:xfrm>
            <a:custGeom>
              <a:avLst/>
              <a:gdLst/>
              <a:ahLst/>
              <a:cxnLst/>
              <a:rect l="l" t="t" r="r" b="b"/>
              <a:pathLst>
                <a:path w="38" h="355" extrusionOk="0">
                  <a:moveTo>
                    <a:pt x="38" y="0"/>
                  </a:moveTo>
                  <a:lnTo>
                    <a:pt x="1" y="19"/>
                  </a:lnTo>
                  <a:lnTo>
                    <a:pt x="1" y="335"/>
                  </a:lnTo>
                  <a:lnTo>
                    <a:pt x="38" y="35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3" name="Google Shape;1423;p16"/>
            <p:cNvSpPr/>
            <p:nvPr/>
          </p:nvSpPr>
          <p:spPr>
            <a:xfrm>
              <a:off x="7090622" y="2416076"/>
              <a:ext cx="2817" cy="55207"/>
            </a:xfrm>
            <a:custGeom>
              <a:avLst/>
              <a:gdLst/>
              <a:ahLst/>
              <a:cxnLst/>
              <a:rect l="l" t="t" r="r" b="b"/>
              <a:pathLst>
                <a:path w="20" h="392" extrusionOk="0">
                  <a:moveTo>
                    <a:pt x="19" y="1"/>
                  </a:moveTo>
                  <a:lnTo>
                    <a:pt x="1" y="19"/>
                  </a:lnTo>
                  <a:lnTo>
                    <a:pt x="1" y="373"/>
                  </a:lnTo>
                  <a:lnTo>
                    <a:pt x="19" y="3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4" name="Google Shape;1424;p16"/>
            <p:cNvSpPr/>
            <p:nvPr/>
          </p:nvSpPr>
          <p:spPr>
            <a:xfrm>
              <a:off x="7093298" y="2413541"/>
              <a:ext cx="2817" cy="60418"/>
            </a:xfrm>
            <a:custGeom>
              <a:avLst/>
              <a:gdLst/>
              <a:ahLst/>
              <a:cxnLst/>
              <a:rect l="l" t="t" r="r" b="b"/>
              <a:pathLst>
                <a:path w="20" h="429" extrusionOk="0">
                  <a:moveTo>
                    <a:pt x="19" y="0"/>
                  </a:moveTo>
                  <a:lnTo>
                    <a:pt x="0" y="19"/>
                  </a:lnTo>
                  <a:lnTo>
                    <a:pt x="0"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5" name="Google Shape;1425;p16"/>
            <p:cNvSpPr/>
            <p:nvPr/>
          </p:nvSpPr>
          <p:spPr>
            <a:xfrm>
              <a:off x="7095973" y="2410866"/>
              <a:ext cx="2676" cy="65629"/>
            </a:xfrm>
            <a:custGeom>
              <a:avLst/>
              <a:gdLst/>
              <a:ahLst/>
              <a:cxnLst/>
              <a:rect l="l" t="t" r="r" b="b"/>
              <a:pathLst>
                <a:path w="19" h="466" extrusionOk="0">
                  <a:moveTo>
                    <a:pt x="19" y="1"/>
                  </a:moveTo>
                  <a:lnTo>
                    <a:pt x="0" y="19"/>
                  </a:lnTo>
                  <a:lnTo>
                    <a:pt x="0" y="447"/>
                  </a:lnTo>
                  <a:lnTo>
                    <a:pt x="19" y="46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6" name="Google Shape;1426;p16"/>
            <p:cNvSpPr/>
            <p:nvPr/>
          </p:nvSpPr>
          <p:spPr>
            <a:xfrm>
              <a:off x="7098508" y="2405655"/>
              <a:ext cx="2817" cy="73516"/>
            </a:xfrm>
            <a:custGeom>
              <a:avLst/>
              <a:gdLst/>
              <a:ahLst/>
              <a:cxnLst/>
              <a:rect l="l" t="t" r="r" b="b"/>
              <a:pathLst>
                <a:path w="20" h="522" extrusionOk="0">
                  <a:moveTo>
                    <a:pt x="19" y="0"/>
                  </a:moveTo>
                  <a:lnTo>
                    <a:pt x="1" y="38"/>
                  </a:lnTo>
                  <a:lnTo>
                    <a:pt x="1" y="503"/>
                  </a:lnTo>
                  <a:lnTo>
                    <a:pt x="19" y="5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7" name="Google Shape;1427;p16"/>
            <p:cNvSpPr/>
            <p:nvPr/>
          </p:nvSpPr>
          <p:spPr>
            <a:xfrm>
              <a:off x="7101184" y="2402979"/>
              <a:ext cx="2676" cy="81403"/>
            </a:xfrm>
            <a:custGeom>
              <a:avLst/>
              <a:gdLst/>
              <a:ahLst/>
              <a:cxnLst/>
              <a:rect l="l" t="t" r="r" b="b"/>
              <a:pathLst>
                <a:path w="19" h="578" extrusionOk="0">
                  <a:moveTo>
                    <a:pt x="19" y="1"/>
                  </a:moveTo>
                  <a:lnTo>
                    <a:pt x="0" y="19"/>
                  </a:lnTo>
                  <a:lnTo>
                    <a:pt x="0" y="541"/>
                  </a:lnTo>
                  <a:lnTo>
                    <a:pt x="19" y="57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8" name="Google Shape;1428;p16"/>
            <p:cNvSpPr/>
            <p:nvPr/>
          </p:nvSpPr>
          <p:spPr>
            <a:xfrm>
              <a:off x="7103719" y="2400444"/>
              <a:ext cx="5493" cy="86614"/>
            </a:xfrm>
            <a:custGeom>
              <a:avLst/>
              <a:gdLst/>
              <a:ahLst/>
              <a:cxnLst/>
              <a:rect l="l" t="t" r="r" b="b"/>
              <a:pathLst>
                <a:path w="39" h="615" extrusionOk="0">
                  <a:moveTo>
                    <a:pt x="38" y="0"/>
                  </a:moveTo>
                  <a:lnTo>
                    <a:pt x="1" y="19"/>
                  </a:lnTo>
                  <a:lnTo>
                    <a:pt x="1" y="596"/>
                  </a:lnTo>
                  <a:lnTo>
                    <a:pt x="38" y="61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429" name="Google Shape;1429;p16"/>
          <p:cNvSpPr/>
          <p:nvPr/>
        </p:nvSpPr>
        <p:spPr>
          <a:xfrm>
            <a:off x="6384719" y="4370171"/>
            <a:ext cx="801132" cy="801132"/>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430" name="Google Shape;1430;p16"/>
          <p:cNvGrpSpPr/>
          <p:nvPr/>
        </p:nvGrpSpPr>
        <p:grpSpPr>
          <a:xfrm flipH="1">
            <a:off x="8354007" y="1672491"/>
            <a:ext cx="1066559" cy="1066631"/>
            <a:chOff x="4915725" y="3008700"/>
            <a:chExt cx="368975" cy="369000"/>
          </a:xfrm>
        </p:grpSpPr>
        <p:sp>
          <p:nvSpPr>
            <p:cNvPr id="1431" name="Google Shape;1431;p16"/>
            <p:cNvSpPr/>
            <p:nvPr/>
          </p:nvSpPr>
          <p:spPr>
            <a:xfrm>
              <a:off x="4915725" y="3008700"/>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2" name="Google Shape;1432;p16"/>
            <p:cNvSpPr/>
            <p:nvPr/>
          </p:nvSpPr>
          <p:spPr>
            <a:xfrm>
              <a:off x="4982725" y="3075700"/>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34763841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433"/>
        <p:cNvGrpSpPr/>
        <p:nvPr/>
      </p:nvGrpSpPr>
      <p:grpSpPr>
        <a:xfrm>
          <a:off x="0" y="0"/>
          <a:ext cx="0" cy="0"/>
          <a:chOff x="0" y="0"/>
          <a:chExt cx="0" cy="0"/>
        </a:xfrm>
      </p:grpSpPr>
      <p:sp>
        <p:nvSpPr>
          <p:cNvPr id="1434" name="Google Shape;1434;p17"/>
          <p:cNvSpPr/>
          <p:nvPr/>
        </p:nvSpPr>
        <p:spPr>
          <a:xfrm>
            <a:off x="7422442" y="35027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435" name="Google Shape;1435;p17"/>
          <p:cNvGrpSpPr/>
          <p:nvPr/>
        </p:nvGrpSpPr>
        <p:grpSpPr>
          <a:xfrm>
            <a:off x="5868426" y="-153461"/>
            <a:ext cx="3931972" cy="3255637"/>
            <a:chOff x="2210400" y="2558550"/>
            <a:chExt cx="971025" cy="804000"/>
          </a:xfrm>
        </p:grpSpPr>
        <p:sp>
          <p:nvSpPr>
            <p:cNvPr id="1436" name="Google Shape;1436;p1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7" name="Google Shape;1437;p1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8" name="Google Shape;1438;p1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9" name="Google Shape;1439;p1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0" name="Google Shape;1440;p1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1" name="Google Shape;1441;p1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2" name="Google Shape;1442;p1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3" name="Google Shape;1443;p1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44" name="Google Shape;1444;p17"/>
          <p:cNvGrpSpPr/>
          <p:nvPr/>
        </p:nvGrpSpPr>
        <p:grpSpPr>
          <a:xfrm>
            <a:off x="5637046" y="992950"/>
            <a:ext cx="1162705" cy="962710"/>
            <a:chOff x="2210400" y="2558550"/>
            <a:chExt cx="971025" cy="804000"/>
          </a:xfrm>
        </p:grpSpPr>
        <p:sp>
          <p:nvSpPr>
            <p:cNvPr id="1445" name="Google Shape;1445;p1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6" name="Google Shape;1446;p1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7" name="Google Shape;1447;p1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8" name="Google Shape;1448;p1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9" name="Google Shape;1449;p1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0" name="Google Shape;1450;p1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1" name="Google Shape;1451;p1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2" name="Google Shape;1452;p1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53" name="Google Shape;1453;p17"/>
          <p:cNvGrpSpPr/>
          <p:nvPr/>
        </p:nvGrpSpPr>
        <p:grpSpPr>
          <a:xfrm>
            <a:off x="7253149" y="3334154"/>
            <a:ext cx="1162531" cy="1161127"/>
            <a:chOff x="2651171" y="2397773"/>
            <a:chExt cx="2099568" cy="2097033"/>
          </a:xfrm>
        </p:grpSpPr>
        <p:sp>
          <p:nvSpPr>
            <p:cNvPr id="1454" name="Google Shape;1454;p17"/>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5" name="Google Shape;1455;p17"/>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56" name="Google Shape;1456;p17"/>
          <p:cNvGrpSpPr/>
          <p:nvPr/>
        </p:nvGrpSpPr>
        <p:grpSpPr>
          <a:xfrm>
            <a:off x="-1552190" y="1537709"/>
            <a:ext cx="4779359" cy="3901002"/>
            <a:chOff x="2556818" y="232872"/>
            <a:chExt cx="6486643" cy="5294519"/>
          </a:xfrm>
        </p:grpSpPr>
        <p:sp>
          <p:nvSpPr>
            <p:cNvPr id="1457" name="Google Shape;1457;p17"/>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8" name="Google Shape;1458;p17"/>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9" name="Google Shape;1459;p17"/>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0" name="Google Shape;1460;p17"/>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1" name="Google Shape;1461;p17"/>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2" name="Google Shape;1462;p17"/>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3" name="Google Shape;1463;p17"/>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4" name="Google Shape;1464;p17"/>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5" name="Google Shape;1465;p17"/>
            <p:cNvSpPr/>
            <p:nvPr/>
          </p:nvSpPr>
          <p:spPr>
            <a:xfrm>
              <a:off x="2556818" y="3784276"/>
              <a:ext cx="1743115" cy="1743115"/>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66" name="Google Shape;1466;p17"/>
          <p:cNvGrpSpPr/>
          <p:nvPr/>
        </p:nvGrpSpPr>
        <p:grpSpPr>
          <a:xfrm>
            <a:off x="1701728" y="4085003"/>
            <a:ext cx="1067211" cy="1065922"/>
            <a:chOff x="2651171" y="2397773"/>
            <a:chExt cx="2099568" cy="2097033"/>
          </a:xfrm>
        </p:grpSpPr>
        <p:sp>
          <p:nvSpPr>
            <p:cNvPr id="1467" name="Google Shape;1467;p17"/>
            <p:cNvSpPr/>
            <p:nvPr/>
          </p:nvSpPr>
          <p:spPr>
            <a:xfrm>
              <a:off x="2682577" y="2429319"/>
              <a:ext cx="2036756" cy="2036615"/>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8" name="Google Shape;1468;p17"/>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9" name="Google Shape;1469;p17"/>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470" name="Google Shape;1470;p17"/>
          <p:cNvSpPr txBox="1">
            <a:spLocks noGrp="1"/>
          </p:cNvSpPr>
          <p:nvPr>
            <p:ph type="title"/>
          </p:nvPr>
        </p:nvSpPr>
        <p:spPr>
          <a:xfrm>
            <a:off x="2074375" y="2993651"/>
            <a:ext cx="4658100" cy="5319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18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471" name="Google Shape;1471;p17"/>
          <p:cNvSpPr txBox="1">
            <a:spLocks noGrp="1"/>
          </p:cNvSpPr>
          <p:nvPr>
            <p:ph type="subTitle" idx="1"/>
          </p:nvPr>
        </p:nvSpPr>
        <p:spPr>
          <a:xfrm>
            <a:off x="2074375" y="1438075"/>
            <a:ext cx="5385000" cy="1445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500"/>
              <a:buNone/>
              <a:defRPr sz="25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endParaRPr/>
          </a:p>
        </p:txBody>
      </p:sp>
    </p:spTree>
    <p:extLst>
      <p:ext uri="{BB962C8B-B14F-4D97-AF65-F5344CB8AC3E}">
        <p14:creationId xmlns:p14="http://schemas.microsoft.com/office/powerpoint/2010/main" val="17865312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
  <p:cSld name="Title and text ">
    <p:spTree>
      <p:nvGrpSpPr>
        <p:cNvPr id="1" name="Shape 1472"/>
        <p:cNvGrpSpPr/>
        <p:nvPr/>
      </p:nvGrpSpPr>
      <p:grpSpPr>
        <a:xfrm>
          <a:off x="0" y="0"/>
          <a:ext cx="0" cy="0"/>
          <a:chOff x="0" y="0"/>
          <a:chExt cx="0" cy="0"/>
        </a:xfrm>
      </p:grpSpPr>
      <p:sp>
        <p:nvSpPr>
          <p:cNvPr id="1473" name="Google Shape;1473;p18"/>
          <p:cNvSpPr txBox="1">
            <a:spLocks noGrp="1"/>
          </p:cNvSpPr>
          <p:nvPr>
            <p:ph type="title"/>
          </p:nvPr>
        </p:nvSpPr>
        <p:spPr>
          <a:xfrm>
            <a:off x="713225" y="1366475"/>
            <a:ext cx="4153800" cy="1303500"/>
          </a:xfrm>
          <a:prstGeom prst="rect">
            <a:avLst/>
          </a:prstGeom>
        </p:spPr>
        <p:txBody>
          <a:bodyPr spcFirstLastPara="1" wrap="square" lIns="91425" tIns="91425" rIns="91425" bIns="91425" anchor="ctr" anchorCtr="0">
            <a:noAutofit/>
          </a:bodyPr>
          <a:lstStyle>
            <a:lvl1pPr lvl="0" rtl="0">
              <a:spcBef>
                <a:spcPts val="0"/>
              </a:spcBef>
              <a:spcAft>
                <a:spcPts val="0"/>
              </a:spcAft>
              <a:buSzPts val="3300"/>
              <a:buNone/>
              <a:defRPr sz="10000">
                <a:latin typeface="Space Grotesk Medium"/>
                <a:ea typeface="Space Grotesk Medium"/>
                <a:cs typeface="Space Grotesk Medium"/>
                <a:sym typeface="Space Grotesk Medium"/>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474" name="Google Shape;1474;p18"/>
          <p:cNvSpPr txBox="1">
            <a:spLocks noGrp="1"/>
          </p:cNvSpPr>
          <p:nvPr>
            <p:ph type="body" idx="1"/>
          </p:nvPr>
        </p:nvSpPr>
        <p:spPr>
          <a:xfrm>
            <a:off x="713225" y="2861975"/>
            <a:ext cx="4153800" cy="6909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marL="457200" lvl="0" indent="-342900" rtl="0">
              <a:lnSpc>
                <a:spcPct val="100000"/>
              </a:lnSpc>
              <a:spcBef>
                <a:spcPts val="0"/>
              </a:spcBef>
              <a:spcAft>
                <a:spcPts val="0"/>
              </a:spcAft>
              <a:buSzPts val="1800"/>
              <a:buAutoNum type="arabicPeriod"/>
              <a:defRPr sz="1600" b="1">
                <a:solidFill>
                  <a:schemeClr val="dk1"/>
                </a:solidFill>
              </a:defRPr>
            </a:lvl1pPr>
            <a:lvl2pPr marL="914400" lvl="1" indent="-317500" rtl="0">
              <a:spcBef>
                <a:spcPts val="0"/>
              </a:spcBef>
              <a:spcAft>
                <a:spcPts val="0"/>
              </a:spcAft>
              <a:buSzPts val="1400"/>
              <a:buAutoNum type="alphaLcPeriod"/>
              <a:defRPr/>
            </a:lvl2pPr>
            <a:lvl3pPr marL="1371600" lvl="2" indent="-317500" rtl="0">
              <a:spcBef>
                <a:spcPts val="0"/>
              </a:spcBef>
              <a:spcAft>
                <a:spcPts val="0"/>
              </a:spcAft>
              <a:buSzPts val="1400"/>
              <a:buAutoNum type="romanLcPeriod"/>
              <a:defRPr/>
            </a:lvl3pPr>
            <a:lvl4pPr marL="1828800" lvl="3" indent="-317500" rtl="0">
              <a:spcBef>
                <a:spcPts val="0"/>
              </a:spcBef>
              <a:spcAft>
                <a:spcPts val="0"/>
              </a:spcAft>
              <a:buSzPts val="1400"/>
              <a:buAutoNum type="arabicPeriod"/>
              <a:defRPr/>
            </a:lvl4pPr>
            <a:lvl5pPr marL="2286000" lvl="4" indent="-317500" rtl="0">
              <a:spcBef>
                <a:spcPts val="0"/>
              </a:spcBef>
              <a:spcAft>
                <a:spcPts val="0"/>
              </a:spcAft>
              <a:buSzPts val="1400"/>
              <a:buAutoNum type="alphaLcPeriod"/>
              <a:defRPr/>
            </a:lvl5pPr>
            <a:lvl6pPr marL="2743200" lvl="5" indent="-317500" rtl="0">
              <a:spcBef>
                <a:spcPts val="0"/>
              </a:spcBef>
              <a:spcAft>
                <a:spcPts val="0"/>
              </a:spcAft>
              <a:buSzPts val="1400"/>
              <a:buAutoNum type="romanLcPeriod"/>
              <a:defRPr/>
            </a:lvl6pPr>
            <a:lvl7pPr marL="3200400" lvl="6" indent="-317500" rtl="0">
              <a:spcBef>
                <a:spcPts val="0"/>
              </a:spcBef>
              <a:spcAft>
                <a:spcPts val="0"/>
              </a:spcAft>
              <a:buSzPts val="1400"/>
              <a:buAutoNum type="arabicPeriod"/>
              <a:defRPr/>
            </a:lvl7pPr>
            <a:lvl8pPr marL="3657600" lvl="7" indent="-317500" rtl="0">
              <a:spcBef>
                <a:spcPts val="0"/>
              </a:spcBef>
              <a:spcAft>
                <a:spcPts val="0"/>
              </a:spcAft>
              <a:buSzPts val="1400"/>
              <a:buAutoNum type="alphaLcPeriod"/>
              <a:defRPr/>
            </a:lvl8pPr>
            <a:lvl9pPr marL="4114800" lvl="8" indent="-317500" rtl="0">
              <a:spcBef>
                <a:spcPts val="0"/>
              </a:spcBef>
              <a:spcAft>
                <a:spcPts val="0"/>
              </a:spcAft>
              <a:buSzPts val="1400"/>
              <a:buAutoNum type="romanLcPeriod"/>
              <a:defRPr/>
            </a:lvl9pPr>
          </a:lstStyle>
          <a:p>
            <a:endParaRPr/>
          </a:p>
        </p:txBody>
      </p:sp>
      <p:grpSp>
        <p:nvGrpSpPr>
          <p:cNvPr id="1475" name="Google Shape;1475;p18"/>
          <p:cNvGrpSpPr/>
          <p:nvPr/>
        </p:nvGrpSpPr>
        <p:grpSpPr>
          <a:xfrm rot="10800000" flipH="1">
            <a:off x="7502649" y="117854"/>
            <a:ext cx="950475" cy="949327"/>
            <a:chOff x="2651171" y="2397773"/>
            <a:chExt cx="2099568" cy="2097033"/>
          </a:xfrm>
        </p:grpSpPr>
        <p:sp>
          <p:nvSpPr>
            <p:cNvPr id="1476" name="Google Shape;1476;p18"/>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7" name="Google Shape;1477;p18"/>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78" name="Google Shape;1478;p18"/>
          <p:cNvGrpSpPr/>
          <p:nvPr/>
        </p:nvGrpSpPr>
        <p:grpSpPr>
          <a:xfrm>
            <a:off x="6967434" y="591408"/>
            <a:ext cx="776000" cy="775063"/>
            <a:chOff x="2651171" y="2397773"/>
            <a:chExt cx="2099568" cy="2097033"/>
          </a:xfrm>
        </p:grpSpPr>
        <p:sp>
          <p:nvSpPr>
            <p:cNvPr id="1479" name="Google Shape;1479;p18"/>
            <p:cNvSpPr/>
            <p:nvPr/>
          </p:nvSpPr>
          <p:spPr>
            <a:xfrm>
              <a:off x="2682577" y="2429319"/>
              <a:ext cx="2036756" cy="2036615"/>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0" name="Google Shape;1480;p18"/>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1" name="Google Shape;1481;p18"/>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482" name="Google Shape;1482;p18"/>
          <p:cNvGrpSpPr/>
          <p:nvPr/>
        </p:nvGrpSpPr>
        <p:grpSpPr>
          <a:xfrm>
            <a:off x="4867027" y="-1203763"/>
            <a:ext cx="2872292" cy="2378232"/>
            <a:chOff x="2210400" y="2558550"/>
            <a:chExt cx="971025" cy="804000"/>
          </a:xfrm>
        </p:grpSpPr>
        <p:sp>
          <p:nvSpPr>
            <p:cNvPr id="1483" name="Google Shape;1483;p1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4" name="Google Shape;1484;p1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5" name="Google Shape;1485;p1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6" name="Google Shape;1486;p1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7" name="Google Shape;1487;p1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8" name="Google Shape;1488;p1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9" name="Google Shape;1489;p1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0" name="Google Shape;1490;p1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491" name="Google Shape;1491;p18"/>
          <p:cNvSpPr/>
          <p:nvPr/>
        </p:nvSpPr>
        <p:spPr>
          <a:xfrm>
            <a:off x="3861515" y="-2106569"/>
            <a:ext cx="3365079" cy="3363186"/>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492" name="Google Shape;1492;p18"/>
          <p:cNvGrpSpPr/>
          <p:nvPr/>
        </p:nvGrpSpPr>
        <p:grpSpPr>
          <a:xfrm rot="10800000" flipH="1">
            <a:off x="6370594" y="1256627"/>
            <a:ext cx="3214967" cy="2661964"/>
            <a:chOff x="2210400" y="2558550"/>
            <a:chExt cx="971025" cy="804000"/>
          </a:xfrm>
        </p:grpSpPr>
        <p:sp>
          <p:nvSpPr>
            <p:cNvPr id="1493" name="Google Shape;1493;p1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4" name="Google Shape;1494;p1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5" name="Google Shape;1495;p1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6" name="Google Shape;1496;p1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7" name="Google Shape;1497;p1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8" name="Google Shape;1498;p1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9" name="Google Shape;1499;p1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00" name="Google Shape;1500;p1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20865541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1501"/>
        <p:cNvGrpSpPr/>
        <p:nvPr/>
      </p:nvGrpSpPr>
      <p:grpSpPr>
        <a:xfrm>
          <a:off x="0" y="0"/>
          <a:ext cx="0" cy="0"/>
          <a:chOff x="0" y="0"/>
          <a:chExt cx="0" cy="0"/>
        </a:xfrm>
      </p:grpSpPr>
      <p:sp>
        <p:nvSpPr>
          <p:cNvPr id="1502" name="Google Shape;1502;p19"/>
          <p:cNvSpPr txBox="1">
            <a:spLocks noGrp="1"/>
          </p:cNvSpPr>
          <p:nvPr>
            <p:ph type="subTitle" idx="1"/>
          </p:nvPr>
        </p:nvSpPr>
        <p:spPr>
          <a:xfrm>
            <a:off x="1182225" y="2028650"/>
            <a:ext cx="2936100" cy="877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03" name="Google Shape;1503;p19"/>
          <p:cNvSpPr txBox="1">
            <a:spLocks noGrp="1"/>
          </p:cNvSpPr>
          <p:nvPr>
            <p:ph type="title"/>
          </p:nvPr>
        </p:nvSpPr>
        <p:spPr>
          <a:xfrm>
            <a:off x="713225" y="539500"/>
            <a:ext cx="7717500" cy="565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1504" name="Google Shape;1504;p19"/>
          <p:cNvGrpSpPr/>
          <p:nvPr/>
        </p:nvGrpSpPr>
        <p:grpSpPr>
          <a:xfrm>
            <a:off x="1393230" y="3917121"/>
            <a:ext cx="2514088" cy="2081645"/>
            <a:chOff x="3573297" y="232872"/>
            <a:chExt cx="5470164" cy="4529254"/>
          </a:xfrm>
        </p:grpSpPr>
        <p:sp>
          <p:nvSpPr>
            <p:cNvPr id="1505" name="Google Shape;1505;p19"/>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06" name="Google Shape;1506;p19"/>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07" name="Google Shape;1507;p19"/>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08" name="Google Shape;1508;p19"/>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09" name="Google Shape;1509;p19"/>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10" name="Google Shape;1510;p19"/>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11" name="Google Shape;1511;p19"/>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12" name="Google Shape;1512;p19"/>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513" name="Google Shape;1513;p19"/>
          <p:cNvGrpSpPr/>
          <p:nvPr/>
        </p:nvGrpSpPr>
        <p:grpSpPr>
          <a:xfrm flipH="1">
            <a:off x="-811341" y="3366012"/>
            <a:ext cx="3673270" cy="3119516"/>
            <a:chOff x="4665875" y="2808650"/>
            <a:chExt cx="993850" cy="844025"/>
          </a:xfrm>
        </p:grpSpPr>
        <p:sp>
          <p:nvSpPr>
            <p:cNvPr id="1514" name="Google Shape;1514;p19"/>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15" name="Google Shape;1515;p19"/>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16" name="Google Shape;1516;p19"/>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17" name="Google Shape;1517;p19"/>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18" name="Google Shape;1518;p19"/>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19" name="Google Shape;1519;p19"/>
            <p:cNvSpPr/>
            <p:nvPr/>
          </p:nvSpPr>
          <p:spPr>
            <a:xfrm>
              <a:off x="4967653" y="3046159"/>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20" name="Google Shape;1520;p19"/>
            <p:cNvSpPr/>
            <p:nvPr/>
          </p:nvSpPr>
          <p:spPr>
            <a:xfrm>
              <a:off x="5034653" y="3113159"/>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521" name="Google Shape;1521;p19"/>
          <p:cNvGrpSpPr/>
          <p:nvPr/>
        </p:nvGrpSpPr>
        <p:grpSpPr>
          <a:xfrm>
            <a:off x="7450142" y="1970021"/>
            <a:ext cx="2514088" cy="2081645"/>
            <a:chOff x="3573297" y="232872"/>
            <a:chExt cx="5470164" cy="4529254"/>
          </a:xfrm>
        </p:grpSpPr>
        <p:sp>
          <p:nvSpPr>
            <p:cNvPr id="1522" name="Google Shape;1522;p19"/>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23" name="Google Shape;1523;p19"/>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24" name="Google Shape;1524;p19"/>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25" name="Google Shape;1525;p19"/>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26" name="Google Shape;1526;p19"/>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27" name="Google Shape;1527;p19"/>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28" name="Google Shape;1528;p19"/>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29" name="Google Shape;1529;p19"/>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530" name="Google Shape;1530;p19"/>
          <p:cNvGrpSpPr/>
          <p:nvPr/>
        </p:nvGrpSpPr>
        <p:grpSpPr>
          <a:xfrm>
            <a:off x="6428065" y="-352295"/>
            <a:ext cx="4084025" cy="3381541"/>
            <a:chOff x="3573297" y="232872"/>
            <a:chExt cx="5470164" cy="4529254"/>
          </a:xfrm>
        </p:grpSpPr>
        <p:sp>
          <p:nvSpPr>
            <p:cNvPr id="1531" name="Google Shape;1531;p19"/>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32" name="Google Shape;1532;p19"/>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33" name="Google Shape;1533;p19"/>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34" name="Google Shape;1534;p19"/>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35" name="Google Shape;1535;p19"/>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36" name="Google Shape;1536;p19"/>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37" name="Google Shape;1537;p19"/>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38" name="Google Shape;1538;p19"/>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539" name="Google Shape;1539;p19"/>
          <p:cNvGrpSpPr/>
          <p:nvPr/>
        </p:nvGrpSpPr>
        <p:grpSpPr>
          <a:xfrm>
            <a:off x="7404074" y="757904"/>
            <a:ext cx="1162531" cy="1161127"/>
            <a:chOff x="7253149" y="3334154"/>
            <a:chExt cx="1162531" cy="1161127"/>
          </a:xfrm>
        </p:grpSpPr>
        <p:sp>
          <p:nvSpPr>
            <p:cNvPr id="1540" name="Google Shape;1540;p19"/>
            <p:cNvSpPr/>
            <p:nvPr/>
          </p:nvSpPr>
          <p:spPr>
            <a:xfrm>
              <a:off x="7422442" y="35027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541" name="Google Shape;1541;p19"/>
            <p:cNvGrpSpPr/>
            <p:nvPr/>
          </p:nvGrpSpPr>
          <p:grpSpPr>
            <a:xfrm>
              <a:off x="7253149" y="3334154"/>
              <a:ext cx="1162531" cy="1161127"/>
              <a:chOff x="2651171" y="2397773"/>
              <a:chExt cx="2099568" cy="2097033"/>
            </a:xfrm>
          </p:grpSpPr>
          <p:sp>
            <p:nvSpPr>
              <p:cNvPr id="1542" name="Google Shape;1542;p19"/>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43" name="Google Shape;1543;p19"/>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sp>
        <p:nvSpPr>
          <p:cNvPr id="1544" name="Google Shape;1544;p19"/>
          <p:cNvSpPr>
            <a:spLocks noGrp="1"/>
          </p:cNvSpPr>
          <p:nvPr>
            <p:ph type="pic" idx="2"/>
          </p:nvPr>
        </p:nvSpPr>
        <p:spPr>
          <a:xfrm>
            <a:off x="5143500" y="2028650"/>
            <a:ext cx="2739600" cy="1629900"/>
          </a:xfrm>
          <a:prstGeom prst="rect">
            <a:avLst/>
          </a:prstGeom>
          <a:noFill/>
          <a:ln w="9525" cap="flat" cmpd="sng">
            <a:solidFill>
              <a:schemeClr val="dk1"/>
            </a:solidFill>
            <a:prstDash val="solid"/>
            <a:round/>
            <a:headEnd type="none" w="sm" len="sm"/>
            <a:tailEnd type="none" w="sm" len="sm"/>
          </a:ln>
        </p:spPr>
      </p:sp>
    </p:spTree>
    <p:extLst>
      <p:ext uri="{BB962C8B-B14F-4D97-AF65-F5344CB8AC3E}">
        <p14:creationId xmlns:p14="http://schemas.microsoft.com/office/powerpoint/2010/main" val="32980952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545"/>
        <p:cNvGrpSpPr/>
        <p:nvPr/>
      </p:nvGrpSpPr>
      <p:grpSpPr>
        <a:xfrm>
          <a:off x="0" y="0"/>
          <a:ext cx="0" cy="0"/>
          <a:chOff x="0" y="0"/>
          <a:chExt cx="0" cy="0"/>
        </a:xfrm>
      </p:grpSpPr>
      <p:sp>
        <p:nvSpPr>
          <p:cNvPr id="1546" name="Google Shape;1546;p20"/>
          <p:cNvSpPr txBox="1">
            <a:spLocks noGrp="1"/>
          </p:cNvSpPr>
          <p:nvPr>
            <p:ph type="subTitle" idx="1"/>
          </p:nvPr>
        </p:nvSpPr>
        <p:spPr>
          <a:xfrm>
            <a:off x="3340313" y="1082000"/>
            <a:ext cx="2084100" cy="56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500"/>
              <a:buFont typeface="Cinzel"/>
              <a:buNone/>
              <a:defRPr>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500"/>
              <a:buFont typeface="Cinzel"/>
              <a:buNone/>
              <a:defRPr sz="2500">
                <a:latin typeface="Cinzel"/>
                <a:ea typeface="Cinzel"/>
                <a:cs typeface="Cinzel"/>
                <a:sym typeface="Cinzel"/>
              </a:defRPr>
            </a:lvl2pPr>
            <a:lvl3pPr lvl="2" algn="ctr" rtl="0">
              <a:lnSpc>
                <a:spcPct val="100000"/>
              </a:lnSpc>
              <a:spcBef>
                <a:spcPts val="0"/>
              </a:spcBef>
              <a:spcAft>
                <a:spcPts val="0"/>
              </a:spcAft>
              <a:buSzPts val="2500"/>
              <a:buFont typeface="Cinzel"/>
              <a:buNone/>
              <a:defRPr sz="2500">
                <a:latin typeface="Cinzel"/>
                <a:ea typeface="Cinzel"/>
                <a:cs typeface="Cinzel"/>
                <a:sym typeface="Cinzel"/>
              </a:defRPr>
            </a:lvl3pPr>
            <a:lvl4pPr lvl="3" algn="ctr" rtl="0">
              <a:lnSpc>
                <a:spcPct val="100000"/>
              </a:lnSpc>
              <a:spcBef>
                <a:spcPts val="0"/>
              </a:spcBef>
              <a:spcAft>
                <a:spcPts val="0"/>
              </a:spcAft>
              <a:buSzPts val="2500"/>
              <a:buFont typeface="Cinzel"/>
              <a:buNone/>
              <a:defRPr sz="2500">
                <a:latin typeface="Cinzel"/>
                <a:ea typeface="Cinzel"/>
                <a:cs typeface="Cinzel"/>
                <a:sym typeface="Cinzel"/>
              </a:defRPr>
            </a:lvl4pPr>
            <a:lvl5pPr lvl="4" algn="ctr" rtl="0">
              <a:lnSpc>
                <a:spcPct val="100000"/>
              </a:lnSpc>
              <a:spcBef>
                <a:spcPts val="0"/>
              </a:spcBef>
              <a:spcAft>
                <a:spcPts val="0"/>
              </a:spcAft>
              <a:buSzPts val="2500"/>
              <a:buFont typeface="Cinzel"/>
              <a:buNone/>
              <a:defRPr sz="2500">
                <a:latin typeface="Cinzel"/>
                <a:ea typeface="Cinzel"/>
                <a:cs typeface="Cinzel"/>
                <a:sym typeface="Cinzel"/>
              </a:defRPr>
            </a:lvl5pPr>
            <a:lvl6pPr lvl="5" algn="ctr" rtl="0">
              <a:lnSpc>
                <a:spcPct val="100000"/>
              </a:lnSpc>
              <a:spcBef>
                <a:spcPts val="0"/>
              </a:spcBef>
              <a:spcAft>
                <a:spcPts val="0"/>
              </a:spcAft>
              <a:buSzPts val="2500"/>
              <a:buFont typeface="Cinzel"/>
              <a:buNone/>
              <a:defRPr sz="2500">
                <a:latin typeface="Cinzel"/>
                <a:ea typeface="Cinzel"/>
                <a:cs typeface="Cinzel"/>
                <a:sym typeface="Cinzel"/>
              </a:defRPr>
            </a:lvl6pPr>
            <a:lvl7pPr lvl="6" algn="ctr" rtl="0">
              <a:lnSpc>
                <a:spcPct val="100000"/>
              </a:lnSpc>
              <a:spcBef>
                <a:spcPts val="0"/>
              </a:spcBef>
              <a:spcAft>
                <a:spcPts val="0"/>
              </a:spcAft>
              <a:buSzPts val="2500"/>
              <a:buFont typeface="Cinzel"/>
              <a:buNone/>
              <a:defRPr sz="2500">
                <a:latin typeface="Cinzel"/>
                <a:ea typeface="Cinzel"/>
                <a:cs typeface="Cinzel"/>
                <a:sym typeface="Cinzel"/>
              </a:defRPr>
            </a:lvl7pPr>
            <a:lvl8pPr lvl="7" algn="ctr" rtl="0">
              <a:lnSpc>
                <a:spcPct val="100000"/>
              </a:lnSpc>
              <a:spcBef>
                <a:spcPts val="0"/>
              </a:spcBef>
              <a:spcAft>
                <a:spcPts val="0"/>
              </a:spcAft>
              <a:buSzPts val="2500"/>
              <a:buFont typeface="Cinzel"/>
              <a:buNone/>
              <a:defRPr sz="2500">
                <a:latin typeface="Cinzel"/>
                <a:ea typeface="Cinzel"/>
                <a:cs typeface="Cinzel"/>
                <a:sym typeface="Cinzel"/>
              </a:defRPr>
            </a:lvl8pPr>
            <a:lvl9pPr lvl="8" algn="ctr" rtl="0">
              <a:lnSpc>
                <a:spcPct val="100000"/>
              </a:lnSpc>
              <a:spcBef>
                <a:spcPts val="0"/>
              </a:spcBef>
              <a:spcAft>
                <a:spcPts val="0"/>
              </a:spcAft>
              <a:buSzPts val="2500"/>
              <a:buFont typeface="Cinzel"/>
              <a:buNone/>
              <a:defRPr sz="2500">
                <a:latin typeface="Cinzel"/>
                <a:ea typeface="Cinzel"/>
                <a:cs typeface="Cinzel"/>
                <a:sym typeface="Cinzel"/>
              </a:defRPr>
            </a:lvl9pPr>
          </a:lstStyle>
          <a:p>
            <a:endParaRPr/>
          </a:p>
        </p:txBody>
      </p:sp>
      <p:sp>
        <p:nvSpPr>
          <p:cNvPr id="1547" name="Google Shape;1547;p20"/>
          <p:cNvSpPr txBox="1">
            <a:spLocks noGrp="1"/>
          </p:cNvSpPr>
          <p:nvPr>
            <p:ph type="subTitle" idx="2"/>
          </p:nvPr>
        </p:nvSpPr>
        <p:spPr>
          <a:xfrm>
            <a:off x="3715488" y="3414175"/>
            <a:ext cx="2084100" cy="5652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500"/>
              <a:buFont typeface="Cinzel"/>
              <a:buNone/>
              <a:defRPr>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500"/>
              <a:buFont typeface="Cinzel"/>
              <a:buNone/>
              <a:defRPr sz="2500">
                <a:latin typeface="Cinzel"/>
                <a:ea typeface="Cinzel"/>
                <a:cs typeface="Cinzel"/>
                <a:sym typeface="Cinzel"/>
              </a:defRPr>
            </a:lvl2pPr>
            <a:lvl3pPr lvl="2" algn="ctr" rtl="0">
              <a:lnSpc>
                <a:spcPct val="100000"/>
              </a:lnSpc>
              <a:spcBef>
                <a:spcPts val="0"/>
              </a:spcBef>
              <a:spcAft>
                <a:spcPts val="0"/>
              </a:spcAft>
              <a:buSzPts val="2500"/>
              <a:buFont typeface="Cinzel"/>
              <a:buNone/>
              <a:defRPr sz="2500">
                <a:latin typeface="Cinzel"/>
                <a:ea typeface="Cinzel"/>
                <a:cs typeface="Cinzel"/>
                <a:sym typeface="Cinzel"/>
              </a:defRPr>
            </a:lvl3pPr>
            <a:lvl4pPr lvl="3" algn="ctr" rtl="0">
              <a:lnSpc>
                <a:spcPct val="100000"/>
              </a:lnSpc>
              <a:spcBef>
                <a:spcPts val="0"/>
              </a:spcBef>
              <a:spcAft>
                <a:spcPts val="0"/>
              </a:spcAft>
              <a:buSzPts val="2500"/>
              <a:buFont typeface="Cinzel"/>
              <a:buNone/>
              <a:defRPr sz="2500">
                <a:latin typeface="Cinzel"/>
                <a:ea typeface="Cinzel"/>
                <a:cs typeface="Cinzel"/>
                <a:sym typeface="Cinzel"/>
              </a:defRPr>
            </a:lvl4pPr>
            <a:lvl5pPr lvl="4" algn="ctr" rtl="0">
              <a:lnSpc>
                <a:spcPct val="100000"/>
              </a:lnSpc>
              <a:spcBef>
                <a:spcPts val="0"/>
              </a:spcBef>
              <a:spcAft>
                <a:spcPts val="0"/>
              </a:spcAft>
              <a:buSzPts val="2500"/>
              <a:buFont typeface="Cinzel"/>
              <a:buNone/>
              <a:defRPr sz="2500">
                <a:latin typeface="Cinzel"/>
                <a:ea typeface="Cinzel"/>
                <a:cs typeface="Cinzel"/>
                <a:sym typeface="Cinzel"/>
              </a:defRPr>
            </a:lvl5pPr>
            <a:lvl6pPr lvl="5" algn="ctr" rtl="0">
              <a:lnSpc>
                <a:spcPct val="100000"/>
              </a:lnSpc>
              <a:spcBef>
                <a:spcPts val="0"/>
              </a:spcBef>
              <a:spcAft>
                <a:spcPts val="0"/>
              </a:spcAft>
              <a:buSzPts val="2500"/>
              <a:buFont typeface="Cinzel"/>
              <a:buNone/>
              <a:defRPr sz="2500">
                <a:latin typeface="Cinzel"/>
                <a:ea typeface="Cinzel"/>
                <a:cs typeface="Cinzel"/>
                <a:sym typeface="Cinzel"/>
              </a:defRPr>
            </a:lvl6pPr>
            <a:lvl7pPr lvl="6" algn="ctr" rtl="0">
              <a:lnSpc>
                <a:spcPct val="100000"/>
              </a:lnSpc>
              <a:spcBef>
                <a:spcPts val="0"/>
              </a:spcBef>
              <a:spcAft>
                <a:spcPts val="0"/>
              </a:spcAft>
              <a:buSzPts val="2500"/>
              <a:buFont typeface="Cinzel"/>
              <a:buNone/>
              <a:defRPr sz="2500">
                <a:latin typeface="Cinzel"/>
                <a:ea typeface="Cinzel"/>
                <a:cs typeface="Cinzel"/>
                <a:sym typeface="Cinzel"/>
              </a:defRPr>
            </a:lvl7pPr>
            <a:lvl8pPr lvl="7" algn="ctr" rtl="0">
              <a:lnSpc>
                <a:spcPct val="100000"/>
              </a:lnSpc>
              <a:spcBef>
                <a:spcPts val="0"/>
              </a:spcBef>
              <a:spcAft>
                <a:spcPts val="0"/>
              </a:spcAft>
              <a:buSzPts val="2500"/>
              <a:buFont typeface="Cinzel"/>
              <a:buNone/>
              <a:defRPr sz="2500">
                <a:latin typeface="Cinzel"/>
                <a:ea typeface="Cinzel"/>
                <a:cs typeface="Cinzel"/>
                <a:sym typeface="Cinzel"/>
              </a:defRPr>
            </a:lvl8pPr>
            <a:lvl9pPr lvl="8" algn="ctr" rtl="0">
              <a:lnSpc>
                <a:spcPct val="100000"/>
              </a:lnSpc>
              <a:spcBef>
                <a:spcPts val="0"/>
              </a:spcBef>
              <a:spcAft>
                <a:spcPts val="0"/>
              </a:spcAft>
              <a:buSzPts val="2500"/>
              <a:buFont typeface="Cinzel"/>
              <a:buNone/>
              <a:defRPr sz="2500">
                <a:latin typeface="Cinzel"/>
                <a:ea typeface="Cinzel"/>
                <a:cs typeface="Cinzel"/>
                <a:sym typeface="Cinzel"/>
              </a:defRPr>
            </a:lvl9pPr>
          </a:lstStyle>
          <a:p>
            <a:endParaRPr/>
          </a:p>
        </p:txBody>
      </p:sp>
      <p:sp>
        <p:nvSpPr>
          <p:cNvPr id="1548" name="Google Shape;1548;p20"/>
          <p:cNvSpPr txBox="1">
            <a:spLocks noGrp="1"/>
          </p:cNvSpPr>
          <p:nvPr>
            <p:ph type="subTitle" idx="3"/>
          </p:nvPr>
        </p:nvSpPr>
        <p:spPr>
          <a:xfrm>
            <a:off x="3340313" y="1585700"/>
            <a:ext cx="20841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49" name="Google Shape;1549;p20"/>
          <p:cNvSpPr txBox="1">
            <a:spLocks noGrp="1"/>
          </p:cNvSpPr>
          <p:nvPr>
            <p:ph type="subTitle" idx="4"/>
          </p:nvPr>
        </p:nvSpPr>
        <p:spPr>
          <a:xfrm>
            <a:off x="3715488" y="3917877"/>
            <a:ext cx="2084100" cy="713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550" name="Google Shape;1550;p20"/>
          <p:cNvGrpSpPr/>
          <p:nvPr/>
        </p:nvGrpSpPr>
        <p:grpSpPr>
          <a:xfrm flipH="1">
            <a:off x="5877590" y="1104707"/>
            <a:ext cx="2173154" cy="1799352"/>
            <a:chOff x="2210400" y="2558550"/>
            <a:chExt cx="971025" cy="804000"/>
          </a:xfrm>
        </p:grpSpPr>
        <p:sp>
          <p:nvSpPr>
            <p:cNvPr id="1551" name="Google Shape;1551;p20"/>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52" name="Google Shape;1552;p20"/>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53" name="Google Shape;1553;p20"/>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54" name="Google Shape;1554;p20"/>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55" name="Google Shape;1555;p20"/>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56" name="Google Shape;1556;p20"/>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57" name="Google Shape;1557;p20"/>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58" name="Google Shape;1558;p20"/>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559" name="Google Shape;1559;p20"/>
          <p:cNvSpPr/>
          <p:nvPr/>
        </p:nvSpPr>
        <p:spPr>
          <a:xfrm flipH="1">
            <a:off x="7193471" y="3414176"/>
            <a:ext cx="2676305" cy="2674800"/>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560" name="Google Shape;1560;p20"/>
          <p:cNvGrpSpPr/>
          <p:nvPr/>
        </p:nvGrpSpPr>
        <p:grpSpPr>
          <a:xfrm flipH="1">
            <a:off x="7341392" y="486066"/>
            <a:ext cx="1162531" cy="1161127"/>
            <a:chOff x="7253149" y="3334154"/>
            <a:chExt cx="1162531" cy="1161127"/>
          </a:xfrm>
        </p:grpSpPr>
        <p:sp>
          <p:nvSpPr>
            <p:cNvPr id="1561" name="Google Shape;1561;p20"/>
            <p:cNvSpPr/>
            <p:nvPr/>
          </p:nvSpPr>
          <p:spPr>
            <a:xfrm>
              <a:off x="7422442" y="35027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562" name="Google Shape;1562;p20"/>
            <p:cNvGrpSpPr/>
            <p:nvPr/>
          </p:nvGrpSpPr>
          <p:grpSpPr>
            <a:xfrm>
              <a:off x="7253149" y="3334154"/>
              <a:ext cx="1162531" cy="1161127"/>
              <a:chOff x="2651171" y="2397773"/>
              <a:chExt cx="2099568" cy="2097033"/>
            </a:xfrm>
          </p:grpSpPr>
          <p:sp>
            <p:nvSpPr>
              <p:cNvPr id="1563" name="Google Shape;1563;p20"/>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64" name="Google Shape;1564;p20"/>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1565" name="Google Shape;1565;p20"/>
          <p:cNvGrpSpPr/>
          <p:nvPr/>
        </p:nvGrpSpPr>
        <p:grpSpPr>
          <a:xfrm flipH="1">
            <a:off x="1086090" y="2797107"/>
            <a:ext cx="2173154" cy="1799352"/>
            <a:chOff x="2210400" y="2558550"/>
            <a:chExt cx="971025" cy="804000"/>
          </a:xfrm>
        </p:grpSpPr>
        <p:sp>
          <p:nvSpPr>
            <p:cNvPr id="1566" name="Google Shape;1566;p20"/>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67" name="Google Shape;1567;p20"/>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68" name="Google Shape;1568;p20"/>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69" name="Google Shape;1569;p20"/>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70" name="Google Shape;1570;p20"/>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71" name="Google Shape;1571;p20"/>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72" name="Google Shape;1572;p20"/>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73" name="Google Shape;1573;p20"/>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574" name="Google Shape;1574;p20"/>
          <p:cNvSpPr/>
          <p:nvPr/>
        </p:nvSpPr>
        <p:spPr>
          <a:xfrm>
            <a:off x="846624" y="3917882"/>
            <a:ext cx="547132" cy="54876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75" name="Google Shape;1575;p20"/>
          <p:cNvSpPr/>
          <p:nvPr/>
        </p:nvSpPr>
        <p:spPr>
          <a:xfrm flipH="1">
            <a:off x="-704879" y="2682226"/>
            <a:ext cx="2676305" cy="2674800"/>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76" name="Google Shape;1576;p20"/>
          <p:cNvSpPr>
            <a:spLocks noGrp="1"/>
          </p:cNvSpPr>
          <p:nvPr>
            <p:ph type="pic" idx="5"/>
          </p:nvPr>
        </p:nvSpPr>
        <p:spPr>
          <a:xfrm flipH="1">
            <a:off x="769850" y="1253600"/>
            <a:ext cx="2676300" cy="2676300"/>
          </a:xfrm>
          <a:prstGeom prst="diamond">
            <a:avLst/>
          </a:prstGeom>
          <a:noFill/>
          <a:ln w="9525" cap="flat" cmpd="sng">
            <a:solidFill>
              <a:schemeClr val="dk1"/>
            </a:solidFill>
            <a:prstDash val="solid"/>
            <a:round/>
            <a:headEnd type="none" w="sm" len="sm"/>
            <a:tailEnd type="none" w="sm" len="sm"/>
          </a:ln>
        </p:spPr>
      </p:sp>
      <p:sp>
        <p:nvSpPr>
          <p:cNvPr id="1577" name="Google Shape;1577;p20"/>
          <p:cNvSpPr>
            <a:spLocks noGrp="1"/>
          </p:cNvSpPr>
          <p:nvPr>
            <p:ph type="pic" idx="6"/>
          </p:nvPr>
        </p:nvSpPr>
        <p:spPr>
          <a:xfrm>
            <a:off x="5707200" y="1939400"/>
            <a:ext cx="2676300" cy="2676300"/>
          </a:xfrm>
          <a:prstGeom prst="diamond">
            <a:avLst/>
          </a:prstGeom>
          <a:noFill/>
          <a:ln w="9525" cap="flat" cmpd="sng">
            <a:solidFill>
              <a:schemeClr val="dk1"/>
            </a:solidFill>
            <a:prstDash val="solid"/>
            <a:round/>
            <a:headEnd type="none" w="sm" len="sm"/>
            <a:tailEnd type="none" w="sm" len="sm"/>
          </a:ln>
        </p:spPr>
      </p:sp>
      <p:sp>
        <p:nvSpPr>
          <p:cNvPr id="1578" name="Google Shape;1578;p20"/>
          <p:cNvSpPr txBox="1">
            <a:spLocks noGrp="1"/>
          </p:cNvSpPr>
          <p:nvPr>
            <p:ph type="title"/>
          </p:nvPr>
        </p:nvSpPr>
        <p:spPr>
          <a:xfrm>
            <a:off x="713225" y="539500"/>
            <a:ext cx="7717500" cy="565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extLst>
      <p:ext uri="{BB962C8B-B14F-4D97-AF65-F5344CB8AC3E}">
        <p14:creationId xmlns:p14="http://schemas.microsoft.com/office/powerpoint/2010/main" val="16104761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579"/>
        <p:cNvGrpSpPr/>
        <p:nvPr/>
      </p:nvGrpSpPr>
      <p:grpSpPr>
        <a:xfrm>
          <a:off x="0" y="0"/>
          <a:ext cx="0" cy="0"/>
          <a:chOff x="0" y="0"/>
          <a:chExt cx="0" cy="0"/>
        </a:xfrm>
      </p:grpSpPr>
      <p:sp>
        <p:nvSpPr>
          <p:cNvPr id="1580" name="Google Shape;1580;p21"/>
          <p:cNvSpPr txBox="1">
            <a:spLocks noGrp="1"/>
          </p:cNvSpPr>
          <p:nvPr>
            <p:ph type="title"/>
          </p:nvPr>
        </p:nvSpPr>
        <p:spPr>
          <a:xfrm>
            <a:off x="923725" y="2409163"/>
            <a:ext cx="2336400" cy="527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581" name="Google Shape;1581;p21"/>
          <p:cNvSpPr txBox="1">
            <a:spLocks noGrp="1"/>
          </p:cNvSpPr>
          <p:nvPr>
            <p:ph type="subTitle" idx="1"/>
          </p:nvPr>
        </p:nvSpPr>
        <p:spPr>
          <a:xfrm>
            <a:off x="923725" y="2866774"/>
            <a:ext cx="2336400" cy="825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82" name="Google Shape;1582;p21"/>
          <p:cNvSpPr txBox="1">
            <a:spLocks noGrp="1"/>
          </p:cNvSpPr>
          <p:nvPr>
            <p:ph type="title" idx="2"/>
          </p:nvPr>
        </p:nvSpPr>
        <p:spPr>
          <a:xfrm>
            <a:off x="3495375" y="2409213"/>
            <a:ext cx="2336400" cy="527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583" name="Google Shape;1583;p21"/>
          <p:cNvSpPr txBox="1">
            <a:spLocks noGrp="1"/>
          </p:cNvSpPr>
          <p:nvPr>
            <p:ph type="subTitle" idx="3"/>
          </p:nvPr>
        </p:nvSpPr>
        <p:spPr>
          <a:xfrm>
            <a:off x="3495375" y="2866836"/>
            <a:ext cx="2336400" cy="825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84" name="Google Shape;1584;p21"/>
          <p:cNvSpPr txBox="1">
            <a:spLocks noGrp="1"/>
          </p:cNvSpPr>
          <p:nvPr>
            <p:ph type="title" idx="4"/>
          </p:nvPr>
        </p:nvSpPr>
        <p:spPr>
          <a:xfrm>
            <a:off x="6067025" y="2424163"/>
            <a:ext cx="2336400" cy="527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18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585" name="Google Shape;1585;p21"/>
          <p:cNvSpPr txBox="1">
            <a:spLocks noGrp="1"/>
          </p:cNvSpPr>
          <p:nvPr>
            <p:ph type="subTitle" idx="5"/>
          </p:nvPr>
        </p:nvSpPr>
        <p:spPr>
          <a:xfrm>
            <a:off x="6067025" y="2882054"/>
            <a:ext cx="2336400" cy="8259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86" name="Google Shape;1586;p21"/>
          <p:cNvSpPr txBox="1">
            <a:spLocks noGrp="1"/>
          </p:cNvSpPr>
          <p:nvPr>
            <p:ph type="title" idx="6"/>
          </p:nvPr>
        </p:nvSpPr>
        <p:spPr>
          <a:xfrm>
            <a:off x="713225" y="539500"/>
            <a:ext cx="7717500" cy="565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1587" name="Google Shape;1587;p21"/>
          <p:cNvGrpSpPr/>
          <p:nvPr/>
        </p:nvGrpSpPr>
        <p:grpSpPr>
          <a:xfrm>
            <a:off x="-1805843" y="2671162"/>
            <a:ext cx="3525470" cy="3874833"/>
            <a:chOff x="5440750" y="1541475"/>
            <a:chExt cx="971525" cy="1067800"/>
          </a:xfrm>
        </p:grpSpPr>
        <p:sp>
          <p:nvSpPr>
            <p:cNvPr id="1588" name="Google Shape;1588;p21"/>
            <p:cNvSpPr/>
            <p:nvPr/>
          </p:nvSpPr>
          <p:spPr>
            <a:xfrm>
              <a:off x="5853925" y="1541475"/>
              <a:ext cx="309425" cy="309425"/>
            </a:xfrm>
            <a:custGeom>
              <a:avLst/>
              <a:gdLst/>
              <a:ahLst/>
              <a:cxnLst/>
              <a:rect l="l" t="t" r="r" b="b"/>
              <a:pathLst>
                <a:path w="12377" h="12377" extrusionOk="0">
                  <a:moveTo>
                    <a:pt x="6179" y="0"/>
                  </a:moveTo>
                  <a:lnTo>
                    <a:pt x="0" y="6197"/>
                  </a:lnTo>
                  <a:lnTo>
                    <a:pt x="6179" y="12376"/>
                  </a:lnTo>
                  <a:lnTo>
                    <a:pt x="12376" y="6197"/>
                  </a:lnTo>
                  <a:lnTo>
                    <a:pt x="6179"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89" name="Google Shape;1589;p21"/>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90" name="Google Shape;1590;p21"/>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91" name="Google Shape;1591;p21"/>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92" name="Google Shape;1592;p21"/>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93" name="Google Shape;1593;p21"/>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94" name="Google Shape;1594;p21"/>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95" name="Google Shape;1595;p21"/>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96" name="Google Shape;1596;p21"/>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97" name="Google Shape;1597;p21"/>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98" name="Google Shape;1598;p21"/>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99" name="Google Shape;1599;p21"/>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00" name="Google Shape;1600;p21"/>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601" name="Google Shape;1601;p21"/>
          <p:cNvGrpSpPr/>
          <p:nvPr/>
        </p:nvGrpSpPr>
        <p:grpSpPr>
          <a:xfrm>
            <a:off x="4732692" y="3930646"/>
            <a:ext cx="2514088" cy="2081645"/>
            <a:chOff x="3573297" y="232872"/>
            <a:chExt cx="5470164" cy="4529254"/>
          </a:xfrm>
        </p:grpSpPr>
        <p:sp>
          <p:nvSpPr>
            <p:cNvPr id="1602" name="Google Shape;1602;p21"/>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03" name="Google Shape;1603;p21"/>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04" name="Google Shape;1604;p21"/>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05" name="Google Shape;1605;p21"/>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06" name="Google Shape;1606;p21"/>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07" name="Google Shape;1607;p21"/>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08" name="Google Shape;1608;p21"/>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09" name="Google Shape;1609;p21"/>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10" name="Google Shape;1610;p21"/>
            <p:cNvSpPr/>
            <p:nvPr/>
          </p:nvSpPr>
          <p:spPr>
            <a:xfrm>
              <a:off x="7064427" y="2439737"/>
              <a:ext cx="2817" cy="8028"/>
            </a:xfrm>
            <a:custGeom>
              <a:avLst/>
              <a:gdLst/>
              <a:ahLst/>
              <a:cxnLst/>
              <a:rect l="l" t="t" r="r" b="b"/>
              <a:pathLst>
                <a:path w="20" h="57" extrusionOk="0">
                  <a:moveTo>
                    <a:pt x="19" y="0"/>
                  </a:moveTo>
                  <a:lnTo>
                    <a:pt x="1" y="19"/>
                  </a:lnTo>
                  <a:lnTo>
                    <a:pt x="19" y="56"/>
                  </a:lnTo>
                  <a:lnTo>
                    <a:pt x="19"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11" name="Google Shape;1611;p21"/>
            <p:cNvSpPr/>
            <p:nvPr/>
          </p:nvSpPr>
          <p:spPr>
            <a:xfrm>
              <a:off x="7067102" y="2437061"/>
              <a:ext cx="5352" cy="13238"/>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12" name="Google Shape;1612;p21"/>
            <p:cNvSpPr/>
            <p:nvPr/>
          </p:nvSpPr>
          <p:spPr>
            <a:xfrm>
              <a:off x="7072313" y="2434526"/>
              <a:ext cx="2817" cy="18449"/>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13" name="Google Shape;1613;p21"/>
            <p:cNvSpPr/>
            <p:nvPr/>
          </p:nvSpPr>
          <p:spPr>
            <a:xfrm>
              <a:off x="7074989" y="2431850"/>
              <a:ext cx="2676" cy="23801"/>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14" name="Google Shape;1614;p21"/>
            <p:cNvSpPr/>
            <p:nvPr/>
          </p:nvSpPr>
          <p:spPr>
            <a:xfrm>
              <a:off x="7077524" y="2429174"/>
              <a:ext cx="2817" cy="29012"/>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15" name="Google Shape;1615;p21"/>
            <p:cNvSpPr/>
            <p:nvPr/>
          </p:nvSpPr>
          <p:spPr>
            <a:xfrm>
              <a:off x="7080200" y="2423963"/>
              <a:ext cx="2676" cy="36899"/>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616" name="Google Shape;1616;p21"/>
          <p:cNvGrpSpPr/>
          <p:nvPr/>
        </p:nvGrpSpPr>
        <p:grpSpPr>
          <a:xfrm>
            <a:off x="-1241033" y="-976954"/>
            <a:ext cx="2514088" cy="2081645"/>
            <a:chOff x="3573297" y="232872"/>
            <a:chExt cx="5470164" cy="4529254"/>
          </a:xfrm>
        </p:grpSpPr>
        <p:sp>
          <p:nvSpPr>
            <p:cNvPr id="1617" name="Google Shape;1617;p21"/>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18" name="Google Shape;1618;p21"/>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19" name="Google Shape;1619;p21"/>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20" name="Google Shape;1620;p21"/>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21" name="Google Shape;1621;p21"/>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22" name="Google Shape;1622;p21"/>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23" name="Google Shape;1623;p21"/>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24" name="Google Shape;1624;p21"/>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625" name="Google Shape;1625;p21"/>
          <p:cNvGrpSpPr/>
          <p:nvPr/>
        </p:nvGrpSpPr>
        <p:grpSpPr>
          <a:xfrm>
            <a:off x="6717082" y="-1583801"/>
            <a:ext cx="3525470" cy="3874833"/>
            <a:chOff x="5440750" y="1541475"/>
            <a:chExt cx="971525" cy="1067800"/>
          </a:xfrm>
        </p:grpSpPr>
        <p:sp>
          <p:nvSpPr>
            <p:cNvPr id="1626" name="Google Shape;1626;p21"/>
            <p:cNvSpPr/>
            <p:nvPr/>
          </p:nvSpPr>
          <p:spPr>
            <a:xfrm>
              <a:off x="5853925" y="1541475"/>
              <a:ext cx="309425" cy="309425"/>
            </a:xfrm>
            <a:custGeom>
              <a:avLst/>
              <a:gdLst/>
              <a:ahLst/>
              <a:cxnLst/>
              <a:rect l="l" t="t" r="r" b="b"/>
              <a:pathLst>
                <a:path w="12377" h="12377" extrusionOk="0">
                  <a:moveTo>
                    <a:pt x="6179" y="0"/>
                  </a:moveTo>
                  <a:lnTo>
                    <a:pt x="0" y="6197"/>
                  </a:lnTo>
                  <a:lnTo>
                    <a:pt x="6179" y="12376"/>
                  </a:lnTo>
                  <a:lnTo>
                    <a:pt x="12376" y="6197"/>
                  </a:lnTo>
                  <a:lnTo>
                    <a:pt x="6179"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27" name="Google Shape;1627;p21"/>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28" name="Google Shape;1628;p21"/>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29" name="Google Shape;1629;p21"/>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30" name="Google Shape;1630;p21"/>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31" name="Google Shape;1631;p21"/>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32" name="Google Shape;1632;p21"/>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33" name="Google Shape;1633;p21"/>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34" name="Google Shape;1634;p21"/>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35" name="Google Shape;1635;p21"/>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36" name="Google Shape;1636;p21"/>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37" name="Google Shape;1637;p21"/>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674EA7"/>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38" name="Google Shape;1638;p21"/>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34197004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639"/>
        <p:cNvGrpSpPr/>
        <p:nvPr/>
      </p:nvGrpSpPr>
      <p:grpSpPr>
        <a:xfrm>
          <a:off x="0" y="0"/>
          <a:ext cx="0" cy="0"/>
          <a:chOff x="0" y="0"/>
          <a:chExt cx="0" cy="0"/>
        </a:xfrm>
      </p:grpSpPr>
      <p:sp>
        <p:nvSpPr>
          <p:cNvPr id="1640" name="Google Shape;1640;p22"/>
          <p:cNvSpPr txBox="1">
            <a:spLocks noGrp="1"/>
          </p:cNvSpPr>
          <p:nvPr>
            <p:ph type="title"/>
          </p:nvPr>
        </p:nvSpPr>
        <p:spPr>
          <a:xfrm>
            <a:off x="821800" y="1657713"/>
            <a:ext cx="2336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41" name="Google Shape;1641;p22"/>
          <p:cNvSpPr txBox="1">
            <a:spLocks noGrp="1"/>
          </p:cNvSpPr>
          <p:nvPr>
            <p:ph type="subTitle" idx="1"/>
          </p:nvPr>
        </p:nvSpPr>
        <p:spPr>
          <a:xfrm>
            <a:off x="821800" y="2091854"/>
            <a:ext cx="2336400" cy="62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42" name="Google Shape;1642;p22"/>
          <p:cNvSpPr txBox="1">
            <a:spLocks noGrp="1"/>
          </p:cNvSpPr>
          <p:nvPr>
            <p:ph type="title" idx="2"/>
          </p:nvPr>
        </p:nvSpPr>
        <p:spPr>
          <a:xfrm>
            <a:off x="3403800" y="1657713"/>
            <a:ext cx="2336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43" name="Google Shape;1643;p22"/>
          <p:cNvSpPr txBox="1">
            <a:spLocks noGrp="1"/>
          </p:cNvSpPr>
          <p:nvPr>
            <p:ph type="subTitle" idx="3"/>
          </p:nvPr>
        </p:nvSpPr>
        <p:spPr>
          <a:xfrm>
            <a:off x="3403800" y="2091854"/>
            <a:ext cx="2336400" cy="62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44" name="Google Shape;1644;p22"/>
          <p:cNvSpPr txBox="1">
            <a:spLocks noGrp="1"/>
          </p:cNvSpPr>
          <p:nvPr>
            <p:ph type="title" idx="4" hasCustomPrompt="1"/>
          </p:nvPr>
        </p:nvSpPr>
        <p:spPr>
          <a:xfrm>
            <a:off x="1090600" y="3081075"/>
            <a:ext cx="1798800" cy="8283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200"/>
              <a:buNone/>
              <a:defRPr sz="5000">
                <a:latin typeface="Space Grotesk Medium"/>
                <a:ea typeface="Space Grotesk Medium"/>
                <a:cs typeface="Space Grotesk Medium"/>
                <a:sym typeface="Space Grotesk Medium"/>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645" name="Google Shape;1645;p22"/>
          <p:cNvSpPr txBox="1">
            <a:spLocks noGrp="1"/>
          </p:cNvSpPr>
          <p:nvPr>
            <p:ph type="title" idx="5" hasCustomPrompt="1"/>
          </p:nvPr>
        </p:nvSpPr>
        <p:spPr>
          <a:xfrm>
            <a:off x="6236975" y="3081075"/>
            <a:ext cx="1798800" cy="8283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200"/>
              <a:buNone/>
              <a:defRPr sz="5000">
                <a:latin typeface="Space Grotesk Medium"/>
                <a:ea typeface="Space Grotesk Medium"/>
                <a:cs typeface="Space Grotesk Medium"/>
                <a:sym typeface="Space Grotesk Medium"/>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646" name="Google Shape;1646;p22"/>
          <p:cNvSpPr txBox="1">
            <a:spLocks noGrp="1"/>
          </p:cNvSpPr>
          <p:nvPr>
            <p:ph type="title" idx="6" hasCustomPrompt="1"/>
          </p:nvPr>
        </p:nvSpPr>
        <p:spPr>
          <a:xfrm>
            <a:off x="3672600" y="3081200"/>
            <a:ext cx="1798800" cy="8283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200"/>
              <a:buNone/>
              <a:defRPr sz="5000">
                <a:latin typeface="Space Grotesk Medium"/>
                <a:ea typeface="Space Grotesk Medium"/>
                <a:cs typeface="Space Grotesk Medium"/>
                <a:sym typeface="Space Grotesk Medium"/>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grpSp>
        <p:nvGrpSpPr>
          <p:cNvPr id="1647" name="Google Shape;1647;p22"/>
          <p:cNvGrpSpPr/>
          <p:nvPr/>
        </p:nvGrpSpPr>
        <p:grpSpPr>
          <a:xfrm rot="-5400000">
            <a:off x="-1579468" y="2703974"/>
            <a:ext cx="3525470" cy="3874833"/>
            <a:chOff x="5440750" y="1541475"/>
            <a:chExt cx="971525" cy="1067800"/>
          </a:xfrm>
        </p:grpSpPr>
        <p:sp>
          <p:nvSpPr>
            <p:cNvPr id="1648" name="Google Shape;1648;p22"/>
            <p:cNvSpPr/>
            <p:nvPr/>
          </p:nvSpPr>
          <p:spPr>
            <a:xfrm>
              <a:off x="5853925" y="1541475"/>
              <a:ext cx="309425" cy="309425"/>
            </a:xfrm>
            <a:custGeom>
              <a:avLst/>
              <a:gdLst/>
              <a:ahLst/>
              <a:cxnLst/>
              <a:rect l="l" t="t" r="r" b="b"/>
              <a:pathLst>
                <a:path w="12377" h="12377" extrusionOk="0">
                  <a:moveTo>
                    <a:pt x="6179" y="0"/>
                  </a:moveTo>
                  <a:lnTo>
                    <a:pt x="0" y="6197"/>
                  </a:lnTo>
                  <a:lnTo>
                    <a:pt x="6179" y="12376"/>
                  </a:lnTo>
                  <a:lnTo>
                    <a:pt x="12376" y="6197"/>
                  </a:lnTo>
                  <a:lnTo>
                    <a:pt x="6179"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49" name="Google Shape;1649;p22"/>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50" name="Google Shape;1650;p22"/>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51" name="Google Shape;1651;p22"/>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52" name="Google Shape;1652;p22"/>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53" name="Google Shape;1653;p22"/>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54" name="Google Shape;1654;p22"/>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55" name="Google Shape;1655;p22"/>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56" name="Google Shape;1656;p22"/>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57" name="Google Shape;1657;p22"/>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58" name="Google Shape;1658;p22"/>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59" name="Google Shape;1659;p22"/>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60" name="Google Shape;1660;p22"/>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661" name="Google Shape;1661;p22"/>
          <p:cNvGrpSpPr/>
          <p:nvPr/>
        </p:nvGrpSpPr>
        <p:grpSpPr>
          <a:xfrm rot="-5400000">
            <a:off x="6142857" y="-711076"/>
            <a:ext cx="3525470" cy="3874833"/>
            <a:chOff x="5440750" y="1541475"/>
            <a:chExt cx="971525" cy="1067800"/>
          </a:xfrm>
        </p:grpSpPr>
        <p:sp>
          <p:nvSpPr>
            <p:cNvPr id="1662" name="Google Shape;1662;p22"/>
            <p:cNvSpPr/>
            <p:nvPr/>
          </p:nvSpPr>
          <p:spPr>
            <a:xfrm>
              <a:off x="5853925" y="1541475"/>
              <a:ext cx="309425" cy="309425"/>
            </a:xfrm>
            <a:custGeom>
              <a:avLst/>
              <a:gdLst/>
              <a:ahLst/>
              <a:cxnLst/>
              <a:rect l="l" t="t" r="r" b="b"/>
              <a:pathLst>
                <a:path w="12377" h="12377" extrusionOk="0">
                  <a:moveTo>
                    <a:pt x="6179" y="0"/>
                  </a:moveTo>
                  <a:lnTo>
                    <a:pt x="0" y="6197"/>
                  </a:lnTo>
                  <a:lnTo>
                    <a:pt x="6179" y="12376"/>
                  </a:lnTo>
                  <a:lnTo>
                    <a:pt x="12376" y="6197"/>
                  </a:lnTo>
                  <a:lnTo>
                    <a:pt x="6179"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63" name="Google Shape;1663;p22"/>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64" name="Google Shape;1664;p22"/>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65" name="Google Shape;1665;p22"/>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66" name="Google Shape;1666;p22"/>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67" name="Google Shape;1667;p22"/>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68" name="Google Shape;1668;p22"/>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69" name="Google Shape;1669;p22"/>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70" name="Google Shape;1670;p22"/>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71" name="Google Shape;1671;p22"/>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72" name="Google Shape;1672;p22"/>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73" name="Google Shape;1673;p22"/>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74" name="Google Shape;1674;p22"/>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675" name="Google Shape;1675;p22"/>
          <p:cNvSpPr txBox="1">
            <a:spLocks noGrp="1"/>
          </p:cNvSpPr>
          <p:nvPr>
            <p:ph type="title" idx="7"/>
          </p:nvPr>
        </p:nvSpPr>
        <p:spPr>
          <a:xfrm>
            <a:off x="5968175" y="1657713"/>
            <a:ext cx="23364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676" name="Google Shape;1676;p22"/>
          <p:cNvSpPr txBox="1">
            <a:spLocks noGrp="1"/>
          </p:cNvSpPr>
          <p:nvPr>
            <p:ph type="subTitle" idx="8"/>
          </p:nvPr>
        </p:nvSpPr>
        <p:spPr>
          <a:xfrm>
            <a:off x="5968175" y="2091854"/>
            <a:ext cx="2336400" cy="62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77" name="Google Shape;1677;p22"/>
          <p:cNvSpPr txBox="1">
            <a:spLocks noGrp="1"/>
          </p:cNvSpPr>
          <p:nvPr>
            <p:ph type="title" idx="9"/>
          </p:nvPr>
        </p:nvSpPr>
        <p:spPr>
          <a:xfrm>
            <a:off x="713225" y="539500"/>
            <a:ext cx="7717500" cy="565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extLst>
      <p:ext uri="{BB962C8B-B14F-4D97-AF65-F5344CB8AC3E}">
        <p14:creationId xmlns:p14="http://schemas.microsoft.com/office/powerpoint/2010/main" val="25339752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678"/>
        <p:cNvGrpSpPr/>
        <p:nvPr/>
      </p:nvGrpSpPr>
      <p:grpSpPr>
        <a:xfrm>
          <a:off x="0" y="0"/>
          <a:ext cx="0" cy="0"/>
          <a:chOff x="0" y="0"/>
          <a:chExt cx="0" cy="0"/>
        </a:xfrm>
      </p:grpSpPr>
      <p:grpSp>
        <p:nvGrpSpPr>
          <p:cNvPr id="1679" name="Google Shape;1679;p23"/>
          <p:cNvGrpSpPr/>
          <p:nvPr/>
        </p:nvGrpSpPr>
        <p:grpSpPr>
          <a:xfrm>
            <a:off x="8057480" y="3530521"/>
            <a:ext cx="2514088" cy="2081645"/>
            <a:chOff x="3573297" y="232872"/>
            <a:chExt cx="5470164" cy="4529254"/>
          </a:xfrm>
        </p:grpSpPr>
        <p:sp>
          <p:nvSpPr>
            <p:cNvPr id="1680" name="Google Shape;1680;p23"/>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81" name="Google Shape;1681;p23"/>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82" name="Google Shape;1682;p23"/>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83" name="Google Shape;1683;p23"/>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84" name="Google Shape;1684;p23"/>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85" name="Google Shape;1685;p23"/>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86" name="Google Shape;1686;p23"/>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87" name="Google Shape;1687;p23"/>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88" name="Google Shape;1688;p23"/>
            <p:cNvSpPr/>
            <p:nvPr/>
          </p:nvSpPr>
          <p:spPr>
            <a:xfrm>
              <a:off x="7064427" y="2439737"/>
              <a:ext cx="2817" cy="8028"/>
            </a:xfrm>
            <a:custGeom>
              <a:avLst/>
              <a:gdLst/>
              <a:ahLst/>
              <a:cxnLst/>
              <a:rect l="l" t="t" r="r" b="b"/>
              <a:pathLst>
                <a:path w="20" h="57" extrusionOk="0">
                  <a:moveTo>
                    <a:pt x="19" y="0"/>
                  </a:moveTo>
                  <a:lnTo>
                    <a:pt x="1" y="19"/>
                  </a:lnTo>
                  <a:lnTo>
                    <a:pt x="19" y="5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89" name="Google Shape;1689;p23"/>
            <p:cNvSpPr/>
            <p:nvPr/>
          </p:nvSpPr>
          <p:spPr>
            <a:xfrm>
              <a:off x="7067102" y="2437061"/>
              <a:ext cx="5352" cy="13238"/>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90" name="Google Shape;1690;p23"/>
            <p:cNvSpPr/>
            <p:nvPr/>
          </p:nvSpPr>
          <p:spPr>
            <a:xfrm>
              <a:off x="7072313" y="2434526"/>
              <a:ext cx="2817" cy="18449"/>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91" name="Google Shape;1691;p23"/>
            <p:cNvSpPr/>
            <p:nvPr/>
          </p:nvSpPr>
          <p:spPr>
            <a:xfrm>
              <a:off x="7074989" y="2431850"/>
              <a:ext cx="2676" cy="23801"/>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92" name="Google Shape;1692;p23"/>
            <p:cNvSpPr/>
            <p:nvPr/>
          </p:nvSpPr>
          <p:spPr>
            <a:xfrm>
              <a:off x="7077524" y="2429174"/>
              <a:ext cx="2817" cy="29012"/>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93" name="Google Shape;1693;p23"/>
            <p:cNvSpPr/>
            <p:nvPr/>
          </p:nvSpPr>
          <p:spPr>
            <a:xfrm>
              <a:off x="7080200" y="2423963"/>
              <a:ext cx="2676" cy="36899"/>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94" name="Google Shape;1694;p23"/>
            <p:cNvSpPr/>
            <p:nvPr/>
          </p:nvSpPr>
          <p:spPr>
            <a:xfrm>
              <a:off x="7082735" y="2421428"/>
              <a:ext cx="2817" cy="44645"/>
            </a:xfrm>
            <a:custGeom>
              <a:avLst/>
              <a:gdLst/>
              <a:ahLst/>
              <a:cxnLst/>
              <a:rect l="l" t="t" r="r" b="b"/>
              <a:pathLst>
                <a:path w="20" h="317" extrusionOk="0">
                  <a:moveTo>
                    <a:pt x="20" y="0"/>
                  </a:moveTo>
                  <a:lnTo>
                    <a:pt x="1" y="19"/>
                  </a:lnTo>
                  <a:lnTo>
                    <a:pt x="1" y="279"/>
                  </a:lnTo>
                  <a:lnTo>
                    <a:pt x="20" y="31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95" name="Google Shape;1695;p23"/>
            <p:cNvSpPr/>
            <p:nvPr/>
          </p:nvSpPr>
          <p:spPr>
            <a:xfrm>
              <a:off x="7085411" y="2418752"/>
              <a:ext cx="5352" cy="49996"/>
            </a:xfrm>
            <a:custGeom>
              <a:avLst/>
              <a:gdLst/>
              <a:ahLst/>
              <a:cxnLst/>
              <a:rect l="l" t="t" r="r" b="b"/>
              <a:pathLst>
                <a:path w="38" h="355" extrusionOk="0">
                  <a:moveTo>
                    <a:pt x="38" y="0"/>
                  </a:moveTo>
                  <a:lnTo>
                    <a:pt x="1" y="19"/>
                  </a:lnTo>
                  <a:lnTo>
                    <a:pt x="1" y="335"/>
                  </a:lnTo>
                  <a:lnTo>
                    <a:pt x="38" y="35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96" name="Google Shape;1696;p23"/>
            <p:cNvSpPr/>
            <p:nvPr/>
          </p:nvSpPr>
          <p:spPr>
            <a:xfrm>
              <a:off x="7090622" y="2416076"/>
              <a:ext cx="2817" cy="55207"/>
            </a:xfrm>
            <a:custGeom>
              <a:avLst/>
              <a:gdLst/>
              <a:ahLst/>
              <a:cxnLst/>
              <a:rect l="l" t="t" r="r" b="b"/>
              <a:pathLst>
                <a:path w="20" h="392" extrusionOk="0">
                  <a:moveTo>
                    <a:pt x="19" y="1"/>
                  </a:moveTo>
                  <a:lnTo>
                    <a:pt x="1" y="19"/>
                  </a:lnTo>
                  <a:lnTo>
                    <a:pt x="1" y="373"/>
                  </a:lnTo>
                  <a:lnTo>
                    <a:pt x="19" y="3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97" name="Google Shape;1697;p23"/>
            <p:cNvSpPr/>
            <p:nvPr/>
          </p:nvSpPr>
          <p:spPr>
            <a:xfrm>
              <a:off x="7093298" y="2413541"/>
              <a:ext cx="2817" cy="60418"/>
            </a:xfrm>
            <a:custGeom>
              <a:avLst/>
              <a:gdLst/>
              <a:ahLst/>
              <a:cxnLst/>
              <a:rect l="l" t="t" r="r" b="b"/>
              <a:pathLst>
                <a:path w="20" h="429" extrusionOk="0">
                  <a:moveTo>
                    <a:pt x="19" y="0"/>
                  </a:moveTo>
                  <a:lnTo>
                    <a:pt x="0" y="19"/>
                  </a:lnTo>
                  <a:lnTo>
                    <a:pt x="0"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98" name="Google Shape;1698;p23"/>
            <p:cNvSpPr/>
            <p:nvPr/>
          </p:nvSpPr>
          <p:spPr>
            <a:xfrm>
              <a:off x="7095973" y="2410866"/>
              <a:ext cx="2676" cy="65629"/>
            </a:xfrm>
            <a:custGeom>
              <a:avLst/>
              <a:gdLst/>
              <a:ahLst/>
              <a:cxnLst/>
              <a:rect l="l" t="t" r="r" b="b"/>
              <a:pathLst>
                <a:path w="19" h="466" extrusionOk="0">
                  <a:moveTo>
                    <a:pt x="19" y="1"/>
                  </a:moveTo>
                  <a:lnTo>
                    <a:pt x="0" y="19"/>
                  </a:lnTo>
                  <a:lnTo>
                    <a:pt x="0" y="447"/>
                  </a:lnTo>
                  <a:lnTo>
                    <a:pt x="19" y="46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99" name="Google Shape;1699;p23"/>
            <p:cNvSpPr/>
            <p:nvPr/>
          </p:nvSpPr>
          <p:spPr>
            <a:xfrm>
              <a:off x="7098508" y="2405655"/>
              <a:ext cx="2817" cy="73516"/>
            </a:xfrm>
            <a:custGeom>
              <a:avLst/>
              <a:gdLst/>
              <a:ahLst/>
              <a:cxnLst/>
              <a:rect l="l" t="t" r="r" b="b"/>
              <a:pathLst>
                <a:path w="20" h="522" extrusionOk="0">
                  <a:moveTo>
                    <a:pt x="19" y="0"/>
                  </a:moveTo>
                  <a:lnTo>
                    <a:pt x="1" y="38"/>
                  </a:lnTo>
                  <a:lnTo>
                    <a:pt x="1" y="503"/>
                  </a:lnTo>
                  <a:lnTo>
                    <a:pt x="19" y="5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00" name="Google Shape;1700;p23"/>
            <p:cNvSpPr/>
            <p:nvPr/>
          </p:nvSpPr>
          <p:spPr>
            <a:xfrm>
              <a:off x="7101184" y="2402979"/>
              <a:ext cx="2676" cy="81403"/>
            </a:xfrm>
            <a:custGeom>
              <a:avLst/>
              <a:gdLst/>
              <a:ahLst/>
              <a:cxnLst/>
              <a:rect l="l" t="t" r="r" b="b"/>
              <a:pathLst>
                <a:path w="19" h="578" extrusionOk="0">
                  <a:moveTo>
                    <a:pt x="19" y="1"/>
                  </a:moveTo>
                  <a:lnTo>
                    <a:pt x="0" y="19"/>
                  </a:lnTo>
                  <a:lnTo>
                    <a:pt x="0" y="541"/>
                  </a:lnTo>
                  <a:lnTo>
                    <a:pt x="19" y="57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01" name="Google Shape;1701;p23"/>
            <p:cNvSpPr/>
            <p:nvPr/>
          </p:nvSpPr>
          <p:spPr>
            <a:xfrm>
              <a:off x="7103719" y="2400444"/>
              <a:ext cx="5493" cy="86614"/>
            </a:xfrm>
            <a:custGeom>
              <a:avLst/>
              <a:gdLst/>
              <a:ahLst/>
              <a:cxnLst/>
              <a:rect l="l" t="t" r="r" b="b"/>
              <a:pathLst>
                <a:path w="39" h="615" extrusionOk="0">
                  <a:moveTo>
                    <a:pt x="38" y="0"/>
                  </a:moveTo>
                  <a:lnTo>
                    <a:pt x="1" y="19"/>
                  </a:lnTo>
                  <a:lnTo>
                    <a:pt x="1" y="596"/>
                  </a:lnTo>
                  <a:lnTo>
                    <a:pt x="38" y="61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702" name="Google Shape;1702;p23"/>
          <p:cNvGrpSpPr/>
          <p:nvPr/>
        </p:nvGrpSpPr>
        <p:grpSpPr>
          <a:xfrm>
            <a:off x="-2292835" y="-60870"/>
            <a:ext cx="4084025" cy="3381541"/>
            <a:chOff x="3573297" y="232872"/>
            <a:chExt cx="5470164" cy="4529254"/>
          </a:xfrm>
        </p:grpSpPr>
        <p:sp>
          <p:nvSpPr>
            <p:cNvPr id="1703" name="Google Shape;1703;p23"/>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04" name="Google Shape;1704;p23"/>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05" name="Google Shape;1705;p23"/>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06" name="Google Shape;1706;p23"/>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07" name="Google Shape;1707;p23"/>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08" name="Google Shape;1708;p23"/>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09" name="Google Shape;1709;p23"/>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10" name="Google Shape;1710;p23"/>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711" name="Google Shape;1711;p23"/>
          <p:cNvGrpSpPr/>
          <p:nvPr/>
        </p:nvGrpSpPr>
        <p:grpSpPr>
          <a:xfrm flipH="1">
            <a:off x="7185910" y="-217751"/>
            <a:ext cx="2872292" cy="2378232"/>
            <a:chOff x="2210400" y="2558550"/>
            <a:chExt cx="971025" cy="804000"/>
          </a:xfrm>
        </p:grpSpPr>
        <p:sp>
          <p:nvSpPr>
            <p:cNvPr id="1712" name="Google Shape;1712;p23"/>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13" name="Google Shape;1713;p23"/>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14" name="Google Shape;1714;p23"/>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15" name="Google Shape;1715;p23"/>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16" name="Google Shape;1716;p23"/>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17" name="Google Shape;1717;p23"/>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18" name="Google Shape;1718;p23"/>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19" name="Google Shape;1719;p23"/>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720" name="Google Shape;1720;p23"/>
          <p:cNvSpPr/>
          <p:nvPr/>
        </p:nvSpPr>
        <p:spPr>
          <a:xfrm flipH="1">
            <a:off x="8817412" y="111341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721" name="Google Shape;1721;p23"/>
          <p:cNvGrpSpPr/>
          <p:nvPr/>
        </p:nvGrpSpPr>
        <p:grpSpPr>
          <a:xfrm>
            <a:off x="7581510" y="-9"/>
            <a:ext cx="849275" cy="848250"/>
            <a:chOff x="8751122" y="1283566"/>
            <a:chExt cx="849275" cy="848250"/>
          </a:xfrm>
        </p:grpSpPr>
        <p:sp>
          <p:nvSpPr>
            <p:cNvPr id="1722" name="Google Shape;1722;p23"/>
            <p:cNvSpPr/>
            <p:nvPr/>
          </p:nvSpPr>
          <p:spPr>
            <a:xfrm flipH="1">
              <a:off x="8763662" y="1295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723" name="Google Shape;1723;p23"/>
            <p:cNvGrpSpPr/>
            <p:nvPr/>
          </p:nvGrpSpPr>
          <p:grpSpPr>
            <a:xfrm flipH="1">
              <a:off x="8751122" y="1283566"/>
              <a:ext cx="849275" cy="848250"/>
              <a:chOff x="2651171" y="2397773"/>
              <a:chExt cx="2099568" cy="2097033"/>
            </a:xfrm>
          </p:grpSpPr>
          <p:sp>
            <p:nvSpPr>
              <p:cNvPr id="1724" name="Google Shape;1724;p23"/>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25" name="Google Shape;1725;p23"/>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1726" name="Google Shape;1726;p23"/>
          <p:cNvGrpSpPr/>
          <p:nvPr/>
        </p:nvGrpSpPr>
        <p:grpSpPr>
          <a:xfrm>
            <a:off x="-1209358" y="2362946"/>
            <a:ext cx="2514088" cy="2081645"/>
            <a:chOff x="3573297" y="232872"/>
            <a:chExt cx="5470164" cy="4529254"/>
          </a:xfrm>
        </p:grpSpPr>
        <p:sp>
          <p:nvSpPr>
            <p:cNvPr id="1727" name="Google Shape;1727;p23"/>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28" name="Google Shape;1728;p23"/>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29" name="Google Shape;1729;p23"/>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30" name="Google Shape;1730;p23"/>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31" name="Google Shape;1731;p23"/>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32" name="Google Shape;1732;p23"/>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33" name="Google Shape;1733;p23"/>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34" name="Google Shape;1734;p23"/>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735" name="Google Shape;1735;p23"/>
          <p:cNvGrpSpPr/>
          <p:nvPr/>
        </p:nvGrpSpPr>
        <p:grpSpPr>
          <a:xfrm>
            <a:off x="8197422" y="4147216"/>
            <a:ext cx="849275" cy="848250"/>
            <a:chOff x="8751122" y="1283566"/>
            <a:chExt cx="849275" cy="848250"/>
          </a:xfrm>
        </p:grpSpPr>
        <p:sp>
          <p:nvSpPr>
            <p:cNvPr id="1736" name="Google Shape;1736;p23"/>
            <p:cNvSpPr/>
            <p:nvPr/>
          </p:nvSpPr>
          <p:spPr>
            <a:xfrm flipH="1">
              <a:off x="8763662" y="1295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737" name="Google Shape;1737;p23"/>
            <p:cNvGrpSpPr/>
            <p:nvPr/>
          </p:nvGrpSpPr>
          <p:grpSpPr>
            <a:xfrm flipH="1">
              <a:off x="8751122" y="1283566"/>
              <a:ext cx="849275" cy="848250"/>
              <a:chOff x="2651171" y="2397773"/>
              <a:chExt cx="2099568" cy="2097033"/>
            </a:xfrm>
          </p:grpSpPr>
          <p:sp>
            <p:nvSpPr>
              <p:cNvPr id="1738" name="Google Shape;1738;p23"/>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39" name="Google Shape;1739;p23"/>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sp>
        <p:nvSpPr>
          <p:cNvPr id="1740" name="Google Shape;1740;p23"/>
          <p:cNvSpPr/>
          <p:nvPr/>
        </p:nvSpPr>
        <p:spPr>
          <a:xfrm>
            <a:off x="46319" y="2327646"/>
            <a:ext cx="801132" cy="801132"/>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41" name="Google Shape;1741;p23"/>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742" name="Google Shape;1742;p23"/>
          <p:cNvSpPr txBox="1">
            <a:spLocks noGrp="1"/>
          </p:cNvSpPr>
          <p:nvPr>
            <p:ph type="title" idx="2"/>
          </p:nvPr>
        </p:nvSpPr>
        <p:spPr>
          <a:xfrm>
            <a:off x="1195863" y="1835250"/>
            <a:ext cx="28671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atin typeface="Space Grotesk Medium"/>
                <a:ea typeface="Space Grotesk Medium"/>
                <a:cs typeface="Space Grotesk Medium"/>
                <a:sym typeface="Space Grotesk Medium"/>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743" name="Google Shape;1743;p23"/>
          <p:cNvSpPr txBox="1">
            <a:spLocks noGrp="1"/>
          </p:cNvSpPr>
          <p:nvPr>
            <p:ph type="subTitle" idx="1"/>
          </p:nvPr>
        </p:nvSpPr>
        <p:spPr>
          <a:xfrm>
            <a:off x="1195825" y="2278700"/>
            <a:ext cx="28671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44" name="Google Shape;1744;p23"/>
          <p:cNvSpPr txBox="1">
            <a:spLocks noGrp="1"/>
          </p:cNvSpPr>
          <p:nvPr>
            <p:ph type="title" idx="3"/>
          </p:nvPr>
        </p:nvSpPr>
        <p:spPr>
          <a:xfrm>
            <a:off x="5081043" y="1835250"/>
            <a:ext cx="28671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atin typeface="Space Grotesk Medium"/>
                <a:ea typeface="Space Grotesk Medium"/>
                <a:cs typeface="Space Grotesk Medium"/>
                <a:sym typeface="Space Grotesk Medium"/>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745" name="Google Shape;1745;p23"/>
          <p:cNvSpPr txBox="1">
            <a:spLocks noGrp="1"/>
          </p:cNvSpPr>
          <p:nvPr>
            <p:ph type="subTitle" idx="4"/>
          </p:nvPr>
        </p:nvSpPr>
        <p:spPr>
          <a:xfrm>
            <a:off x="5081005" y="2278700"/>
            <a:ext cx="28671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46" name="Google Shape;1746;p23"/>
          <p:cNvSpPr txBox="1">
            <a:spLocks noGrp="1"/>
          </p:cNvSpPr>
          <p:nvPr>
            <p:ph type="title" idx="5"/>
          </p:nvPr>
        </p:nvSpPr>
        <p:spPr>
          <a:xfrm>
            <a:off x="1195850" y="3619525"/>
            <a:ext cx="28671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atin typeface="Space Grotesk Medium"/>
                <a:ea typeface="Space Grotesk Medium"/>
                <a:cs typeface="Space Grotesk Medium"/>
                <a:sym typeface="Space Grotesk Medium"/>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747" name="Google Shape;1747;p23"/>
          <p:cNvSpPr txBox="1">
            <a:spLocks noGrp="1"/>
          </p:cNvSpPr>
          <p:nvPr>
            <p:ph type="subTitle" idx="6"/>
          </p:nvPr>
        </p:nvSpPr>
        <p:spPr>
          <a:xfrm>
            <a:off x="1195813" y="4062975"/>
            <a:ext cx="28671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48" name="Google Shape;1748;p23"/>
          <p:cNvSpPr txBox="1">
            <a:spLocks noGrp="1"/>
          </p:cNvSpPr>
          <p:nvPr>
            <p:ph type="title" idx="7"/>
          </p:nvPr>
        </p:nvSpPr>
        <p:spPr>
          <a:xfrm>
            <a:off x="5081030" y="3619525"/>
            <a:ext cx="2867100" cy="527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1800">
                <a:latin typeface="Space Grotesk Medium"/>
                <a:ea typeface="Space Grotesk Medium"/>
                <a:cs typeface="Space Grotesk Medium"/>
                <a:sym typeface="Space Grotesk Medium"/>
              </a:defRPr>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749" name="Google Shape;1749;p23"/>
          <p:cNvSpPr txBox="1">
            <a:spLocks noGrp="1"/>
          </p:cNvSpPr>
          <p:nvPr>
            <p:ph type="subTitle" idx="8"/>
          </p:nvPr>
        </p:nvSpPr>
        <p:spPr>
          <a:xfrm>
            <a:off x="5080993" y="4062975"/>
            <a:ext cx="28671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566992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spTree>
      <p:nvGrpSpPr>
        <p:cNvPr id="1" name="Shape 1750"/>
        <p:cNvGrpSpPr/>
        <p:nvPr/>
      </p:nvGrpSpPr>
      <p:grpSpPr>
        <a:xfrm>
          <a:off x="0" y="0"/>
          <a:ext cx="0" cy="0"/>
          <a:chOff x="0" y="0"/>
          <a:chExt cx="0" cy="0"/>
        </a:xfrm>
      </p:grpSpPr>
      <p:sp>
        <p:nvSpPr>
          <p:cNvPr id="1751" name="Google Shape;1751;p24"/>
          <p:cNvSpPr txBox="1">
            <a:spLocks noGrp="1"/>
          </p:cNvSpPr>
          <p:nvPr>
            <p:ph type="title"/>
          </p:nvPr>
        </p:nvSpPr>
        <p:spPr>
          <a:xfrm>
            <a:off x="1653086" y="1481125"/>
            <a:ext cx="26535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752" name="Google Shape;1752;p24"/>
          <p:cNvSpPr txBox="1">
            <a:spLocks noGrp="1"/>
          </p:cNvSpPr>
          <p:nvPr>
            <p:ph type="subTitle" idx="1"/>
          </p:nvPr>
        </p:nvSpPr>
        <p:spPr>
          <a:xfrm>
            <a:off x="1653074" y="1907369"/>
            <a:ext cx="2653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53" name="Google Shape;1753;p24"/>
          <p:cNvSpPr txBox="1">
            <a:spLocks noGrp="1"/>
          </p:cNvSpPr>
          <p:nvPr>
            <p:ph type="title" idx="2"/>
          </p:nvPr>
        </p:nvSpPr>
        <p:spPr>
          <a:xfrm>
            <a:off x="5570882" y="1481125"/>
            <a:ext cx="2653500" cy="5277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754" name="Google Shape;1754;p24"/>
          <p:cNvSpPr txBox="1">
            <a:spLocks noGrp="1"/>
          </p:cNvSpPr>
          <p:nvPr>
            <p:ph type="subTitle" idx="3"/>
          </p:nvPr>
        </p:nvSpPr>
        <p:spPr>
          <a:xfrm>
            <a:off x="5570875" y="1907500"/>
            <a:ext cx="2653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755" name="Google Shape;1755;p24"/>
          <p:cNvGrpSpPr/>
          <p:nvPr/>
        </p:nvGrpSpPr>
        <p:grpSpPr>
          <a:xfrm>
            <a:off x="-534234" y="2591589"/>
            <a:ext cx="3563418" cy="3276021"/>
            <a:chOff x="4765450" y="2817950"/>
            <a:chExt cx="894275" cy="822150"/>
          </a:xfrm>
        </p:grpSpPr>
        <p:sp>
          <p:nvSpPr>
            <p:cNvPr id="1756" name="Google Shape;1756;p24"/>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57" name="Google Shape;1757;p24"/>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58" name="Google Shape;1758;p24"/>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59" name="Google Shape;1759;p24"/>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760" name="Google Shape;1760;p24"/>
          <p:cNvGrpSpPr/>
          <p:nvPr/>
        </p:nvGrpSpPr>
        <p:grpSpPr>
          <a:xfrm>
            <a:off x="666212" y="4424016"/>
            <a:ext cx="1162531" cy="1161127"/>
            <a:chOff x="7253149" y="3334154"/>
            <a:chExt cx="1162531" cy="1161127"/>
          </a:xfrm>
        </p:grpSpPr>
        <p:sp>
          <p:nvSpPr>
            <p:cNvPr id="1761" name="Google Shape;1761;p24"/>
            <p:cNvSpPr/>
            <p:nvPr/>
          </p:nvSpPr>
          <p:spPr>
            <a:xfrm>
              <a:off x="7422442" y="35027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762" name="Google Shape;1762;p24"/>
            <p:cNvGrpSpPr/>
            <p:nvPr/>
          </p:nvGrpSpPr>
          <p:grpSpPr>
            <a:xfrm>
              <a:off x="7253149" y="3334154"/>
              <a:ext cx="1162531" cy="1161127"/>
              <a:chOff x="2651171" y="2397773"/>
              <a:chExt cx="2099568" cy="2097033"/>
            </a:xfrm>
          </p:grpSpPr>
          <p:sp>
            <p:nvSpPr>
              <p:cNvPr id="1763" name="Google Shape;1763;p24"/>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64" name="Google Shape;1764;p24"/>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1765" name="Google Shape;1765;p24"/>
          <p:cNvGrpSpPr/>
          <p:nvPr/>
        </p:nvGrpSpPr>
        <p:grpSpPr>
          <a:xfrm>
            <a:off x="7582096" y="290150"/>
            <a:ext cx="1162705" cy="962710"/>
            <a:chOff x="2210400" y="2558550"/>
            <a:chExt cx="971025" cy="804000"/>
          </a:xfrm>
        </p:grpSpPr>
        <p:sp>
          <p:nvSpPr>
            <p:cNvPr id="1766" name="Google Shape;1766;p24"/>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67" name="Google Shape;1767;p24"/>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68" name="Google Shape;1768;p24"/>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69" name="Google Shape;1769;p24"/>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70" name="Google Shape;1770;p24"/>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71" name="Google Shape;1771;p24"/>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72" name="Google Shape;1772;p24"/>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73" name="Google Shape;1773;p24"/>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774" name="Google Shape;1774;p24"/>
          <p:cNvGrpSpPr/>
          <p:nvPr/>
        </p:nvGrpSpPr>
        <p:grpSpPr>
          <a:xfrm>
            <a:off x="7415915" y="125143"/>
            <a:ext cx="3960194" cy="4417325"/>
            <a:chOff x="4665875" y="2544104"/>
            <a:chExt cx="993850" cy="1108571"/>
          </a:xfrm>
        </p:grpSpPr>
        <p:sp>
          <p:nvSpPr>
            <p:cNvPr id="1775" name="Google Shape;1775;p24"/>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76" name="Google Shape;1776;p24"/>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77" name="Google Shape;1777;p24"/>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78" name="Google Shape;1778;p24"/>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79" name="Google Shape;1779;p24"/>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80" name="Google Shape;1780;p24"/>
            <p:cNvSpPr/>
            <p:nvPr/>
          </p:nvSpPr>
          <p:spPr>
            <a:xfrm>
              <a:off x="4665875" y="2544104"/>
              <a:ext cx="316425" cy="316425"/>
            </a:xfrm>
            <a:custGeom>
              <a:avLst/>
              <a:gdLst/>
              <a:ahLst/>
              <a:cxnLst/>
              <a:rect l="l" t="t" r="r" b="b"/>
              <a:pathLst>
                <a:path w="12657" h="12657" extrusionOk="0">
                  <a:moveTo>
                    <a:pt x="6329" y="1"/>
                  </a:moveTo>
                  <a:lnTo>
                    <a:pt x="1" y="6328"/>
                  </a:lnTo>
                  <a:lnTo>
                    <a:pt x="6329" y="12656"/>
                  </a:lnTo>
                  <a:lnTo>
                    <a:pt x="12656" y="6328"/>
                  </a:lnTo>
                  <a:lnTo>
                    <a:pt x="632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81" name="Google Shape;1781;p24"/>
            <p:cNvSpPr/>
            <p:nvPr/>
          </p:nvSpPr>
          <p:spPr>
            <a:xfrm>
              <a:off x="4920850" y="3013825"/>
              <a:ext cx="358275" cy="358275"/>
            </a:xfrm>
            <a:custGeom>
              <a:avLst/>
              <a:gdLst/>
              <a:ahLst/>
              <a:cxnLst/>
              <a:rect l="l" t="t" r="r" b="b"/>
              <a:pathLst>
                <a:path w="14331" h="14331" extrusionOk="0">
                  <a:moveTo>
                    <a:pt x="7165" y="1"/>
                  </a:moveTo>
                  <a:lnTo>
                    <a:pt x="0" y="7166"/>
                  </a:lnTo>
                  <a:lnTo>
                    <a:pt x="7165" y="14331"/>
                  </a:lnTo>
                  <a:lnTo>
                    <a:pt x="14331" y="7166"/>
                  </a:lnTo>
                  <a:lnTo>
                    <a:pt x="7165"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82" name="Google Shape;1782;p24"/>
            <p:cNvSpPr/>
            <p:nvPr/>
          </p:nvSpPr>
          <p:spPr>
            <a:xfrm>
              <a:off x="4915725" y="3008700"/>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83" name="Google Shape;1783;p24"/>
            <p:cNvSpPr/>
            <p:nvPr/>
          </p:nvSpPr>
          <p:spPr>
            <a:xfrm>
              <a:off x="4982725" y="3075700"/>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784" name="Google Shape;1784;p24"/>
          <p:cNvSpPr txBox="1">
            <a:spLocks noGrp="1"/>
          </p:cNvSpPr>
          <p:nvPr>
            <p:ph type="title" idx="4"/>
          </p:nvPr>
        </p:nvSpPr>
        <p:spPr>
          <a:xfrm>
            <a:off x="1653086" y="3186485"/>
            <a:ext cx="26535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785" name="Google Shape;1785;p24"/>
          <p:cNvSpPr txBox="1">
            <a:spLocks noGrp="1"/>
          </p:cNvSpPr>
          <p:nvPr>
            <p:ph type="subTitle" idx="5"/>
          </p:nvPr>
        </p:nvSpPr>
        <p:spPr>
          <a:xfrm>
            <a:off x="1653074" y="3629949"/>
            <a:ext cx="2653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86" name="Google Shape;1786;p24"/>
          <p:cNvSpPr txBox="1">
            <a:spLocks noGrp="1"/>
          </p:cNvSpPr>
          <p:nvPr>
            <p:ph type="title" idx="6"/>
          </p:nvPr>
        </p:nvSpPr>
        <p:spPr>
          <a:xfrm>
            <a:off x="5570882" y="3186613"/>
            <a:ext cx="26535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787" name="Google Shape;1787;p24"/>
          <p:cNvSpPr txBox="1">
            <a:spLocks noGrp="1"/>
          </p:cNvSpPr>
          <p:nvPr>
            <p:ph type="subTitle" idx="7"/>
          </p:nvPr>
        </p:nvSpPr>
        <p:spPr>
          <a:xfrm>
            <a:off x="5570875" y="3630075"/>
            <a:ext cx="2653500" cy="484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88" name="Google Shape;1788;p24"/>
          <p:cNvSpPr txBox="1">
            <a:spLocks noGrp="1"/>
          </p:cNvSpPr>
          <p:nvPr>
            <p:ph type="title" idx="8"/>
          </p:nvPr>
        </p:nvSpPr>
        <p:spPr>
          <a:xfrm>
            <a:off x="713225" y="539500"/>
            <a:ext cx="7717500" cy="565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extLst>
      <p:ext uri="{BB962C8B-B14F-4D97-AF65-F5344CB8AC3E}">
        <p14:creationId xmlns:p14="http://schemas.microsoft.com/office/powerpoint/2010/main" val="27023301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789"/>
        <p:cNvGrpSpPr/>
        <p:nvPr/>
      </p:nvGrpSpPr>
      <p:grpSpPr>
        <a:xfrm>
          <a:off x="0" y="0"/>
          <a:ext cx="0" cy="0"/>
          <a:chOff x="0" y="0"/>
          <a:chExt cx="0" cy="0"/>
        </a:xfrm>
      </p:grpSpPr>
      <p:sp>
        <p:nvSpPr>
          <p:cNvPr id="1790" name="Google Shape;1790;p25"/>
          <p:cNvSpPr txBox="1">
            <a:spLocks noGrp="1"/>
          </p:cNvSpPr>
          <p:nvPr>
            <p:ph type="title"/>
          </p:nvPr>
        </p:nvSpPr>
        <p:spPr>
          <a:xfrm>
            <a:off x="713225" y="1018600"/>
            <a:ext cx="4569900" cy="565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791" name="Google Shape;1791;p25"/>
          <p:cNvSpPr txBox="1">
            <a:spLocks noGrp="1"/>
          </p:cNvSpPr>
          <p:nvPr>
            <p:ph type="body" idx="1"/>
          </p:nvPr>
        </p:nvSpPr>
        <p:spPr>
          <a:xfrm>
            <a:off x="713225" y="1672700"/>
            <a:ext cx="4569900" cy="2670600"/>
          </a:xfrm>
          <a:prstGeom prst="rect">
            <a:avLst/>
          </a:prstGeom>
        </p:spPr>
        <p:txBody>
          <a:bodyPr spcFirstLastPara="1" wrap="square" lIns="91425" tIns="91425" rIns="91425" bIns="91425" anchor="t" anchorCtr="0">
            <a:noAutofit/>
          </a:bodyPr>
          <a:lstStyle>
            <a:lvl1pPr marL="457200" lvl="0" indent="-342900" rtl="0">
              <a:lnSpc>
                <a:spcPct val="100000"/>
              </a:lnSpc>
              <a:spcBef>
                <a:spcPts val="0"/>
              </a:spcBef>
              <a:spcAft>
                <a:spcPts val="0"/>
              </a:spcAft>
              <a:buSzPts val="1800"/>
              <a:buAutoNum type="arabicPeriod"/>
              <a:defRPr sz="1400"/>
            </a:lvl1pPr>
            <a:lvl2pPr marL="914400" lvl="1" indent="-317500" rtl="0">
              <a:spcBef>
                <a:spcPts val="0"/>
              </a:spcBef>
              <a:spcAft>
                <a:spcPts val="0"/>
              </a:spcAft>
              <a:buSzPts val="1400"/>
              <a:buAutoNum type="alphaLcPeriod"/>
              <a:defRPr/>
            </a:lvl2pPr>
            <a:lvl3pPr marL="1371600" lvl="2" indent="-317500" rtl="0">
              <a:spcBef>
                <a:spcPts val="0"/>
              </a:spcBef>
              <a:spcAft>
                <a:spcPts val="0"/>
              </a:spcAft>
              <a:buSzPts val="1400"/>
              <a:buAutoNum type="romanLcPeriod"/>
              <a:defRPr/>
            </a:lvl3pPr>
            <a:lvl4pPr marL="1828800" lvl="3" indent="-317500" rtl="0">
              <a:spcBef>
                <a:spcPts val="0"/>
              </a:spcBef>
              <a:spcAft>
                <a:spcPts val="0"/>
              </a:spcAft>
              <a:buSzPts val="1400"/>
              <a:buAutoNum type="arabicPeriod"/>
              <a:defRPr/>
            </a:lvl4pPr>
            <a:lvl5pPr marL="2286000" lvl="4" indent="-317500" rtl="0">
              <a:spcBef>
                <a:spcPts val="0"/>
              </a:spcBef>
              <a:spcAft>
                <a:spcPts val="0"/>
              </a:spcAft>
              <a:buSzPts val="1400"/>
              <a:buAutoNum type="alphaLcPeriod"/>
              <a:defRPr/>
            </a:lvl5pPr>
            <a:lvl6pPr marL="2743200" lvl="5" indent="-317500" rtl="0">
              <a:spcBef>
                <a:spcPts val="0"/>
              </a:spcBef>
              <a:spcAft>
                <a:spcPts val="0"/>
              </a:spcAft>
              <a:buSzPts val="1400"/>
              <a:buAutoNum type="romanLcPeriod"/>
              <a:defRPr/>
            </a:lvl6pPr>
            <a:lvl7pPr marL="3200400" lvl="6" indent="-317500" rtl="0">
              <a:spcBef>
                <a:spcPts val="0"/>
              </a:spcBef>
              <a:spcAft>
                <a:spcPts val="0"/>
              </a:spcAft>
              <a:buSzPts val="1400"/>
              <a:buAutoNum type="arabicPeriod"/>
              <a:defRPr/>
            </a:lvl7pPr>
            <a:lvl8pPr marL="3657600" lvl="7" indent="-317500" rtl="0">
              <a:spcBef>
                <a:spcPts val="0"/>
              </a:spcBef>
              <a:spcAft>
                <a:spcPts val="0"/>
              </a:spcAft>
              <a:buSzPts val="1400"/>
              <a:buAutoNum type="alphaLcPeriod"/>
              <a:defRPr/>
            </a:lvl8pPr>
            <a:lvl9pPr marL="4114800" lvl="8" indent="-317500" rtl="0">
              <a:spcBef>
                <a:spcPts val="0"/>
              </a:spcBef>
              <a:spcAft>
                <a:spcPts val="0"/>
              </a:spcAft>
              <a:buSzPts val="1400"/>
              <a:buAutoNum type="romanLcPeriod"/>
              <a:defRPr/>
            </a:lvl9pPr>
          </a:lstStyle>
          <a:p>
            <a:endParaRPr/>
          </a:p>
        </p:txBody>
      </p:sp>
      <p:grpSp>
        <p:nvGrpSpPr>
          <p:cNvPr id="1792" name="Google Shape;1792;p25"/>
          <p:cNvGrpSpPr/>
          <p:nvPr/>
        </p:nvGrpSpPr>
        <p:grpSpPr>
          <a:xfrm>
            <a:off x="3375010" y="4156462"/>
            <a:ext cx="2872292" cy="2378232"/>
            <a:chOff x="2210400" y="2558550"/>
            <a:chExt cx="971025" cy="804000"/>
          </a:xfrm>
        </p:grpSpPr>
        <p:sp>
          <p:nvSpPr>
            <p:cNvPr id="1793" name="Google Shape;1793;p25"/>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94" name="Google Shape;1794;p25"/>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95" name="Google Shape;1795;p25"/>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96" name="Google Shape;1796;p25"/>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97" name="Google Shape;1797;p25"/>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98" name="Google Shape;1798;p25"/>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99" name="Google Shape;1799;p25"/>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00" name="Google Shape;1800;p25"/>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801" name="Google Shape;1801;p25"/>
          <p:cNvGrpSpPr/>
          <p:nvPr/>
        </p:nvGrpSpPr>
        <p:grpSpPr>
          <a:xfrm>
            <a:off x="5436129" y="2765943"/>
            <a:ext cx="3039902" cy="2515875"/>
            <a:chOff x="5440750" y="1669400"/>
            <a:chExt cx="971525" cy="804025"/>
          </a:xfrm>
        </p:grpSpPr>
        <p:sp>
          <p:nvSpPr>
            <p:cNvPr id="1802" name="Google Shape;1802;p25"/>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03" name="Google Shape;1803;p25"/>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04" name="Google Shape;1804;p25"/>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05" name="Google Shape;1805;p25"/>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06" name="Google Shape;1806;p25"/>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07" name="Google Shape;1807;p25"/>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08" name="Google Shape;1808;p25"/>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09" name="Google Shape;1809;p25"/>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10" name="Google Shape;1810;p25"/>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11" name="Google Shape;1811;p25"/>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12" name="Google Shape;1812;p25"/>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13" name="Google Shape;1813;p25"/>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14" name="Google Shape;1814;p25"/>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15" name="Google Shape;1815;p25"/>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16" name="Google Shape;1816;p25"/>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17" name="Google Shape;1817;p25"/>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18" name="Google Shape;1818;p25"/>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19" name="Google Shape;1819;p25"/>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0" name="Google Shape;1820;p25"/>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1" name="Google Shape;1821;p25"/>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2" name="Google Shape;1822;p25"/>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3" name="Google Shape;1823;p25"/>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4" name="Google Shape;1824;p25"/>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5" name="Google Shape;1825;p25"/>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6" name="Google Shape;1826;p25"/>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7" name="Google Shape;1827;p25"/>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8" name="Google Shape;1828;p25"/>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9" name="Google Shape;1829;p25"/>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30" name="Google Shape;1830;p25"/>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31" name="Google Shape;1831;p25"/>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32" name="Google Shape;1832;p25"/>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33" name="Google Shape;1833;p25"/>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34" name="Google Shape;1834;p25"/>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35" name="Google Shape;1835;p25"/>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36" name="Google Shape;1836;p25"/>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37" name="Google Shape;1837;p25"/>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38" name="Google Shape;1838;p25"/>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39" name="Google Shape;1839;p25"/>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0" name="Google Shape;1840;p25"/>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1" name="Google Shape;1841;p25"/>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2" name="Google Shape;1842;p25"/>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3" name="Google Shape;1843;p25"/>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4" name="Google Shape;1844;p25"/>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5" name="Google Shape;1845;p25"/>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6" name="Google Shape;1846;p25"/>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7" name="Google Shape;1847;p25"/>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8" name="Google Shape;1848;p25"/>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9" name="Google Shape;1849;p25"/>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50" name="Google Shape;1850;p25"/>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51" name="Google Shape;1851;p25"/>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52" name="Google Shape;1852;p25"/>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53" name="Google Shape;1853;p25"/>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54" name="Google Shape;1854;p25"/>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55" name="Google Shape;1855;p25"/>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56" name="Google Shape;1856;p25"/>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57" name="Google Shape;1857;p25"/>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58" name="Google Shape;1858;p25"/>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59" name="Google Shape;1859;p25"/>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60" name="Google Shape;1860;p25"/>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61" name="Google Shape;1861;p25"/>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62" name="Google Shape;1862;p25"/>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63" name="Google Shape;1863;p25"/>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64" name="Google Shape;1864;p25"/>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65" name="Google Shape;1865;p25"/>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66" name="Google Shape;1866;p25"/>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67" name="Google Shape;1867;p25"/>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68" name="Google Shape;1868;p25"/>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69" name="Google Shape;1869;p25"/>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70" name="Google Shape;1870;p25"/>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71" name="Google Shape;1871;p25"/>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72" name="Google Shape;1872;p25"/>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73" name="Google Shape;1873;p25"/>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74" name="Google Shape;1874;p25"/>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75" name="Google Shape;1875;p25"/>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76" name="Google Shape;1876;p25"/>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77" name="Google Shape;1877;p25"/>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78" name="Google Shape;1878;p25"/>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79" name="Google Shape;1879;p25"/>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80" name="Google Shape;1880;p25"/>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81" name="Google Shape;1881;p25"/>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82" name="Google Shape;1882;p25"/>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83" name="Google Shape;1883;p25"/>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84" name="Google Shape;1884;p25"/>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85" name="Google Shape;1885;p25"/>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86" name="Google Shape;1886;p25"/>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87" name="Google Shape;1887;p25"/>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88" name="Google Shape;1888;p25"/>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89" name="Google Shape;1889;p25"/>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0" name="Google Shape;1890;p25"/>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1" name="Google Shape;1891;p25"/>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2" name="Google Shape;1892;p25"/>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3" name="Google Shape;1893;p25"/>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4" name="Google Shape;1894;p25"/>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5" name="Google Shape;1895;p25"/>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6" name="Google Shape;1896;p25"/>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7" name="Google Shape;1897;p25"/>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8" name="Google Shape;1898;p25"/>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9" name="Google Shape;1899;p25"/>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00" name="Google Shape;1900;p25"/>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01" name="Google Shape;1901;p25"/>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02" name="Google Shape;1902;p25"/>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03" name="Google Shape;1903;p25"/>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04" name="Google Shape;1904;p25"/>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05" name="Google Shape;1905;p25"/>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06" name="Google Shape;1906;p25"/>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07" name="Google Shape;1907;p25"/>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08" name="Google Shape;1908;p25"/>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09" name="Google Shape;1909;p25"/>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10" name="Google Shape;1910;p25"/>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11" name="Google Shape;1911;p25"/>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12" name="Google Shape;1912;p25"/>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13" name="Google Shape;1913;p25"/>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14" name="Google Shape;1914;p25"/>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15" name="Google Shape;1915;p25"/>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16" name="Google Shape;1916;p25"/>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17" name="Google Shape;1917;p25"/>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18" name="Google Shape;1918;p25"/>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19" name="Google Shape;1919;p25"/>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920" name="Google Shape;1920;p25"/>
          <p:cNvGrpSpPr/>
          <p:nvPr/>
        </p:nvGrpSpPr>
        <p:grpSpPr>
          <a:xfrm rot="10800000">
            <a:off x="6885085" y="981458"/>
            <a:ext cx="2872292" cy="2378232"/>
            <a:chOff x="2210400" y="2558550"/>
            <a:chExt cx="971025" cy="804000"/>
          </a:xfrm>
        </p:grpSpPr>
        <p:sp>
          <p:nvSpPr>
            <p:cNvPr id="1921" name="Google Shape;1921;p25"/>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2" name="Google Shape;1922;p25"/>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3" name="Google Shape;1923;p25"/>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4" name="Google Shape;1924;p25"/>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5" name="Google Shape;1925;p25"/>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6" name="Google Shape;1926;p25"/>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7" name="Google Shape;1927;p25"/>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8" name="Google Shape;1928;p25"/>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929" name="Google Shape;1929;p25"/>
          <p:cNvGrpSpPr/>
          <p:nvPr/>
        </p:nvGrpSpPr>
        <p:grpSpPr>
          <a:xfrm rot="10800000" flipH="1">
            <a:off x="7119499" y="-16579"/>
            <a:ext cx="1162531" cy="1161127"/>
            <a:chOff x="2651171" y="2397773"/>
            <a:chExt cx="2099568" cy="2097033"/>
          </a:xfrm>
        </p:grpSpPr>
        <p:sp>
          <p:nvSpPr>
            <p:cNvPr id="1930" name="Google Shape;1930;p25"/>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1" name="Google Shape;1931;p25"/>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932" name="Google Shape;1932;p25"/>
          <p:cNvSpPr/>
          <p:nvPr/>
        </p:nvSpPr>
        <p:spPr>
          <a:xfrm rot="10800000">
            <a:off x="6247296" y="2814225"/>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3" name="Google Shape;1933;p25"/>
          <p:cNvSpPr/>
          <p:nvPr/>
        </p:nvSpPr>
        <p:spPr>
          <a:xfrm>
            <a:off x="6247300" y="254259"/>
            <a:ext cx="968191" cy="968222"/>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9943512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934"/>
        <p:cNvGrpSpPr/>
        <p:nvPr/>
      </p:nvGrpSpPr>
      <p:grpSpPr>
        <a:xfrm>
          <a:off x="0" y="0"/>
          <a:ext cx="0" cy="0"/>
          <a:chOff x="0" y="0"/>
          <a:chExt cx="0" cy="0"/>
        </a:xfrm>
      </p:grpSpPr>
      <p:grpSp>
        <p:nvGrpSpPr>
          <p:cNvPr id="1935" name="Google Shape;1935;p26"/>
          <p:cNvGrpSpPr/>
          <p:nvPr/>
        </p:nvGrpSpPr>
        <p:grpSpPr>
          <a:xfrm>
            <a:off x="2787991" y="1287889"/>
            <a:ext cx="3563418" cy="3276021"/>
            <a:chOff x="4765450" y="2817950"/>
            <a:chExt cx="894275" cy="822150"/>
          </a:xfrm>
        </p:grpSpPr>
        <p:sp>
          <p:nvSpPr>
            <p:cNvPr id="1936" name="Google Shape;1936;p26"/>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7" name="Google Shape;1937;p26"/>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8" name="Google Shape;1938;p26"/>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9" name="Google Shape;1939;p26"/>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940" name="Google Shape;1940;p26"/>
          <p:cNvGrpSpPr/>
          <p:nvPr/>
        </p:nvGrpSpPr>
        <p:grpSpPr>
          <a:xfrm>
            <a:off x="7185910" y="-217751"/>
            <a:ext cx="2872292" cy="2378232"/>
            <a:chOff x="2210400" y="2558550"/>
            <a:chExt cx="971025" cy="804000"/>
          </a:xfrm>
        </p:grpSpPr>
        <p:sp>
          <p:nvSpPr>
            <p:cNvPr id="1941" name="Google Shape;1941;p26"/>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2" name="Google Shape;1942;p26"/>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3" name="Google Shape;1943;p26"/>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4" name="Google Shape;1944;p26"/>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5" name="Google Shape;1945;p26"/>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6" name="Google Shape;1946;p26"/>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7" name="Google Shape;1947;p26"/>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8" name="Google Shape;1948;p26"/>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949" name="Google Shape;1949;p26"/>
          <p:cNvGrpSpPr/>
          <p:nvPr/>
        </p:nvGrpSpPr>
        <p:grpSpPr>
          <a:xfrm flipH="1">
            <a:off x="8813326" y="-9"/>
            <a:ext cx="849275" cy="848250"/>
            <a:chOff x="8751122" y="1283566"/>
            <a:chExt cx="849275" cy="848250"/>
          </a:xfrm>
        </p:grpSpPr>
        <p:sp>
          <p:nvSpPr>
            <p:cNvPr id="1950" name="Google Shape;1950;p26"/>
            <p:cNvSpPr/>
            <p:nvPr/>
          </p:nvSpPr>
          <p:spPr>
            <a:xfrm flipH="1">
              <a:off x="8763662" y="12958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951" name="Google Shape;1951;p26"/>
            <p:cNvGrpSpPr/>
            <p:nvPr/>
          </p:nvGrpSpPr>
          <p:grpSpPr>
            <a:xfrm flipH="1">
              <a:off x="8751122" y="1283566"/>
              <a:ext cx="849275" cy="848250"/>
              <a:chOff x="2651171" y="2397773"/>
              <a:chExt cx="2099568" cy="2097033"/>
            </a:xfrm>
          </p:grpSpPr>
          <p:sp>
            <p:nvSpPr>
              <p:cNvPr id="1952" name="Google Shape;1952;p26"/>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3" name="Google Shape;1953;p26"/>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1954" name="Google Shape;1954;p26"/>
          <p:cNvGrpSpPr/>
          <p:nvPr/>
        </p:nvGrpSpPr>
        <p:grpSpPr>
          <a:xfrm>
            <a:off x="-259090" y="4167881"/>
            <a:ext cx="1142271" cy="1145681"/>
            <a:chOff x="6167975" y="2118400"/>
            <a:chExt cx="150775" cy="151225"/>
          </a:xfrm>
        </p:grpSpPr>
        <p:sp>
          <p:nvSpPr>
            <p:cNvPr id="1955" name="Google Shape;1955;p26"/>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6" name="Google Shape;1956;p26"/>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957" name="Google Shape;1957;p26"/>
          <p:cNvGrpSpPr/>
          <p:nvPr/>
        </p:nvGrpSpPr>
        <p:grpSpPr>
          <a:xfrm>
            <a:off x="-269226" y="3517179"/>
            <a:ext cx="1162531" cy="1161127"/>
            <a:chOff x="2651171" y="2397773"/>
            <a:chExt cx="2099568" cy="2097033"/>
          </a:xfrm>
        </p:grpSpPr>
        <p:sp>
          <p:nvSpPr>
            <p:cNvPr id="1958" name="Google Shape;1958;p26"/>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9" name="Google Shape;1959;p26"/>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960" name="Google Shape;1960;p26"/>
          <p:cNvSpPr/>
          <p:nvPr/>
        </p:nvSpPr>
        <p:spPr>
          <a:xfrm>
            <a:off x="7472262" y="127554"/>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61" name="Google Shape;1961;p26"/>
          <p:cNvSpPr txBox="1">
            <a:spLocks noGrp="1"/>
          </p:cNvSpPr>
          <p:nvPr>
            <p:ph type="title"/>
          </p:nvPr>
        </p:nvSpPr>
        <p:spPr>
          <a:xfrm>
            <a:off x="883200" y="1287888"/>
            <a:ext cx="2168100" cy="5277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962" name="Google Shape;1962;p26"/>
          <p:cNvSpPr txBox="1">
            <a:spLocks noGrp="1"/>
          </p:cNvSpPr>
          <p:nvPr>
            <p:ph type="subTitle" idx="1"/>
          </p:nvPr>
        </p:nvSpPr>
        <p:spPr>
          <a:xfrm>
            <a:off x="883201" y="1731875"/>
            <a:ext cx="2168100" cy="4848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63" name="Google Shape;1963;p26"/>
          <p:cNvSpPr txBox="1">
            <a:spLocks noGrp="1"/>
          </p:cNvSpPr>
          <p:nvPr>
            <p:ph type="title" idx="2"/>
          </p:nvPr>
        </p:nvSpPr>
        <p:spPr>
          <a:xfrm>
            <a:off x="883201" y="2445568"/>
            <a:ext cx="2168100" cy="5277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964" name="Google Shape;1964;p26"/>
          <p:cNvSpPr txBox="1">
            <a:spLocks noGrp="1"/>
          </p:cNvSpPr>
          <p:nvPr>
            <p:ph type="subTitle" idx="3"/>
          </p:nvPr>
        </p:nvSpPr>
        <p:spPr>
          <a:xfrm>
            <a:off x="883201" y="2884841"/>
            <a:ext cx="2168100" cy="4848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65" name="Google Shape;1965;p26"/>
          <p:cNvSpPr txBox="1">
            <a:spLocks noGrp="1"/>
          </p:cNvSpPr>
          <p:nvPr>
            <p:ph type="title" idx="4"/>
          </p:nvPr>
        </p:nvSpPr>
        <p:spPr>
          <a:xfrm>
            <a:off x="883176" y="3577196"/>
            <a:ext cx="2168100" cy="527700"/>
          </a:xfrm>
          <a:prstGeom prst="rect">
            <a:avLst/>
          </a:prstGeom>
          <a:ln>
            <a:noFill/>
          </a:ln>
        </p:spPr>
        <p:txBody>
          <a:bodyPr spcFirstLastPara="1" wrap="square" lIns="91425" tIns="91425" rIns="91425" bIns="91425" anchor="b" anchorCtr="0">
            <a:noAutofit/>
          </a:bodyPr>
          <a:lstStyle>
            <a:lvl1pPr lvl="0" algn="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1966" name="Google Shape;1966;p26"/>
          <p:cNvSpPr txBox="1">
            <a:spLocks noGrp="1"/>
          </p:cNvSpPr>
          <p:nvPr>
            <p:ph type="subTitle" idx="5"/>
          </p:nvPr>
        </p:nvSpPr>
        <p:spPr>
          <a:xfrm>
            <a:off x="883176" y="4020638"/>
            <a:ext cx="2168100" cy="484800"/>
          </a:xfrm>
          <a:prstGeom prst="rect">
            <a:avLst/>
          </a:prstGeom>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67" name="Google Shape;1967;p26"/>
          <p:cNvSpPr txBox="1">
            <a:spLocks noGrp="1"/>
          </p:cNvSpPr>
          <p:nvPr>
            <p:ph type="title" idx="6"/>
          </p:nvPr>
        </p:nvSpPr>
        <p:spPr>
          <a:xfrm>
            <a:off x="713225" y="539500"/>
            <a:ext cx="7717500" cy="565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968" name="Google Shape;1968;p26"/>
          <p:cNvSpPr txBox="1">
            <a:spLocks noGrp="1"/>
          </p:cNvSpPr>
          <p:nvPr>
            <p:ph type="title" idx="7"/>
          </p:nvPr>
        </p:nvSpPr>
        <p:spPr>
          <a:xfrm>
            <a:off x="6092700" y="1287888"/>
            <a:ext cx="21681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500"/>
              <a:buNone/>
              <a:defRPr sz="1800">
                <a:latin typeface="Space Grotesk Medium"/>
                <a:ea typeface="Space Grotesk Medium"/>
                <a:cs typeface="Space Grotesk Medium"/>
                <a:sym typeface="Space Grotesk Medium"/>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1969" name="Google Shape;1969;p26"/>
          <p:cNvSpPr txBox="1">
            <a:spLocks noGrp="1"/>
          </p:cNvSpPr>
          <p:nvPr>
            <p:ph type="subTitle" idx="8"/>
          </p:nvPr>
        </p:nvSpPr>
        <p:spPr>
          <a:xfrm>
            <a:off x="6092701" y="1731875"/>
            <a:ext cx="21681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970" name="Google Shape;1970;p26"/>
          <p:cNvSpPr txBox="1">
            <a:spLocks noGrp="1"/>
          </p:cNvSpPr>
          <p:nvPr>
            <p:ph type="title" idx="9"/>
          </p:nvPr>
        </p:nvSpPr>
        <p:spPr>
          <a:xfrm>
            <a:off x="6092701" y="2445568"/>
            <a:ext cx="21681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500"/>
              <a:buNone/>
              <a:defRPr sz="1800">
                <a:latin typeface="Space Grotesk Medium"/>
                <a:ea typeface="Space Grotesk Medium"/>
                <a:cs typeface="Space Grotesk Medium"/>
                <a:sym typeface="Space Grotesk Medium"/>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1971" name="Google Shape;1971;p26"/>
          <p:cNvSpPr txBox="1">
            <a:spLocks noGrp="1"/>
          </p:cNvSpPr>
          <p:nvPr>
            <p:ph type="subTitle" idx="13"/>
          </p:nvPr>
        </p:nvSpPr>
        <p:spPr>
          <a:xfrm>
            <a:off x="6092701" y="2884841"/>
            <a:ext cx="21681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972" name="Google Shape;1972;p26"/>
          <p:cNvSpPr txBox="1">
            <a:spLocks noGrp="1"/>
          </p:cNvSpPr>
          <p:nvPr>
            <p:ph type="title" idx="14"/>
          </p:nvPr>
        </p:nvSpPr>
        <p:spPr>
          <a:xfrm>
            <a:off x="6092676" y="3577196"/>
            <a:ext cx="2168100" cy="5277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2500"/>
              <a:buNone/>
              <a:defRPr sz="1800">
                <a:latin typeface="Space Grotesk Medium"/>
                <a:ea typeface="Space Grotesk Medium"/>
                <a:cs typeface="Space Grotesk Medium"/>
                <a:sym typeface="Space Grotesk Medium"/>
              </a:defRPr>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sp>
        <p:nvSpPr>
          <p:cNvPr id="1973" name="Google Shape;1973;p26"/>
          <p:cNvSpPr txBox="1">
            <a:spLocks noGrp="1"/>
          </p:cNvSpPr>
          <p:nvPr>
            <p:ph type="subTitle" idx="15"/>
          </p:nvPr>
        </p:nvSpPr>
        <p:spPr>
          <a:xfrm>
            <a:off x="6092676" y="4020638"/>
            <a:ext cx="2168100" cy="4848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8687970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six columns 1">
  <p:cSld name="Title and six columns 1">
    <p:spTree>
      <p:nvGrpSpPr>
        <p:cNvPr id="1" name="Shape 1974"/>
        <p:cNvGrpSpPr/>
        <p:nvPr/>
      </p:nvGrpSpPr>
      <p:grpSpPr>
        <a:xfrm>
          <a:off x="0" y="0"/>
          <a:ext cx="0" cy="0"/>
          <a:chOff x="0" y="0"/>
          <a:chExt cx="0" cy="0"/>
        </a:xfrm>
      </p:grpSpPr>
      <p:sp>
        <p:nvSpPr>
          <p:cNvPr id="1975" name="Google Shape;1975;p27"/>
          <p:cNvSpPr txBox="1">
            <a:spLocks noGrp="1"/>
          </p:cNvSpPr>
          <p:nvPr>
            <p:ph type="title" hasCustomPrompt="1"/>
          </p:nvPr>
        </p:nvSpPr>
        <p:spPr>
          <a:xfrm>
            <a:off x="713213" y="1509888"/>
            <a:ext cx="704700" cy="4848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500"/>
              <a:buNone/>
              <a:defRPr>
                <a:latin typeface="Space Grotesk Medium"/>
                <a:ea typeface="Space Grotesk Medium"/>
                <a:cs typeface="Space Grotesk Medium"/>
                <a:sym typeface="Space Grotesk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976" name="Google Shape;1976;p27"/>
          <p:cNvSpPr txBox="1">
            <a:spLocks noGrp="1"/>
          </p:cNvSpPr>
          <p:nvPr>
            <p:ph type="title" idx="2" hasCustomPrompt="1"/>
          </p:nvPr>
        </p:nvSpPr>
        <p:spPr>
          <a:xfrm>
            <a:off x="7727388" y="1509888"/>
            <a:ext cx="704700" cy="4848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5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977" name="Google Shape;1977;p27"/>
          <p:cNvSpPr txBox="1">
            <a:spLocks noGrp="1"/>
          </p:cNvSpPr>
          <p:nvPr>
            <p:ph type="title" idx="3" hasCustomPrompt="1"/>
          </p:nvPr>
        </p:nvSpPr>
        <p:spPr>
          <a:xfrm>
            <a:off x="7724000" y="2661225"/>
            <a:ext cx="704700" cy="4848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5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978" name="Google Shape;1978;p27"/>
          <p:cNvSpPr txBox="1">
            <a:spLocks noGrp="1"/>
          </p:cNvSpPr>
          <p:nvPr>
            <p:ph type="title" idx="4" hasCustomPrompt="1"/>
          </p:nvPr>
        </p:nvSpPr>
        <p:spPr>
          <a:xfrm>
            <a:off x="7719375" y="3790950"/>
            <a:ext cx="704700" cy="4848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500"/>
              <a:buNone/>
              <a:defRPr b="1"/>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979" name="Google Shape;1979;p27"/>
          <p:cNvSpPr txBox="1">
            <a:spLocks noGrp="1"/>
          </p:cNvSpPr>
          <p:nvPr>
            <p:ph type="subTitle" idx="1"/>
          </p:nvPr>
        </p:nvSpPr>
        <p:spPr>
          <a:xfrm>
            <a:off x="1482702" y="1509900"/>
            <a:ext cx="19293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80" name="Google Shape;1980;p27"/>
          <p:cNvSpPr txBox="1">
            <a:spLocks noGrp="1"/>
          </p:cNvSpPr>
          <p:nvPr>
            <p:ph type="subTitle" idx="5"/>
          </p:nvPr>
        </p:nvSpPr>
        <p:spPr>
          <a:xfrm>
            <a:off x="1481625" y="3790950"/>
            <a:ext cx="19293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81" name="Google Shape;1981;p27"/>
          <p:cNvSpPr txBox="1">
            <a:spLocks noGrp="1"/>
          </p:cNvSpPr>
          <p:nvPr>
            <p:ph type="subTitle" idx="6"/>
          </p:nvPr>
        </p:nvSpPr>
        <p:spPr>
          <a:xfrm>
            <a:off x="1485495" y="2661231"/>
            <a:ext cx="1929300" cy="484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82" name="Google Shape;1982;p27"/>
          <p:cNvSpPr txBox="1">
            <a:spLocks noGrp="1"/>
          </p:cNvSpPr>
          <p:nvPr>
            <p:ph type="subTitle" idx="7"/>
          </p:nvPr>
        </p:nvSpPr>
        <p:spPr>
          <a:xfrm>
            <a:off x="5728825" y="3790950"/>
            <a:ext cx="1925400" cy="48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83" name="Google Shape;1983;p27"/>
          <p:cNvSpPr txBox="1">
            <a:spLocks noGrp="1"/>
          </p:cNvSpPr>
          <p:nvPr>
            <p:ph type="subTitle" idx="8"/>
          </p:nvPr>
        </p:nvSpPr>
        <p:spPr>
          <a:xfrm>
            <a:off x="5729900" y="1509900"/>
            <a:ext cx="1925400" cy="48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984" name="Google Shape;1984;p27"/>
          <p:cNvSpPr txBox="1">
            <a:spLocks noGrp="1"/>
          </p:cNvSpPr>
          <p:nvPr>
            <p:ph type="subTitle" idx="9"/>
          </p:nvPr>
        </p:nvSpPr>
        <p:spPr>
          <a:xfrm>
            <a:off x="5732687" y="2661231"/>
            <a:ext cx="1925400" cy="484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985" name="Google Shape;1985;p27"/>
          <p:cNvGrpSpPr/>
          <p:nvPr/>
        </p:nvGrpSpPr>
        <p:grpSpPr>
          <a:xfrm>
            <a:off x="4311119" y="-2147399"/>
            <a:ext cx="3525470" cy="2917646"/>
            <a:chOff x="5440750" y="1669400"/>
            <a:chExt cx="971525" cy="804025"/>
          </a:xfrm>
        </p:grpSpPr>
        <p:sp>
          <p:nvSpPr>
            <p:cNvPr id="1986" name="Google Shape;1986;p27"/>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7" name="Google Shape;1987;p27"/>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8" name="Google Shape;1988;p27"/>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9" name="Google Shape;1989;p27"/>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0" name="Google Shape;1990;p27"/>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1" name="Google Shape;1991;p27"/>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2" name="Google Shape;1992;p27"/>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3" name="Google Shape;1993;p27"/>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4" name="Google Shape;1994;p27"/>
            <p:cNvSpPr/>
            <p:nvPr/>
          </p:nvSpPr>
          <p:spPr>
            <a:xfrm>
              <a:off x="6140976" y="230127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5" name="Google Shape;1995;p27"/>
            <p:cNvSpPr/>
            <p:nvPr/>
          </p:nvSpPr>
          <p:spPr>
            <a:xfrm>
              <a:off x="6135401" y="2295919"/>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6" name="Google Shape;1996;p27"/>
            <p:cNvSpPr/>
            <p:nvPr/>
          </p:nvSpPr>
          <p:spPr>
            <a:xfrm>
              <a:off x="6163776" y="2324294"/>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997" name="Google Shape;1997;p27"/>
          <p:cNvSpPr/>
          <p:nvPr/>
        </p:nvSpPr>
        <p:spPr>
          <a:xfrm flipH="1">
            <a:off x="7508346" y="-117482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1998" name="Google Shape;1998;p27"/>
          <p:cNvGrpSpPr/>
          <p:nvPr/>
        </p:nvGrpSpPr>
        <p:grpSpPr>
          <a:xfrm rot="10800000" flipH="1">
            <a:off x="8147637" y="-217954"/>
            <a:ext cx="1162531" cy="1161127"/>
            <a:chOff x="2651171" y="2397773"/>
            <a:chExt cx="2099568" cy="2097033"/>
          </a:xfrm>
        </p:grpSpPr>
        <p:sp>
          <p:nvSpPr>
            <p:cNvPr id="1999" name="Google Shape;1999;p27"/>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0" name="Google Shape;2000;p27"/>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001" name="Google Shape;2001;p27"/>
          <p:cNvGrpSpPr/>
          <p:nvPr/>
        </p:nvGrpSpPr>
        <p:grpSpPr>
          <a:xfrm>
            <a:off x="-1805843" y="3135376"/>
            <a:ext cx="3525470" cy="3410618"/>
            <a:chOff x="5440750" y="1669400"/>
            <a:chExt cx="971525" cy="939875"/>
          </a:xfrm>
        </p:grpSpPr>
        <p:sp>
          <p:nvSpPr>
            <p:cNvPr id="2002" name="Google Shape;2002;p27"/>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3" name="Google Shape;2003;p27"/>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4" name="Google Shape;2004;p27"/>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5" name="Google Shape;2005;p27"/>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6" name="Google Shape;2006;p27"/>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7" name="Google Shape;2007;p27"/>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8" name="Google Shape;2008;p27"/>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9" name="Google Shape;2009;p27"/>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10" name="Google Shape;2010;p27"/>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11" name="Google Shape;2011;p27"/>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12" name="Google Shape;2012;p27"/>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13" name="Google Shape;2013;p27"/>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014" name="Google Shape;2014;p27"/>
          <p:cNvSpPr txBox="1">
            <a:spLocks noGrp="1"/>
          </p:cNvSpPr>
          <p:nvPr>
            <p:ph type="title" idx="13" hasCustomPrompt="1"/>
          </p:nvPr>
        </p:nvSpPr>
        <p:spPr>
          <a:xfrm>
            <a:off x="716550" y="2661225"/>
            <a:ext cx="704700" cy="4848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500"/>
              <a:buNone/>
              <a:defRPr>
                <a:latin typeface="Space Grotesk Medium"/>
                <a:ea typeface="Space Grotesk Medium"/>
                <a:cs typeface="Space Grotesk Medium"/>
                <a:sym typeface="Space Grotesk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15" name="Google Shape;2015;p27"/>
          <p:cNvSpPr txBox="1">
            <a:spLocks noGrp="1"/>
          </p:cNvSpPr>
          <p:nvPr>
            <p:ph type="title" idx="14" hasCustomPrompt="1"/>
          </p:nvPr>
        </p:nvSpPr>
        <p:spPr>
          <a:xfrm>
            <a:off x="721225" y="3790950"/>
            <a:ext cx="704700" cy="4848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2500"/>
              <a:buNone/>
              <a:defRPr>
                <a:latin typeface="Space Grotesk Medium"/>
                <a:ea typeface="Space Grotesk Medium"/>
                <a:cs typeface="Space Grotesk Medium"/>
                <a:sym typeface="Space Grotesk Medium"/>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016" name="Google Shape;2016;p27"/>
          <p:cNvSpPr txBox="1">
            <a:spLocks noGrp="1"/>
          </p:cNvSpPr>
          <p:nvPr>
            <p:ph type="title" idx="15"/>
          </p:nvPr>
        </p:nvSpPr>
        <p:spPr>
          <a:xfrm>
            <a:off x="713225" y="539500"/>
            <a:ext cx="7717500" cy="565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extLst>
      <p:ext uri="{BB962C8B-B14F-4D97-AF65-F5344CB8AC3E}">
        <p14:creationId xmlns:p14="http://schemas.microsoft.com/office/powerpoint/2010/main" val="7050866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six columns 2">
  <p:cSld name="Title and six columns 2">
    <p:spTree>
      <p:nvGrpSpPr>
        <p:cNvPr id="1" name="Shape 2017"/>
        <p:cNvGrpSpPr/>
        <p:nvPr/>
      </p:nvGrpSpPr>
      <p:grpSpPr>
        <a:xfrm>
          <a:off x="0" y="0"/>
          <a:ext cx="0" cy="0"/>
          <a:chOff x="0" y="0"/>
          <a:chExt cx="0" cy="0"/>
        </a:xfrm>
      </p:grpSpPr>
      <p:sp>
        <p:nvSpPr>
          <p:cNvPr id="2018" name="Google Shape;2018;p28"/>
          <p:cNvSpPr txBox="1">
            <a:spLocks noGrp="1"/>
          </p:cNvSpPr>
          <p:nvPr>
            <p:ph type="title"/>
          </p:nvPr>
        </p:nvSpPr>
        <p:spPr>
          <a:xfrm>
            <a:off x="831125" y="1835250"/>
            <a:ext cx="2305500" cy="527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019" name="Google Shape;2019;p28"/>
          <p:cNvSpPr txBox="1">
            <a:spLocks noGrp="1"/>
          </p:cNvSpPr>
          <p:nvPr>
            <p:ph type="subTitle" idx="1"/>
          </p:nvPr>
        </p:nvSpPr>
        <p:spPr>
          <a:xfrm>
            <a:off x="831125" y="2269375"/>
            <a:ext cx="23055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20" name="Google Shape;2020;p28"/>
          <p:cNvSpPr txBox="1">
            <a:spLocks noGrp="1"/>
          </p:cNvSpPr>
          <p:nvPr>
            <p:ph type="title" idx="2"/>
          </p:nvPr>
        </p:nvSpPr>
        <p:spPr>
          <a:xfrm>
            <a:off x="3419269" y="1835250"/>
            <a:ext cx="2305500" cy="527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021" name="Google Shape;2021;p28"/>
          <p:cNvSpPr txBox="1">
            <a:spLocks noGrp="1"/>
          </p:cNvSpPr>
          <p:nvPr>
            <p:ph type="subTitle" idx="3"/>
          </p:nvPr>
        </p:nvSpPr>
        <p:spPr>
          <a:xfrm>
            <a:off x="3419269" y="2269375"/>
            <a:ext cx="23055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22" name="Google Shape;2022;p28"/>
          <p:cNvSpPr txBox="1">
            <a:spLocks noGrp="1"/>
          </p:cNvSpPr>
          <p:nvPr>
            <p:ph type="title" idx="4"/>
          </p:nvPr>
        </p:nvSpPr>
        <p:spPr>
          <a:xfrm>
            <a:off x="3419269" y="3573450"/>
            <a:ext cx="2305500" cy="527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023" name="Google Shape;2023;p28"/>
          <p:cNvSpPr txBox="1">
            <a:spLocks noGrp="1"/>
          </p:cNvSpPr>
          <p:nvPr>
            <p:ph type="subTitle" idx="5"/>
          </p:nvPr>
        </p:nvSpPr>
        <p:spPr>
          <a:xfrm>
            <a:off x="3419269" y="4007575"/>
            <a:ext cx="23055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24" name="Google Shape;2024;p28"/>
          <p:cNvSpPr txBox="1">
            <a:spLocks noGrp="1"/>
          </p:cNvSpPr>
          <p:nvPr>
            <p:ph type="title" idx="6"/>
          </p:nvPr>
        </p:nvSpPr>
        <p:spPr>
          <a:xfrm>
            <a:off x="6007420" y="1837525"/>
            <a:ext cx="2305500" cy="527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025" name="Google Shape;2025;p28"/>
          <p:cNvSpPr txBox="1">
            <a:spLocks noGrp="1"/>
          </p:cNvSpPr>
          <p:nvPr>
            <p:ph type="subTitle" idx="7"/>
          </p:nvPr>
        </p:nvSpPr>
        <p:spPr>
          <a:xfrm>
            <a:off x="6007420" y="2271650"/>
            <a:ext cx="23055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26" name="Google Shape;2026;p28"/>
          <p:cNvSpPr txBox="1">
            <a:spLocks noGrp="1"/>
          </p:cNvSpPr>
          <p:nvPr>
            <p:ph type="title" idx="8"/>
          </p:nvPr>
        </p:nvSpPr>
        <p:spPr>
          <a:xfrm>
            <a:off x="6007420" y="3575725"/>
            <a:ext cx="2305500" cy="527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027" name="Google Shape;2027;p28"/>
          <p:cNvSpPr txBox="1">
            <a:spLocks noGrp="1"/>
          </p:cNvSpPr>
          <p:nvPr>
            <p:ph type="subTitle" idx="9"/>
          </p:nvPr>
        </p:nvSpPr>
        <p:spPr>
          <a:xfrm>
            <a:off x="6007420" y="4009850"/>
            <a:ext cx="23055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2028" name="Google Shape;2028;p28"/>
          <p:cNvGrpSpPr/>
          <p:nvPr/>
        </p:nvGrpSpPr>
        <p:grpSpPr>
          <a:xfrm>
            <a:off x="-1805843" y="2671162"/>
            <a:ext cx="3525470" cy="3874833"/>
            <a:chOff x="5440750" y="1541475"/>
            <a:chExt cx="971525" cy="1067800"/>
          </a:xfrm>
        </p:grpSpPr>
        <p:sp>
          <p:nvSpPr>
            <p:cNvPr id="2029" name="Google Shape;2029;p28"/>
            <p:cNvSpPr/>
            <p:nvPr/>
          </p:nvSpPr>
          <p:spPr>
            <a:xfrm>
              <a:off x="5853925" y="1541475"/>
              <a:ext cx="309425" cy="309425"/>
            </a:xfrm>
            <a:custGeom>
              <a:avLst/>
              <a:gdLst/>
              <a:ahLst/>
              <a:cxnLst/>
              <a:rect l="l" t="t" r="r" b="b"/>
              <a:pathLst>
                <a:path w="12377" h="12377" extrusionOk="0">
                  <a:moveTo>
                    <a:pt x="6179" y="0"/>
                  </a:moveTo>
                  <a:lnTo>
                    <a:pt x="0" y="6197"/>
                  </a:lnTo>
                  <a:lnTo>
                    <a:pt x="6179" y="12376"/>
                  </a:lnTo>
                  <a:lnTo>
                    <a:pt x="12376" y="6197"/>
                  </a:lnTo>
                  <a:lnTo>
                    <a:pt x="6179"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0" name="Google Shape;2030;p28"/>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1" name="Google Shape;2031;p28"/>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2" name="Google Shape;2032;p28"/>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3" name="Google Shape;2033;p28"/>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4" name="Google Shape;2034;p28"/>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5" name="Google Shape;2035;p28"/>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6" name="Google Shape;2036;p28"/>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7" name="Google Shape;2037;p28"/>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8" name="Google Shape;2038;p28"/>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9" name="Google Shape;2039;p28"/>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0" name="Google Shape;2040;p28"/>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1" name="Google Shape;2041;p28"/>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042" name="Google Shape;2042;p28"/>
          <p:cNvGrpSpPr/>
          <p:nvPr/>
        </p:nvGrpSpPr>
        <p:grpSpPr>
          <a:xfrm>
            <a:off x="-624466" y="2756450"/>
            <a:ext cx="1162705" cy="962710"/>
            <a:chOff x="2210400" y="2558550"/>
            <a:chExt cx="971025" cy="804000"/>
          </a:xfrm>
        </p:grpSpPr>
        <p:sp>
          <p:nvSpPr>
            <p:cNvPr id="2043" name="Google Shape;2043;p2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4" name="Google Shape;2044;p2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5" name="Google Shape;2045;p2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6" name="Google Shape;2046;p2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7" name="Google Shape;2047;p2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8" name="Google Shape;2048;p2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9" name="Google Shape;2049;p2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50" name="Google Shape;2050;p2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051" name="Google Shape;2051;p28"/>
          <p:cNvGrpSpPr/>
          <p:nvPr/>
        </p:nvGrpSpPr>
        <p:grpSpPr>
          <a:xfrm flipH="1">
            <a:off x="8099379" y="-9"/>
            <a:ext cx="3418785" cy="2830723"/>
            <a:chOff x="2210400" y="2558550"/>
            <a:chExt cx="971025" cy="804000"/>
          </a:xfrm>
        </p:grpSpPr>
        <p:sp>
          <p:nvSpPr>
            <p:cNvPr id="2052" name="Google Shape;2052;p2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53" name="Google Shape;2053;p2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54" name="Google Shape;2054;p2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55" name="Google Shape;2055;p2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56" name="Google Shape;2056;p2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57" name="Google Shape;2057;p2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58" name="Google Shape;2058;p2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59" name="Google Shape;2059;p2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060" name="Google Shape;2060;p28"/>
          <p:cNvSpPr/>
          <p:nvPr/>
        </p:nvSpPr>
        <p:spPr>
          <a:xfrm>
            <a:off x="7932175" y="125147"/>
            <a:ext cx="744611" cy="744611"/>
          </a:xfrm>
          <a:custGeom>
            <a:avLst/>
            <a:gdLst/>
            <a:ahLst/>
            <a:cxnLst/>
            <a:rect l="l" t="t" r="r" b="b"/>
            <a:pathLst>
              <a:path w="12657" h="12657" extrusionOk="0">
                <a:moveTo>
                  <a:pt x="6329" y="1"/>
                </a:moveTo>
                <a:lnTo>
                  <a:pt x="1" y="6328"/>
                </a:lnTo>
                <a:lnTo>
                  <a:pt x="6329" y="12656"/>
                </a:lnTo>
                <a:lnTo>
                  <a:pt x="12656" y="6328"/>
                </a:lnTo>
                <a:lnTo>
                  <a:pt x="632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061" name="Google Shape;2061;p28"/>
          <p:cNvGrpSpPr/>
          <p:nvPr/>
        </p:nvGrpSpPr>
        <p:grpSpPr>
          <a:xfrm>
            <a:off x="7723212" y="-83121"/>
            <a:ext cx="1162531" cy="1161127"/>
            <a:chOff x="2651171" y="2397773"/>
            <a:chExt cx="2099568" cy="2097033"/>
          </a:xfrm>
        </p:grpSpPr>
        <p:sp>
          <p:nvSpPr>
            <p:cNvPr id="2062" name="Google Shape;2062;p28"/>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63" name="Google Shape;2063;p28"/>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064" name="Google Shape;2064;p28"/>
          <p:cNvSpPr txBox="1">
            <a:spLocks noGrp="1"/>
          </p:cNvSpPr>
          <p:nvPr>
            <p:ph type="title" idx="13"/>
          </p:nvPr>
        </p:nvSpPr>
        <p:spPr>
          <a:xfrm>
            <a:off x="831125" y="3573450"/>
            <a:ext cx="2305500" cy="5277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2500"/>
              <a:buNone/>
              <a:defRPr sz="1800">
                <a:latin typeface="Space Grotesk Medium"/>
                <a:ea typeface="Space Grotesk Medium"/>
                <a:cs typeface="Space Grotesk Medium"/>
                <a:sym typeface="Space Grotesk Medium"/>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065" name="Google Shape;2065;p28"/>
          <p:cNvSpPr txBox="1">
            <a:spLocks noGrp="1"/>
          </p:cNvSpPr>
          <p:nvPr>
            <p:ph type="subTitle" idx="14"/>
          </p:nvPr>
        </p:nvSpPr>
        <p:spPr>
          <a:xfrm>
            <a:off x="831125" y="4007575"/>
            <a:ext cx="2305500" cy="4848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66" name="Google Shape;2066;p28"/>
          <p:cNvSpPr txBox="1">
            <a:spLocks noGrp="1"/>
          </p:cNvSpPr>
          <p:nvPr>
            <p:ph type="title" idx="15"/>
          </p:nvPr>
        </p:nvSpPr>
        <p:spPr>
          <a:xfrm>
            <a:off x="713225" y="539500"/>
            <a:ext cx="7717500" cy="565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extLst>
      <p:ext uri="{BB962C8B-B14F-4D97-AF65-F5344CB8AC3E}">
        <p14:creationId xmlns:p14="http://schemas.microsoft.com/office/powerpoint/2010/main" val="315535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2067"/>
        <p:cNvGrpSpPr/>
        <p:nvPr/>
      </p:nvGrpSpPr>
      <p:grpSpPr>
        <a:xfrm>
          <a:off x="0" y="0"/>
          <a:ext cx="0" cy="0"/>
          <a:chOff x="0" y="0"/>
          <a:chExt cx="0" cy="0"/>
        </a:xfrm>
      </p:grpSpPr>
      <p:sp>
        <p:nvSpPr>
          <p:cNvPr id="2068" name="Google Shape;2068;p29"/>
          <p:cNvSpPr/>
          <p:nvPr/>
        </p:nvSpPr>
        <p:spPr>
          <a:xfrm flipH="1">
            <a:off x="6752571" y="1"/>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069" name="Google Shape;2069;p29"/>
          <p:cNvGrpSpPr/>
          <p:nvPr/>
        </p:nvGrpSpPr>
        <p:grpSpPr>
          <a:xfrm>
            <a:off x="4444765" y="-242770"/>
            <a:ext cx="4084025" cy="3381541"/>
            <a:chOff x="3573297" y="232872"/>
            <a:chExt cx="5470164" cy="4529254"/>
          </a:xfrm>
        </p:grpSpPr>
        <p:sp>
          <p:nvSpPr>
            <p:cNvPr id="2070" name="Google Shape;2070;p29"/>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1" name="Google Shape;2071;p29"/>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2" name="Google Shape;2072;p29"/>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3" name="Google Shape;2073;p29"/>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4" name="Google Shape;2074;p29"/>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5" name="Google Shape;2075;p29"/>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6" name="Google Shape;2076;p29"/>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7" name="Google Shape;2077;p29"/>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078" name="Google Shape;2078;p29"/>
          <p:cNvGrpSpPr/>
          <p:nvPr/>
        </p:nvGrpSpPr>
        <p:grpSpPr>
          <a:xfrm flipH="1">
            <a:off x="-895103" y="3138787"/>
            <a:ext cx="3673270" cy="3119516"/>
            <a:chOff x="4665875" y="2808650"/>
            <a:chExt cx="993850" cy="844025"/>
          </a:xfrm>
        </p:grpSpPr>
        <p:sp>
          <p:nvSpPr>
            <p:cNvPr id="2079" name="Google Shape;2079;p29"/>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80" name="Google Shape;2080;p29"/>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81" name="Google Shape;2081;p29"/>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82" name="Google Shape;2082;p29"/>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83" name="Google Shape;2083;p29"/>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84" name="Google Shape;2084;p29"/>
            <p:cNvSpPr/>
            <p:nvPr/>
          </p:nvSpPr>
          <p:spPr>
            <a:xfrm>
              <a:off x="4967653" y="3046159"/>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85" name="Google Shape;2085;p29"/>
            <p:cNvSpPr/>
            <p:nvPr/>
          </p:nvSpPr>
          <p:spPr>
            <a:xfrm>
              <a:off x="5034653" y="3113159"/>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086" name="Google Shape;2086;p29"/>
          <p:cNvSpPr txBox="1">
            <a:spLocks noGrp="1"/>
          </p:cNvSpPr>
          <p:nvPr>
            <p:ph type="title" hasCustomPrompt="1"/>
          </p:nvPr>
        </p:nvSpPr>
        <p:spPr>
          <a:xfrm>
            <a:off x="1221762" y="837650"/>
            <a:ext cx="3095100" cy="8283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200"/>
              <a:buNone/>
              <a:defRPr sz="5000">
                <a:latin typeface="Space Grotesk Medium"/>
                <a:ea typeface="Space Grotesk Medium"/>
                <a:cs typeface="Space Grotesk Medium"/>
                <a:sym typeface="Space Grotesk Medium"/>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2087" name="Google Shape;2087;p29"/>
          <p:cNvSpPr txBox="1">
            <a:spLocks noGrp="1"/>
          </p:cNvSpPr>
          <p:nvPr>
            <p:ph type="subTitle" idx="1"/>
          </p:nvPr>
        </p:nvSpPr>
        <p:spPr>
          <a:xfrm>
            <a:off x="1221762" y="1815496"/>
            <a:ext cx="3095100" cy="4452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b="1">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88" name="Google Shape;2088;p29"/>
          <p:cNvSpPr txBox="1">
            <a:spLocks noGrp="1"/>
          </p:cNvSpPr>
          <p:nvPr>
            <p:ph type="title" idx="2" hasCustomPrompt="1"/>
          </p:nvPr>
        </p:nvSpPr>
        <p:spPr>
          <a:xfrm>
            <a:off x="4827129" y="837650"/>
            <a:ext cx="3095100" cy="8283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200"/>
              <a:buNone/>
              <a:defRPr sz="5000">
                <a:latin typeface="Space Grotesk Medium"/>
                <a:ea typeface="Space Grotesk Medium"/>
                <a:cs typeface="Space Grotesk Medium"/>
                <a:sym typeface="Space Grotesk Medium"/>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2089" name="Google Shape;2089;p29"/>
          <p:cNvSpPr txBox="1">
            <a:spLocks noGrp="1"/>
          </p:cNvSpPr>
          <p:nvPr>
            <p:ph type="subTitle" idx="3"/>
          </p:nvPr>
        </p:nvSpPr>
        <p:spPr>
          <a:xfrm>
            <a:off x="4827129" y="1815496"/>
            <a:ext cx="3095100" cy="4452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b="1">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90" name="Google Shape;2090;p29"/>
          <p:cNvSpPr txBox="1">
            <a:spLocks noGrp="1"/>
          </p:cNvSpPr>
          <p:nvPr>
            <p:ph type="title" idx="4" hasCustomPrompt="1"/>
          </p:nvPr>
        </p:nvSpPr>
        <p:spPr>
          <a:xfrm>
            <a:off x="1221803" y="2867455"/>
            <a:ext cx="3095100" cy="8283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200"/>
              <a:buNone/>
              <a:defRPr sz="5000">
                <a:latin typeface="Space Grotesk Medium"/>
                <a:ea typeface="Space Grotesk Medium"/>
                <a:cs typeface="Space Grotesk Medium"/>
                <a:sym typeface="Space Grotesk Medium"/>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2091" name="Google Shape;2091;p29"/>
          <p:cNvSpPr txBox="1">
            <a:spLocks noGrp="1"/>
          </p:cNvSpPr>
          <p:nvPr>
            <p:ph type="subTitle" idx="5"/>
          </p:nvPr>
        </p:nvSpPr>
        <p:spPr>
          <a:xfrm>
            <a:off x="1221803" y="3860650"/>
            <a:ext cx="3095100" cy="4452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b="1">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92" name="Google Shape;2092;p29"/>
          <p:cNvSpPr txBox="1">
            <a:spLocks noGrp="1"/>
          </p:cNvSpPr>
          <p:nvPr>
            <p:ph type="title" idx="6" hasCustomPrompt="1"/>
          </p:nvPr>
        </p:nvSpPr>
        <p:spPr>
          <a:xfrm>
            <a:off x="4827088" y="2867456"/>
            <a:ext cx="3095100" cy="828300"/>
          </a:xfrm>
          <a:prstGeom prst="rect">
            <a:avLst/>
          </a:pr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200"/>
              <a:buNone/>
              <a:defRPr sz="5000">
                <a:latin typeface="Space Grotesk Medium"/>
                <a:ea typeface="Space Grotesk Medium"/>
                <a:cs typeface="Space Grotesk Medium"/>
                <a:sym typeface="Space Grotesk Medium"/>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2093" name="Google Shape;2093;p29"/>
          <p:cNvSpPr txBox="1">
            <a:spLocks noGrp="1"/>
          </p:cNvSpPr>
          <p:nvPr>
            <p:ph type="subTitle" idx="7"/>
          </p:nvPr>
        </p:nvSpPr>
        <p:spPr>
          <a:xfrm>
            <a:off x="4827088" y="3860652"/>
            <a:ext cx="3095100" cy="445200"/>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b="1">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9599295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2094"/>
        <p:cNvGrpSpPr/>
        <p:nvPr/>
      </p:nvGrpSpPr>
      <p:grpSpPr>
        <a:xfrm>
          <a:off x="0" y="0"/>
          <a:ext cx="0" cy="0"/>
          <a:chOff x="0" y="0"/>
          <a:chExt cx="0" cy="0"/>
        </a:xfrm>
      </p:grpSpPr>
      <p:sp>
        <p:nvSpPr>
          <p:cNvPr id="2095" name="Google Shape;2095;p30"/>
          <p:cNvSpPr txBox="1">
            <a:spLocks noGrp="1"/>
          </p:cNvSpPr>
          <p:nvPr>
            <p:ph type="body" idx="1"/>
          </p:nvPr>
        </p:nvSpPr>
        <p:spPr>
          <a:xfrm>
            <a:off x="713225" y="1387250"/>
            <a:ext cx="7717500" cy="3221400"/>
          </a:xfrm>
          <a:prstGeom prst="rect">
            <a:avLst/>
          </a:prstGeom>
        </p:spPr>
        <p:txBody>
          <a:bodyPr spcFirstLastPara="1" wrap="square" lIns="91425" tIns="91425" rIns="91425" bIns="91425" anchor="t" anchorCtr="0">
            <a:noAutofit/>
          </a:bodyPr>
          <a:lstStyle>
            <a:lvl1pPr marL="457200" lvl="0" indent="-342900" rtl="0">
              <a:lnSpc>
                <a:spcPct val="100000"/>
              </a:lnSpc>
              <a:spcBef>
                <a:spcPts val="0"/>
              </a:spcBef>
              <a:spcAft>
                <a:spcPts val="0"/>
              </a:spcAft>
              <a:buSzPts val="1800"/>
              <a:buAutoNum type="arabicPeriod"/>
              <a:defRPr sz="1400"/>
            </a:lvl1pPr>
            <a:lvl2pPr marL="914400" lvl="1" indent="-317500" rtl="0">
              <a:spcBef>
                <a:spcPts val="0"/>
              </a:spcBef>
              <a:spcAft>
                <a:spcPts val="0"/>
              </a:spcAft>
              <a:buSzPts val="1400"/>
              <a:buAutoNum type="alphaLcPeriod"/>
              <a:defRPr/>
            </a:lvl2pPr>
            <a:lvl3pPr marL="1371600" lvl="2" indent="-317500" rtl="0">
              <a:spcBef>
                <a:spcPts val="0"/>
              </a:spcBef>
              <a:spcAft>
                <a:spcPts val="0"/>
              </a:spcAft>
              <a:buSzPts val="1400"/>
              <a:buAutoNum type="romanLcPeriod"/>
              <a:defRPr/>
            </a:lvl3pPr>
            <a:lvl4pPr marL="1828800" lvl="3" indent="-317500" rtl="0">
              <a:spcBef>
                <a:spcPts val="0"/>
              </a:spcBef>
              <a:spcAft>
                <a:spcPts val="0"/>
              </a:spcAft>
              <a:buSzPts val="1400"/>
              <a:buAutoNum type="arabicPeriod"/>
              <a:defRPr/>
            </a:lvl4pPr>
            <a:lvl5pPr marL="2286000" lvl="4" indent="-317500" rtl="0">
              <a:spcBef>
                <a:spcPts val="0"/>
              </a:spcBef>
              <a:spcAft>
                <a:spcPts val="0"/>
              </a:spcAft>
              <a:buSzPts val="1400"/>
              <a:buAutoNum type="alphaLcPeriod"/>
              <a:defRPr/>
            </a:lvl5pPr>
            <a:lvl6pPr marL="2743200" lvl="5" indent="-317500" rtl="0">
              <a:spcBef>
                <a:spcPts val="0"/>
              </a:spcBef>
              <a:spcAft>
                <a:spcPts val="0"/>
              </a:spcAft>
              <a:buSzPts val="1400"/>
              <a:buAutoNum type="romanLcPeriod"/>
              <a:defRPr/>
            </a:lvl6pPr>
            <a:lvl7pPr marL="3200400" lvl="6" indent="-317500" rtl="0">
              <a:spcBef>
                <a:spcPts val="0"/>
              </a:spcBef>
              <a:spcAft>
                <a:spcPts val="0"/>
              </a:spcAft>
              <a:buSzPts val="1400"/>
              <a:buAutoNum type="arabicPeriod"/>
              <a:defRPr/>
            </a:lvl7pPr>
            <a:lvl8pPr marL="3657600" lvl="7" indent="-317500" rtl="0">
              <a:spcBef>
                <a:spcPts val="0"/>
              </a:spcBef>
              <a:spcAft>
                <a:spcPts val="0"/>
              </a:spcAft>
              <a:buSzPts val="1400"/>
              <a:buAutoNum type="alphaLcPeriod"/>
              <a:defRPr/>
            </a:lvl8pPr>
            <a:lvl9pPr marL="4114800" lvl="8" indent="-317500" rtl="0">
              <a:spcBef>
                <a:spcPts val="0"/>
              </a:spcBef>
              <a:spcAft>
                <a:spcPts val="0"/>
              </a:spcAft>
              <a:buSzPts val="1400"/>
              <a:buAutoNum type="romanLcPeriod"/>
              <a:defRPr/>
            </a:lvl9pPr>
          </a:lstStyle>
          <a:p>
            <a:endParaRPr/>
          </a:p>
        </p:txBody>
      </p:sp>
      <p:grpSp>
        <p:nvGrpSpPr>
          <p:cNvPr id="2096" name="Google Shape;2096;p30"/>
          <p:cNvGrpSpPr/>
          <p:nvPr/>
        </p:nvGrpSpPr>
        <p:grpSpPr>
          <a:xfrm flipH="1">
            <a:off x="7561735" y="-249776"/>
            <a:ext cx="2872292" cy="2378232"/>
            <a:chOff x="2210400" y="2558550"/>
            <a:chExt cx="971025" cy="804000"/>
          </a:xfrm>
        </p:grpSpPr>
        <p:sp>
          <p:nvSpPr>
            <p:cNvPr id="2097" name="Google Shape;2097;p30"/>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8" name="Google Shape;2098;p30"/>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9" name="Google Shape;2099;p30"/>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0" name="Google Shape;2100;p30"/>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1" name="Google Shape;2101;p30"/>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2" name="Google Shape;2102;p30"/>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3" name="Google Shape;2103;p30"/>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4" name="Google Shape;2104;p30"/>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105" name="Google Shape;2105;p30"/>
          <p:cNvSpPr/>
          <p:nvPr/>
        </p:nvSpPr>
        <p:spPr>
          <a:xfrm flipH="1">
            <a:off x="7466496" y="-68037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106" name="Google Shape;2106;p30"/>
          <p:cNvGrpSpPr/>
          <p:nvPr/>
        </p:nvGrpSpPr>
        <p:grpSpPr>
          <a:xfrm>
            <a:off x="6023069" y="1634951"/>
            <a:ext cx="3525470" cy="2917646"/>
            <a:chOff x="5440750" y="1669400"/>
            <a:chExt cx="971525" cy="804025"/>
          </a:xfrm>
        </p:grpSpPr>
        <p:sp>
          <p:nvSpPr>
            <p:cNvPr id="2107" name="Google Shape;2107;p30"/>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8" name="Google Shape;2108;p30"/>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9" name="Google Shape;2109;p30"/>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0" name="Google Shape;2110;p30"/>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1" name="Google Shape;2111;p30"/>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2" name="Google Shape;2112;p30"/>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3" name="Google Shape;2113;p30"/>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4" name="Google Shape;2114;p30"/>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5" name="Google Shape;2115;p30"/>
            <p:cNvSpPr/>
            <p:nvPr/>
          </p:nvSpPr>
          <p:spPr>
            <a:xfrm>
              <a:off x="6140976" y="230127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6" name="Google Shape;2116;p30"/>
            <p:cNvSpPr/>
            <p:nvPr/>
          </p:nvSpPr>
          <p:spPr>
            <a:xfrm>
              <a:off x="6135401" y="2295919"/>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7" name="Google Shape;2117;p30"/>
            <p:cNvSpPr/>
            <p:nvPr/>
          </p:nvSpPr>
          <p:spPr>
            <a:xfrm>
              <a:off x="6163776" y="2324294"/>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118" name="Google Shape;2118;p30"/>
          <p:cNvGrpSpPr/>
          <p:nvPr/>
        </p:nvGrpSpPr>
        <p:grpSpPr>
          <a:xfrm flipH="1">
            <a:off x="5360834" y="3154710"/>
            <a:ext cx="3619520" cy="3119519"/>
            <a:chOff x="4680418" y="2817950"/>
            <a:chExt cx="979307" cy="844026"/>
          </a:xfrm>
        </p:grpSpPr>
        <p:sp>
          <p:nvSpPr>
            <p:cNvPr id="2119" name="Google Shape;2119;p30"/>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0" name="Google Shape;2120;p30"/>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1" name="Google Shape;2121;p30"/>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2" name="Google Shape;2122;p30"/>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3" name="Google Shape;2123;p30"/>
            <p:cNvSpPr/>
            <p:nvPr/>
          </p:nvSpPr>
          <p:spPr>
            <a:xfrm>
              <a:off x="4680418" y="2817951"/>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4" name="Google Shape;2124;p30"/>
            <p:cNvSpPr/>
            <p:nvPr/>
          </p:nvSpPr>
          <p:spPr>
            <a:xfrm>
              <a:off x="4967653" y="3046159"/>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5" name="Google Shape;2125;p30"/>
            <p:cNvSpPr/>
            <p:nvPr/>
          </p:nvSpPr>
          <p:spPr>
            <a:xfrm>
              <a:off x="5034653" y="3113159"/>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126" name="Google Shape;2126;p30"/>
          <p:cNvSpPr txBox="1">
            <a:spLocks noGrp="1"/>
          </p:cNvSpPr>
          <p:nvPr>
            <p:ph type="title"/>
          </p:nvPr>
        </p:nvSpPr>
        <p:spPr>
          <a:xfrm>
            <a:off x="713225" y="539500"/>
            <a:ext cx="7717500" cy="565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extLst>
      <p:ext uri="{BB962C8B-B14F-4D97-AF65-F5344CB8AC3E}">
        <p14:creationId xmlns:p14="http://schemas.microsoft.com/office/powerpoint/2010/main" val="34336100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2127"/>
        <p:cNvGrpSpPr/>
        <p:nvPr/>
      </p:nvGrpSpPr>
      <p:grpSpPr>
        <a:xfrm>
          <a:off x="0" y="0"/>
          <a:ext cx="0" cy="0"/>
          <a:chOff x="0" y="0"/>
          <a:chExt cx="0" cy="0"/>
        </a:xfrm>
      </p:grpSpPr>
      <p:sp>
        <p:nvSpPr>
          <p:cNvPr id="2128" name="Google Shape;2128;p31"/>
          <p:cNvSpPr txBox="1">
            <a:spLocks noGrp="1"/>
          </p:cNvSpPr>
          <p:nvPr>
            <p:ph type="title"/>
          </p:nvPr>
        </p:nvSpPr>
        <p:spPr>
          <a:xfrm>
            <a:off x="713225" y="539500"/>
            <a:ext cx="7717500" cy="5652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129" name="Google Shape;2129;p31"/>
          <p:cNvSpPr txBox="1">
            <a:spLocks noGrp="1"/>
          </p:cNvSpPr>
          <p:nvPr>
            <p:ph type="body" idx="1"/>
          </p:nvPr>
        </p:nvSpPr>
        <p:spPr>
          <a:xfrm>
            <a:off x="713225" y="1387250"/>
            <a:ext cx="7717500" cy="3221400"/>
          </a:xfrm>
          <a:prstGeom prst="rect">
            <a:avLst/>
          </a:prstGeom>
        </p:spPr>
        <p:txBody>
          <a:bodyPr spcFirstLastPara="1" wrap="square" lIns="91425" tIns="91425" rIns="91425" bIns="91425" anchor="t" anchorCtr="0">
            <a:noAutofit/>
          </a:bodyPr>
          <a:lstStyle>
            <a:lvl1pPr marL="457200" lvl="0" indent="-342900" rtl="0">
              <a:lnSpc>
                <a:spcPct val="100000"/>
              </a:lnSpc>
              <a:spcBef>
                <a:spcPts val="0"/>
              </a:spcBef>
              <a:spcAft>
                <a:spcPts val="0"/>
              </a:spcAft>
              <a:buSzPts val="1800"/>
              <a:buAutoNum type="arabicPeriod"/>
              <a:defRPr sz="1400"/>
            </a:lvl1pPr>
            <a:lvl2pPr marL="914400" lvl="1" indent="-317500" rtl="0">
              <a:spcBef>
                <a:spcPts val="0"/>
              </a:spcBef>
              <a:spcAft>
                <a:spcPts val="0"/>
              </a:spcAft>
              <a:buSzPts val="1400"/>
              <a:buAutoNum type="alphaLcPeriod"/>
              <a:defRPr/>
            </a:lvl2pPr>
            <a:lvl3pPr marL="1371600" lvl="2" indent="-317500" rtl="0">
              <a:spcBef>
                <a:spcPts val="0"/>
              </a:spcBef>
              <a:spcAft>
                <a:spcPts val="0"/>
              </a:spcAft>
              <a:buSzPts val="1400"/>
              <a:buAutoNum type="romanLcPeriod"/>
              <a:defRPr/>
            </a:lvl3pPr>
            <a:lvl4pPr marL="1828800" lvl="3" indent="-317500" rtl="0">
              <a:spcBef>
                <a:spcPts val="0"/>
              </a:spcBef>
              <a:spcAft>
                <a:spcPts val="0"/>
              </a:spcAft>
              <a:buSzPts val="1400"/>
              <a:buAutoNum type="arabicPeriod"/>
              <a:defRPr/>
            </a:lvl4pPr>
            <a:lvl5pPr marL="2286000" lvl="4" indent="-317500" rtl="0">
              <a:spcBef>
                <a:spcPts val="0"/>
              </a:spcBef>
              <a:spcAft>
                <a:spcPts val="0"/>
              </a:spcAft>
              <a:buSzPts val="1400"/>
              <a:buAutoNum type="alphaLcPeriod"/>
              <a:defRPr/>
            </a:lvl5pPr>
            <a:lvl6pPr marL="2743200" lvl="5" indent="-317500" rtl="0">
              <a:spcBef>
                <a:spcPts val="0"/>
              </a:spcBef>
              <a:spcAft>
                <a:spcPts val="0"/>
              </a:spcAft>
              <a:buSzPts val="1400"/>
              <a:buAutoNum type="romanLcPeriod"/>
              <a:defRPr/>
            </a:lvl6pPr>
            <a:lvl7pPr marL="3200400" lvl="6" indent="-317500" rtl="0">
              <a:spcBef>
                <a:spcPts val="0"/>
              </a:spcBef>
              <a:spcAft>
                <a:spcPts val="0"/>
              </a:spcAft>
              <a:buSzPts val="1400"/>
              <a:buAutoNum type="arabicPeriod"/>
              <a:defRPr/>
            </a:lvl7pPr>
            <a:lvl8pPr marL="3657600" lvl="7" indent="-317500" rtl="0">
              <a:spcBef>
                <a:spcPts val="0"/>
              </a:spcBef>
              <a:spcAft>
                <a:spcPts val="0"/>
              </a:spcAft>
              <a:buSzPts val="1400"/>
              <a:buAutoNum type="alphaLcPeriod"/>
              <a:defRPr/>
            </a:lvl8pPr>
            <a:lvl9pPr marL="4114800" lvl="8" indent="-317500" rtl="0">
              <a:spcBef>
                <a:spcPts val="0"/>
              </a:spcBef>
              <a:spcAft>
                <a:spcPts val="0"/>
              </a:spcAft>
              <a:buSzPts val="1400"/>
              <a:buAutoNum type="romanLcPeriod"/>
              <a:defRPr/>
            </a:lvl9pPr>
          </a:lstStyle>
          <a:p>
            <a:endParaRPr/>
          </a:p>
        </p:txBody>
      </p:sp>
      <p:grpSp>
        <p:nvGrpSpPr>
          <p:cNvPr id="2130" name="Google Shape;2130;p31"/>
          <p:cNvGrpSpPr/>
          <p:nvPr/>
        </p:nvGrpSpPr>
        <p:grpSpPr>
          <a:xfrm rot="10800000" flipH="1">
            <a:off x="7012567" y="1021855"/>
            <a:ext cx="2514088" cy="2081645"/>
            <a:chOff x="3573297" y="232872"/>
            <a:chExt cx="5470164" cy="4529254"/>
          </a:xfrm>
        </p:grpSpPr>
        <p:sp>
          <p:nvSpPr>
            <p:cNvPr id="2131" name="Google Shape;2131;p31"/>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2" name="Google Shape;2132;p31"/>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3" name="Google Shape;2133;p31"/>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4" name="Google Shape;2134;p31"/>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5" name="Google Shape;2135;p31"/>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6" name="Google Shape;2136;p31"/>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7" name="Google Shape;2137;p31"/>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8" name="Google Shape;2138;p31"/>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139" name="Google Shape;2139;p31"/>
          <p:cNvGrpSpPr/>
          <p:nvPr/>
        </p:nvGrpSpPr>
        <p:grpSpPr>
          <a:xfrm rot="10800000" flipH="1">
            <a:off x="5990490" y="2044275"/>
            <a:ext cx="4084025" cy="3381541"/>
            <a:chOff x="3573297" y="232872"/>
            <a:chExt cx="5470164" cy="4529254"/>
          </a:xfrm>
        </p:grpSpPr>
        <p:sp>
          <p:nvSpPr>
            <p:cNvPr id="2140" name="Google Shape;2140;p31"/>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1" name="Google Shape;2141;p31"/>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2" name="Google Shape;2142;p31"/>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3" name="Google Shape;2143;p31"/>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4" name="Google Shape;2144;p31"/>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5" name="Google Shape;2145;p31"/>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6" name="Google Shape;2146;p31"/>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7" name="Google Shape;2147;p31"/>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148" name="Google Shape;2148;p31"/>
          <p:cNvGrpSpPr/>
          <p:nvPr/>
        </p:nvGrpSpPr>
        <p:grpSpPr>
          <a:xfrm rot="10800000" flipH="1">
            <a:off x="6966499" y="3154490"/>
            <a:ext cx="1162531" cy="1161127"/>
            <a:chOff x="7253149" y="3334154"/>
            <a:chExt cx="1162531" cy="1161127"/>
          </a:xfrm>
        </p:grpSpPr>
        <p:sp>
          <p:nvSpPr>
            <p:cNvPr id="2149" name="Google Shape;2149;p31"/>
            <p:cNvSpPr/>
            <p:nvPr/>
          </p:nvSpPr>
          <p:spPr>
            <a:xfrm>
              <a:off x="7422442" y="35027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150" name="Google Shape;2150;p31"/>
            <p:cNvGrpSpPr/>
            <p:nvPr/>
          </p:nvGrpSpPr>
          <p:grpSpPr>
            <a:xfrm>
              <a:off x="7253149" y="3334154"/>
              <a:ext cx="1162531" cy="1161127"/>
              <a:chOff x="2651171" y="2397773"/>
              <a:chExt cx="2099568" cy="2097033"/>
            </a:xfrm>
          </p:grpSpPr>
          <p:sp>
            <p:nvSpPr>
              <p:cNvPr id="2151" name="Google Shape;2151;p31"/>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2" name="Google Shape;2152;p31"/>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2153" name="Google Shape;2153;p31"/>
          <p:cNvGrpSpPr/>
          <p:nvPr/>
        </p:nvGrpSpPr>
        <p:grpSpPr>
          <a:xfrm>
            <a:off x="7196706" y="-242480"/>
            <a:ext cx="2136578" cy="1768212"/>
            <a:chOff x="5440750" y="1669400"/>
            <a:chExt cx="971525" cy="804025"/>
          </a:xfrm>
        </p:grpSpPr>
        <p:sp>
          <p:nvSpPr>
            <p:cNvPr id="2154" name="Google Shape;2154;p31"/>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5" name="Google Shape;2155;p31"/>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6" name="Google Shape;2156;p31"/>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7" name="Google Shape;2157;p31"/>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8" name="Google Shape;2158;p31"/>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9" name="Google Shape;2159;p31"/>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0" name="Google Shape;2160;p31"/>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1" name="Google Shape;2161;p31"/>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2" name="Google Shape;2162;p31"/>
            <p:cNvSpPr/>
            <p:nvPr/>
          </p:nvSpPr>
          <p:spPr>
            <a:xfrm>
              <a:off x="6140976" y="230127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3" name="Google Shape;2163;p31"/>
            <p:cNvSpPr/>
            <p:nvPr/>
          </p:nvSpPr>
          <p:spPr>
            <a:xfrm>
              <a:off x="6135401" y="2295919"/>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4" name="Google Shape;2164;p31"/>
            <p:cNvSpPr/>
            <p:nvPr/>
          </p:nvSpPr>
          <p:spPr>
            <a:xfrm>
              <a:off x="6163776" y="2324294"/>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165" name="Google Shape;2165;p31"/>
          <p:cNvSpPr/>
          <p:nvPr/>
        </p:nvSpPr>
        <p:spPr>
          <a:xfrm>
            <a:off x="7902933" y="278477"/>
            <a:ext cx="724127" cy="726303"/>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3513213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2297"/>
        <p:cNvGrpSpPr/>
        <p:nvPr/>
      </p:nvGrpSpPr>
      <p:grpSpPr>
        <a:xfrm>
          <a:off x="0" y="0"/>
          <a:ext cx="0" cy="0"/>
          <a:chOff x="0" y="0"/>
          <a:chExt cx="0" cy="0"/>
        </a:xfrm>
      </p:grpSpPr>
      <p:sp>
        <p:nvSpPr>
          <p:cNvPr id="2298" name="Google Shape;2298;p33"/>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2299" name="Google Shape;2299;p33"/>
          <p:cNvGrpSpPr/>
          <p:nvPr/>
        </p:nvGrpSpPr>
        <p:grpSpPr>
          <a:xfrm>
            <a:off x="-1552190" y="1537709"/>
            <a:ext cx="4779359" cy="3901002"/>
            <a:chOff x="2556818" y="232872"/>
            <a:chExt cx="6486643" cy="5294519"/>
          </a:xfrm>
        </p:grpSpPr>
        <p:sp>
          <p:nvSpPr>
            <p:cNvPr id="2300" name="Google Shape;2300;p33"/>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1" name="Google Shape;2301;p33"/>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2" name="Google Shape;2302;p33"/>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3" name="Google Shape;2303;p33"/>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4" name="Google Shape;2304;p33"/>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5" name="Google Shape;2305;p33"/>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6" name="Google Shape;2306;p33"/>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7" name="Google Shape;2307;p33"/>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8" name="Google Shape;2308;p33"/>
            <p:cNvSpPr/>
            <p:nvPr/>
          </p:nvSpPr>
          <p:spPr>
            <a:xfrm>
              <a:off x="7064427" y="2439737"/>
              <a:ext cx="2817" cy="8028"/>
            </a:xfrm>
            <a:custGeom>
              <a:avLst/>
              <a:gdLst/>
              <a:ahLst/>
              <a:cxnLst/>
              <a:rect l="l" t="t" r="r" b="b"/>
              <a:pathLst>
                <a:path w="20" h="57" extrusionOk="0">
                  <a:moveTo>
                    <a:pt x="19" y="0"/>
                  </a:moveTo>
                  <a:lnTo>
                    <a:pt x="1" y="19"/>
                  </a:lnTo>
                  <a:lnTo>
                    <a:pt x="19" y="5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9" name="Google Shape;2309;p33"/>
            <p:cNvSpPr/>
            <p:nvPr/>
          </p:nvSpPr>
          <p:spPr>
            <a:xfrm>
              <a:off x="7067102" y="2437061"/>
              <a:ext cx="5352" cy="13238"/>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0" name="Google Shape;2310;p33"/>
            <p:cNvSpPr/>
            <p:nvPr/>
          </p:nvSpPr>
          <p:spPr>
            <a:xfrm>
              <a:off x="7072313" y="2434526"/>
              <a:ext cx="2817" cy="18449"/>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1" name="Google Shape;2311;p33"/>
            <p:cNvSpPr/>
            <p:nvPr/>
          </p:nvSpPr>
          <p:spPr>
            <a:xfrm>
              <a:off x="7074989" y="2431850"/>
              <a:ext cx="2676" cy="23801"/>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2" name="Google Shape;2312;p33"/>
            <p:cNvSpPr/>
            <p:nvPr/>
          </p:nvSpPr>
          <p:spPr>
            <a:xfrm>
              <a:off x="7077524" y="2429174"/>
              <a:ext cx="2817" cy="29012"/>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3" name="Google Shape;2313;p33"/>
            <p:cNvSpPr/>
            <p:nvPr/>
          </p:nvSpPr>
          <p:spPr>
            <a:xfrm>
              <a:off x="7080200" y="2423963"/>
              <a:ext cx="2676" cy="36899"/>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4" name="Google Shape;2314;p33"/>
            <p:cNvSpPr/>
            <p:nvPr/>
          </p:nvSpPr>
          <p:spPr>
            <a:xfrm>
              <a:off x="7082735" y="2421428"/>
              <a:ext cx="2817" cy="44645"/>
            </a:xfrm>
            <a:custGeom>
              <a:avLst/>
              <a:gdLst/>
              <a:ahLst/>
              <a:cxnLst/>
              <a:rect l="l" t="t" r="r" b="b"/>
              <a:pathLst>
                <a:path w="20" h="317" extrusionOk="0">
                  <a:moveTo>
                    <a:pt x="20" y="0"/>
                  </a:moveTo>
                  <a:lnTo>
                    <a:pt x="1" y="19"/>
                  </a:lnTo>
                  <a:lnTo>
                    <a:pt x="1" y="279"/>
                  </a:lnTo>
                  <a:lnTo>
                    <a:pt x="20" y="31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5" name="Google Shape;2315;p33"/>
            <p:cNvSpPr/>
            <p:nvPr/>
          </p:nvSpPr>
          <p:spPr>
            <a:xfrm>
              <a:off x="7085411" y="2418752"/>
              <a:ext cx="5352" cy="49996"/>
            </a:xfrm>
            <a:custGeom>
              <a:avLst/>
              <a:gdLst/>
              <a:ahLst/>
              <a:cxnLst/>
              <a:rect l="l" t="t" r="r" b="b"/>
              <a:pathLst>
                <a:path w="38" h="355" extrusionOk="0">
                  <a:moveTo>
                    <a:pt x="38" y="0"/>
                  </a:moveTo>
                  <a:lnTo>
                    <a:pt x="1" y="19"/>
                  </a:lnTo>
                  <a:lnTo>
                    <a:pt x="1" y="335"/>
                  </a:lnTo>
                  <a:lnTo>
                    <a:pt x="38" y="35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6" name="Google Shape;2316;p33"/>
            <p:cNvSpPr/>
            <p:nvPr/>
          </p:nvSpPr>
          <p:spPr>
            <a:xfrm>
              <a:off x="7090622" y="2416076"/>
              <a:ext cx="2817" cy="55207"/>
            </a:xfrm>
            <a:custGeom>
              <a:avLst/>
              <a:gdLst/>
              <a:ahLst/>
              <a:cxnLst/>
              <a:rect l="l" t="t" r="r" b="b"/>
              <a:pathLst>
                <a:path w="20" h="392" extrusionOk="0">
                  <a:moveTo>
                    <a:pt x="19" y="1"/>
                  </a:moveTo>
                  <a:lnTo>
                    <a:pt x="1" y="19"/>
                  </a:lnTo>
                  <a:lnTo>
                    <a:pt x="1" y="373"/>
                  </a:lnTo>
                  <a:lnTo>
                    <a:pt x="19" y="3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7" name="Google Shape;2317;p33"/>
            <p:cNvSpPr/>
            <p:nvPr/>
          </p:nvSpPr>
          <p:spPr>
            <a:xfrm>
              <a:off x="7093298" y="2413541"/>
              <a:ext cx="2817" cy="60418"/>
            </a:xfrm>
            <a:custGeom>
              <a:avLst/>
              <a:gdLst/>
              <a:ahLst/>
              <a:cxnLst/>
              <a:rect l="l" t="t" r="r" b="b"/>
              <a:pathLst>
                <a:path w="20" h="429" extrusionOk="0">
                  <a:moveTo>
                    <a:pt x="19" y="0"/>
                  </a:moveTo>
                  <a:lnTo>
                    <a:pt x="0" y="19"/>
                  </a:lnTo>
                  <a:lnTo>
                    <a:pt x="0"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8" name="Google Shape;2318;p33"/>
            <p:cNvSpPr/>
            <p:nvPr/>
          </p:nvSpPr>
          <p:spPr>
            <a:xfrm>
              <a:off x="7095973" y="2410866"/>
              <a:ext cx="2676" cy="65629"/>
            </a:xfrm>
            <a:custGeom>
              <a:avLst/>
              <a:gdLst/>
              <a:ahLst/>
              <a:cxnLst/>
              <a:rect l="l" t="t" r="r" b="b"/>
              <a:pathLst>
                <a:path w="19" h="466" extrusionOk="0">
                  <a:moveTo>
                    <a:pt x="19" y="1"/>
                  </a:moveTo>
                  <a:lnTo>
                    <a:pt x="0" y="19"/>
                  </a:lnTo>
                  <a:lnTo>
                    <a:pt x="0" y="447"/>
                  </a:lnTo>
                  <a:lnTo>
                    <a:pt x="19" y="46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19" name="Google Shape;2319;p33"/>
            <p:cNvSpPr/>
            <p:nvPr/>
          </p:nvSpPr>
          <p:spPr>
            <a:xfrm>
              <a:off x="7098508" y="2405655"/>
              <a:ext cx="2817" cy="73516"/>
            </a:xfrm>
            <a:custGeom>
              <a:avLst/>
              <a:gdLst/>
              <a:ahLst/>
              <a:cxnLst/>
              <a:rect l="l" t="t" r="r" b="b"/>
              <a:pathLst>
                <a:path w="20" h="522" extrusionOk="0">
                  <a:moveTo>
                    <a:pt x="19" y="0"/>
                  </a:moveTo>
                  <a:lnTo>
                    <a:pt x="1" y="38"/>
                  </a:lnTo>
                  <a:lnTo>
                    <a:pt x="1" y="503"/>
                  </a:lnTo>
                  <a:lnTo>
                    <a:pt x="19" y="5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20" name="Google Shape;2320;p33"/>
            <p:cNvSpPr/>
            <p:nvPr/>
          </p:nvSpPr>
          <p:spPr>
            <a:xfrm>
              <a:off x="7101184" y="2402979"/>
              <a:ext cx="2676" cy="81403"/>
            </a:xfrm>
            <a:custGeom>
              <a:avLst/>
              <a:gdLst/>
              <a:ahLst/>
              <a:cxnLst/>
              <a:rect l="l" t="t" r="r" b="b"/>
              <a:pathLst>
                <a:path w="19" h="578" extrusionOk="0">
                  <a:moveTo>
                    <a:pt x="19" y="1"/>
                  </a:moveTo>
                  <a:lnTo>
                    <a:pt x="0" y="19"/>
                  </a:lnTo>
                  <a:lnTo>
                    <a:pt x="0" y="541"/>
                  </a:lnTo>
                  <a:lnTo>
                    <a:pt x="19" y="57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21" name="Google Shape;2321;p33"/>
            <p:cNvSpPr/>
            <p:nvPr/>
          </p:nvSpPr>
          <p:spPr>
            <a:xfrm>
              <a:off x="7103719" y="2400444"/>
              <a:ext cx="5493" cy="86614"/>
            </a:xfrm>
            <a:custGeom>
              <a:avLst/>
              <a:gdLst/>
              <a:ahLst/>
              <a:cxnLst/>
              <a:rect l="l" t="t" r="r" b="b"/>
              <a:pathLst>
                <a:path w="39" h="615" extrusionOk="0">
                  <a:moveTo>
                    <a:pt x="38" y="0"/>
                  </a:moveTo>
                  <a:lnTo>
                    <a:pt x="1" y="19"/>
                  </a:lnTo>
                  <a:lnTo>
                    <a:pt x="1" y="596"/>
                  </a:lnTo>
                  <a:lnTo>
                    <a:pt x="38" y="61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22" name="Google Shape;2322;p33"/>
            <p:cNvSpPr/>
            <p:nvPr/>
          </p:nvSpPr>
          <p:spPr>
            <a:xfrm>
              <a:off x="2556818" y="3784276"/>
              <a:ext cx="1743115" cy="1743115"/>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323" name="Google Shape;2323;p33"/>
          <p:cNvGrpSpPr/>
          <p:nvPr/>
        </p:nvGrpSpPr>
        <p:grpSpPr>
          <a:xfrm>
            <a:off x="-127072" y="4085003"/>
            <a:ext cx="1067211" cy="1065922"/>
            <a:chOff x="2651171" y="2397773"/>
            <a:chExt cx="2099568" cy="2097033"/>
          </a:xfrm>
        </p:grpSpPr>
        <p:sp>
          <p:nvSpPr>
            <p:cNvPr id="2324" name="Google Shape;2324;p33"/>
            <p:cNvSpPr/>
            <p:nvPr/>
          </p:nvSpPr>
          <p:spPr>
            <a:xfrm>
              <a:off x="2682577" y="2429319"/>
              <a:ext cx="2036756" cy="2036615"/>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25" name="Google Shape;2325;p33"/>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26" name="Google Shape;2326;p33"/>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327" name="Google Shape;2327;p33"/>
          <p:cNvSpPr/>
          <p:nvPr/>
        </p:nvSpPr>
        <p:spPr>
          <a:xfrm>
            <a:off x="7249668" y="4045148"/>
            <a:ext cx="572715" cy="572715"/>
          </a:xfrm>
          <a:custGeom>
            <a:avLst/>
            <a:gdLst/>
            <a:ahLst/>
            <a:cxnLst/>
            <a:rect l="l" t="t" r="r" b="b"/>
            <a:pathLst>
              <a:path w="12377" h="12377" extrusionOk="0">
                <a:moveTo>
                  <a:pt x="6179" y="0"/>
                </a:moveTo>
                <a:lnTo>
                  <a:pt x="0" y="6197"/>
                </a:lnTo>
                <a:lnTo>
                  <a:pt x="6179" y="12376"/>
                </a:lnTo>
                <a:lnTo>
                  <a:pt x="12376" y="6197"/>
                </a:lnTo>
                <a:lnTo>
                  <a:pt x="6179"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328" name="Google Shape;2328;p33"/>
          <p:cNvGrpSpPr/>
          <p:nvPr/>
        </p:nvGrpSpPr>
        <p:grpSpPr>
          <a:xfrm>
            <a:off x="7009646" y="2171158"/>
            <a:ext cx="3966057" cy="4359080"/>
            <a:chOff x="5440750" y="1541475"/>
            <a:chExt cx="971525" cy="1067800"/>
          </a:xfrm>
        </p:grpSpPr>
        <p:sp>
          <p:nvSpPr>
            <p:cNvPr id="2329" name="Google Shape;2329;p33"/>
            <p:cNvSpPr/>
            <p:nvPr/>
          </p:nvSpPr>
          <p:spPr>
            <a:xfrm>
              <a:off x="5853925" y="1541475"/>
              <a:ext cx="309425" cy="309425"/>
            </a:xfrm>
            <a:custGeom>
              <a:avLst/>
              <a:gdLst/>
              <a:ahLst/>
              <a:cxnLst/>
              <a:rect l="l" t="t" r="r" b="b"/>
              <a:pathLst>
                <a:path w="12377" h="12377" extrusionOk="0">
                  <a:moveTo>
                    <a:pt x="6179" y="0"/>
                  </a:moveTo>
                  <a:lnTo>
                    <a:pt x="0" y="6197"/>
                  </a:lnTo>
                  <a:lnTo>
                    <a:pt x="6179" y="12376"/>
                  </a:lnTo>
                  <a:lnTo>
                    <a:pt x="12376" y="6197"/>
                  </a:lnTo>
                  <a:lnTo>
                    <a:pt x="6179"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0" name="Google Shape;2330;p33"/>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1" name="Google Shape;2331;p33"/>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2" name="Google Shape;2332;p33"/>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3" name="Google Shape;2333;p33"/>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4" name="Google Shape;2334;p33"/>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5" name="Google Shape;2335;p33"/>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6" name="Google Shape;2336;p33"/>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7" name="Google Shape;2337;p33"/>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8" name="Google Shape;2338;p33"/>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39" name="Google Shape;2339;p33"/>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0" name="Google Shape;2340;p33"/>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1" name="Google Shape;2341;p33"/>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14720979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3">
  <p:cSld name="Title only 3">
    <p:spTree>
      <p:nvGrpSpPr>
        <p:cNvPr id="1" name="Shape 2342"/>
        <p:cNvGrpSpPr/>
        <p:nvPr/>
      </p:nvGrpSpPr>
      <p:grpSpPr>
        <a:xfrm>
          <a:off x="0" y="0"/>
          <a:ext cx="0" cy="0"/>
          <a:chOff x="0" y="0"/>
          <a:chExt cx="0" cy="0"/>
        </a:xfrm>
      </p:grpSpPr>
      <p:grpSp>
        <p:nvGrpSpPr>
          <p:cNvPr id="2343" name="Google Shape;2343;p34"/>
          <p:cNvGrpSpPr/>
          <p:nvPr/>
        </p:nvGrpSpPr>
        <p:grpSpPr>
          <a:xfrm>
            <a:off x="-1211949" y="-644480"/>
            <a:ext cx="2294241" cy="1899611"/>
            <a:chOff x="2210400" y="2558550"/>
            <a:chExt cx="971025" cy="804000"/>
          </a:xfrm>
        </p:grpSpPr>
        <p:sp>
          <p:nvSpPr>
            <p:cNvPr id="2344" name="Google Shape;2344;p34"/>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5" name="Google Shape;2345;p34"/>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6" name="Google Shape;2346;p34"/>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7" name="Google Shape;2347;p34"/>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8" name="Google Shape;2348;p34"/>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49" name="Google Shape;2349;p34"/>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0" name="Google Shape;2350;p34"/>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1" name="Google Shape;2351;p34"/>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352" name="Google Shape;2352;p34"/>
          <p:cNvGrpSpPr/>
          <p:nvPr/>
        </p:nvGrpSpPr>
        <p:grpSpPr>
          <a:xfrm>
            <a:off x="5868426" y="-153461"/>
            <a:ext cx="3931972" cy="3255637"/>
            <a:chOff x="2210400" y="2558550"/>
            <a:chExt cx="971025" cy="804000"/>
          </a:xfrm>
        </p:grpSpPr>
        <p:sp>
          <p:nvSpPr>
            <p:cNvPr id="2353" name="Google Shape;2353;p34"/>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4" name="Google Shape;2354;p34"/>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5" name="Google Shape;2355;p34"/>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6" name="Google Shape;2356;p34"/>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7" name="Google Shape;2357;p34"/>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8" name="Google Shape;2358;p34"/>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59" name="Google Shape;2359;p34"/>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60" name="Google Shape;2360;p34"/>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361" name="Google Shape;2361;p34"/>
          <p:cNvGrpSpPr/>
          <p:nvPr/>
        </p:nvGrpSpPr>
        <p:grpSpPr>
          <a:xfrm>
            <a:off x="-220701" y="1139266"/>
            <a:ext cx="1162531" cy="1161127"/>
            <a:chOff x="7253149" y="3334154"/>
            <a:chExt cx="1162531" cy="1161127"/>
          </a:xfrm>
        </p:grpSpPr>
        <p:sp>
          <p:nvSpPr>
            <p:cNvPr id="2362" name="Google Shape;2362;p34"/>
            <p:cNvSpPr/>
            <p:nvPr/>
          </p:nvSpPr>
          <p:spPr>
            <a:xfrm>
              <a:off x="7422442" y="35027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363" name="Google Shape;2363;p34"/>
            <p:cNvGrpSpPr/>
            <p:nvPr/>
          </p:nvGrpSpPr>
          <p:grpSpPr>
            <a:xfrm>
              <a:off x="7253149" y="3334154"/>
              <a:ext cx="1162531" cy="1161127"/>
              <a:chOff x="2651171" y="2397773"/>
              <a:chExt cx="2099568" cy="2097033"/>
            </a:xfrm>
          </p:grpSpPr>
          <p:sp>
            <p:nvSpPr>
              <p:cNvPr id="2364" name="Google Shape;2364;p34"/>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65" name="Google Shape;2365;p34"/>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2366" name="Google Shape;2366;p34"/>
          <p:cNvGrpSpPr/>
          <p:nvPr/>
        </p:nvGrpSpPr>
        <p:grpSpPr>
          <a:xfrm>
            <a:off x="7981296" y="2895463"/>
            <a:ext cx="1162705" cy="962710"/>
            <a:chOff x="2210400" y="2558550"/>
            <a:chExt cx="971025" cy="804000"/>
          </a:xfrm>
        </p:grpSpPr>
        <p:sp>
          <p:nvSpPr>
            <p:cNvPr id="2367" name="Google Shape;2367;p34"/>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68" name="Google Shape;2368;p34"/>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69" name="Google Shape;2369;p34"/>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70" name="Google Shape;2370;p34"/>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71" name="Google Shape;2371;p34"/>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72" name="Google Shape;2372;p34"/>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73" name="Google Shape;2373;p34"/>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74" name="Google Shape;2374;p34"/>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375" name="Google Shape;2375;p34"/>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extLst>
      <p:ext uri="{BB962C8B-B14F-4D97-AF65-F5344CB8AC3E}">
        <p14:creationId xmlns:p14="http://schemas.microsoft.com/office/powerpoint/2010/main" val="15950588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4">
  <p:cSld name="Title only 4">
    <p:spTree>
      <p:nvGrpSpPr>
        <p:cNvPr id="1" name="Shape 2376"/>
        <p:cNvGrpSpPr/>
        <p:nvPr/>
      </p:nvGrpSpPr>
      <p:grpSpPr>
        <a:xfrm>
          <a:off x="0" y="0"/>
          <a:ext cx="0" cy="0"/>
          <a:chOff x="0" y="0"/>
          <a:chExt cx="0" cy="0"/>
        </a:xfrm>
      </p:grpSpPr>
      <p:sp>
        <p:nvSpPr>
          <p:cNvPr id="2377" name="Google Shape;2377;p35"/>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2378" name="Google Shape;2378;p35"/>
          <p:cNvGrpSpPr/>
          <p:nvPr/>
        </p:nvGrpSpPr>
        <p:grpSpPr>
          <a:xfrm rot="10800000" flipH="1">
            <a:off x="-1801065" y="629505"/>
            <a:ext cx="4015313" cy="3884503"/>
            <a:chOff x="5440750" y="1669400"/>
            <a:chExt cx="971525" cy="939875"/>
          </a:xfrm>
        </p:grpSpPr>
        <p:sp>
          <p:nvSpPr>
            <p:cNvPr id="2379" name="Google Shape;2379;p35"/>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0" name="Google Shape;2380;p35"/>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1" name="Google Shape;2381;p35"/>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2" name="Google Shape;2382;p35"/>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3" name="Google Shape;2383;p35"/>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4" name="Google Shape;2384;p35"/>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5" name="Google Shape;2385;p35"/>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6" name="Google Shape;2386;p35"/>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7" name="Google Shape;2387;p35"/>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8" name="Google Shape;2388;p35"/>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89" name="Google Shape;2389;p35"/>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0" name="Google Shape;2390;p35"/>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1" name="Google Shape;2391;p35"/>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2" name="Google Shape;2392;p35"/>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3" name="Google Shape;2393;p35"/>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4" name="Google Shape;2394;p35"/>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5" name="Google Shape;2395;p35"/>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6" name="Google Shape;2396;p35"/>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7" name="Google Shape;2397;p35"/>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8" name="Google Shape;2398;p35"/>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99" name="Google Shape;2399;p35"/>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0" name="Google Shape;2400;p35"/>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1" name="Google Shape;2401;p35"/>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2" name="Google Shape;2402;p35"/>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3" name="Google Shape;2403;p35"/>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4" name="Google Shape;2404;p35"/>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5" name="Google Shape;2405;p35"/>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6" name="Google Shape;2406;p35"/>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7" name="Google Shape;2407;p35"/>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8" name="Google Shape;2408;p35"/>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09" name="Google Shape;2409;p35"/>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0" name="Google Shape;2410;p35"/>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1" name="Google Shape;2411;p35"/>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2" name="Google Shape;2412;p35"/>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3" name="Google Shape;2413;p35"/>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4" name="Google Shape;2414;p35"/>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5" name="Google Shape;2415;p35"/>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6" name="Google Shape;2416;p35"/>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7" name="Google Shape;2417;p35"/>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8" name="Google Shape;2418;p35"/>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19" name="Google Shape;2419;p35"/>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0" name="Google Shape;2420;p35"/>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1" name="Google Shape;2421;p35"/>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2" name="Google Shape;2422;p35"/>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3" name="Google Shape;2423;p35"/>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4" name="Google Shape;2424;p35"/>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5" name="Google Shape;2425;p35"/>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6" name="Google Shape;2426;p35"/>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7" name="Google Shape;2427;p35"/>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8" name="Google Shape;2428;p35"/>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29" name="Google Shape;2429;p35"/>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0" name="Google Shape;2430;p35"/>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1" name="Google Shape;2431;p35"/>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2" name="Google Shape;2432;p35"/>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3" name="Google Shape;2433;p35"/>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4" name="Google Shape;2434;p35"/>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5" name="Google Shape;2435;p35"/>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6" name="Google Shape;2436;p35"/>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7" name="Google Shape;2437;p35"/>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8" name="Google Shape;2438;p35"/>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39" name="Google Shape;2439;p35"/>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40" name="Google Shape;2440;p35"/>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41" name="Google Shape;2441;p35"/>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42" name="Google Shape;2442;p35"/>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43" name="Google Shape;2443;p35"/>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44" name="Google Shape;2444;p35"/>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45" name="Google Shape;2445;p35"/>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46" name="Google Shape;2446;p35"/>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47" name="Google Shape;2447;p35"/>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48" name="Google Shape;2448;p35"/>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49" name="Google Shape;2449;p35"/>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50" name="Google Shape;2450;p35"/>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51" name="Google Shape;2451;p35"/>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52" name="Google Shape;2452;p35"/>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53" name="Google Shape;2453;p35"/>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54" name="Google Shape;2454;p35"/>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55" name="Google Shape;2455;p35"/>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56" name="Google Shape;2456;p35"/>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57" name="Google Shape;2457;p35"/>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58" name="Google Shape;2458;p35"/>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59" name="Google Shape;2459;p35"/>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60" name="Google Shape;2460;p35"/>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61" name="Google Shape;2461;p35"/>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62" name="Google Shape;2462;p35"/>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63" name="Google Shape;2463;p35"/>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64" name="Google Shape;2464;p35"/>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65" name="Google Shape;2465;p35"/>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66" name="Google Shape;2466;p35"/>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67" name="Google Shape;2467;p35"/>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68" name="Google Shape;2468;p35"/>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69" name="Google Shape;2469;p35"/>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0" name="Google Shape;2470;p35"/>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1" name="Google Shape;2471;p35"/>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2" name="Google Shape;2472;p35"/>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3" name="Google Shape;2473;p35"/>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4" name="Google Shape;2474;p35"/>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5" name="Google Shape;2475;p35"/>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6" name="Google Shape;2476;p35"/>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7" name="Google Shape;2477;p35"/>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8" name="Google Shape;2478;p35"/>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79" name="Google Shape;2479;p35"/>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0" name="Google Shape;2480;p35"/>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1" name="Google Shape;2481;p35"/>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2" name="Google Shape;2482;p35"/>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3" name="Google Shape;2483;p35"/>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4" name="Google Shape;2484;p35"/>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5" name="Google Shape;2485;p35"/>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6" name="Google Shape;2486;p35"/>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7" name="Google Shape;2487;p35"/>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8" name="Google Shape;2488;p35"/>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89" name="Google Shape;2489;p35"/>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90" name="Google Shape;2490;p35"/>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91" name="Google Shape;2491;p35"/>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92" name="Google Shape;2492;p35"/>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93" name="Google Shape;2493;p35"/>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94" name="Google Shape;2494;p35"/>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95" name="Google Shape;2495;p35"/>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96" name="Google Shape;2496;p35"/>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97" name="Google Shape;2497;p35"/>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498" name="Google Shape;2498;p35"/>
          <p:cNvGrpSpPr/>
          <p:nvPr/>
        </p:nvGrpSpPr>
        <p:grpSpPr>
          <a:xfrm>
            <a:off x="8502856" y="115366"/>
            <a:ext cx="849275" cy="848250"/>
            <a:chOff x="2651171" y="2397773"/>
            <a:chExt cx="2099568" cy="2097033"/>
          </a:xfrm>
        </p:grpSpPr>
        <p:sp>
          <p:nvSpPr>
            <p:cNvPr id="2499" name="Google Shape;2499;p35"/>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00" name="Google Shape;2500;p35"/>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501" name="Google Shape;2501;p35"/>
          <p:cNvGrpSpPr/>
          <p:nvPr/>
        </p:nvGrpSpPr>
        <p:grpSpPr>
          <a:xfrm>
            <a:off x="8163956" y="115366"/>
            <a:ext cx="849275" cy="848250"/>
            <a:chOff x="2651171" y="2397773"/>
            <a:chExt cx="2099568" cy="2097033"/>
          </a:xfrm>
        </p:grpSpPr>
        <p:sp>
          <p:nvSpPr>
            <p:cNvPr id="2502" name="Google Shape;2502;p35"/>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03" name="Google Shape;2503;p35"/>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14463382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5">
  <p:cSld name="Title only 5">
    <p:spTree>
      <p:nvGrpSpPr>
        <p:cNvPr id="1" name="Shape 2504"/>
        <p:cNvGrpSpPr/>
        <p:nvPr/>
      </p:nvGrpSpPr>
      <p:grpSpPr>
        <a:xfrm>
          <a:off x="0" y="0"/>
          <a:ext cx="0" cy="0"/>
          <a:chOff x="0" y="0"/>
          <a:chExt cx="0" cy="0"/>
        </a:xfrm>
      </p:grpSpPr>
      <p:sp>
        <p:nvSpPr>
          <p:cNvPr id="2505" name="Google Shape;2505;p36"/>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2506" name="Google Shape;2506;p36"/>
          <p:cNvGrpSpPr/>
          <p:nvPr/>
        </p:nvGrpSpPr>
        <p:grpSpPr>
          <a:xfrm rot="10800000" flipH="1">
            <a:off x="-1755270" y="2631364"/>
            <a:ext cx="3587355" cy="2970298"/>
            <a:chOff x="2210400" y="2558550"/>
            <a:chExt cx="971025" cy="804000"/>
          </a:xfrm>
        </p:grpSpPr>
        <p:grpSp>
          <p:nvGrpSpPr>
            <p:cNvPr id="2507" name="Google Shape;2507;p36"/>
            <p:cNvGrpSpPr/>
            <p:nvPr/>
          </p:nvGrpSpPr>
          <p:grpSpPr>
            <a:xfrm>
              <a:off x="2210400" y="2558550"/>
              <a:ext cx="971025" cy="804000"/>
              <a:chOff x="2210400" y="2558550"/>
              <a:chExt cx="971025" cy="804000"/>
            </a:xfrm>
          </p:grpSpPr>
          <p:sp>
            <p:nvSpPr>
              <p:cNvPr id="2508" name="Google Shape;2508;p36"/>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09" name="Google Shape;2509;p36"/>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0" name="Google Shape;2510;p36"/>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1" name="Google Shape;2511;p36"/>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2" name="Google Shape;2512;p36"/>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3" name="Google Shape;2513;p36"/>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4" name="Google Shape;2514;p36"/>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5" name="Google Shape;2515;p36"/>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516" name="Google Shape;2516;p36"/>
            <p:cNvSpPr/>
            <p:nvPr/>
          </p:nvSpPr>
          <p:spPr>
            <a:xfrm>
              <a:off x="2937150" y="3007525"/>
              <a:ext cx="150775" cy="151225"/>
            </a:xfrm>
            <a:custGeom>
              <a:avLst/>
              <a:gdLst/>
              <a:ahLst/>
              <a:cxnLst/>
              <a:rect l="l" t="t" r="r" b="b"/>
              <a:pathLst>
                <a:path w="6031" h="6049" extrusionOk="0">
                  <a:moveTo>
                    <a:pt x="3015" y="0"/>
                  </a:moveTo>
                  <a:lnTo>
                    <a:pt x="0" y="3034"/>
                  </a:lnTo>
                  <a:lnTo>
                    <a:pt x="3015" y="6049"/>
                  </a:lnTo>
                  <a:lnTo>
                    <a:pt x="6030" y="3034"/>
                  </a:lnTo>
                  <a:lnTo>
                    <a:pt x="3015"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7" name="Google Shape;2517;p36"/>
            <p:cNvSpPr/>
            <p:nvPr/>
          </p:nvSpPr>
          <p:spPr>
            <a:xfrm>
              <a:off x="2931550" y="3002400"/>
              <a:ext cx="161950" cy="161950"/>
            </a:xfrm>
            <a:custGeom>
              <a:avLst/>
              <a:gdLst/>
              <a:ahLst/>
              <a:cxnLst/>
              <a:rect l="l" t="t" r="r" b="b"/>
              <a:pathLst>
                <a:path w="6478" h="6478" extrusionOk="0">
                  <a:moveTo>
                    <a:pt x="447" y="3239"/>
                  </a:moveTo>
                  <a:lnTo>
                    <a:pt x="3239" y="6031"/>
                  </a:lnTo>
                  <a:lnTo>
                    <a:pt x="6031" y="3239"/>
                  </a:lnTo>
                  <a:lnTo>
                    <a:pt x="3239" y="429"/>
                  </a:lnTo>
                  <a:close/>
                  <a:moveTo>
                    <a:pt x="3239" y="6477"/>
                  </a:moveTo>
                  <a:lnTo>
                    <a:pt x="1" y="3239"/>
                  </a:lnTo>
                  <a:lnTo>
                    <a:pt x="3239" y="1"/>
                  </a:lnTo>
                  <a:lnTo>
                    <a:pt x="6477" y="3239"/>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8" name="Google Shape;2518;p36"/>
            <p:cNvSpPr/>
            <p:nvPr/>
          </p:nvSpPr>
          <p:spPr>
            <a:xfrm>
              <a:off x="2959950" y="3030325"/>
              <a:ext cx="105175" cy="105650"/>
            </a:xfrm>
            <a:custGeom>
              <a:avLst/>
              <a:gdLst/>
              <a:ahLst/>
              <a:cxnLst/>
              <a:rect l="l" t="t" r="r" b="b"/>
              <a:pathLst>
                <a:path w="4207" h="4226" extrusionOk="0">
                  <a:moveTo>
                    <a:pt x="428" y="2122"/>
                  </a:moveTo>
                  <a:lnTo>
                    <a:pt x="2103" y="3778"/>
                  </a:lnTo>
                  <a:lnTo>
                    <a:pt x="3778" y="2122"/>
                  </a:lnTo>
                  <a:lnTo>
                    <a:pt x="2103" y="447"/>
                  </a:lnTo>
                  <a:close/>
                  <a:moveTo>
                    <a:pt x="2103" y="4225"/>
                  </a:moveTo>
                  <a:lnTo>
                    <a:pt x="0" y="2122"/>
                  </a:lnTo>
                  <a:lnTo>
                    <a:pt x="2103" y="0"/>
                  </a:lnTo>
                  <a:lnTo>
                    <a:pt x="4206" y="2122"/>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19" name="Google Shape;2519;p36"/>
            <p:cNvSpPr/>
            <p:nvPr/>
          </p:nvSpPr>
          <p:spPr>
            <a:xfrm>
              <a:off x="2830125" y="2950300"/>
              <a:ext cx="500" cy="1425"/>
            </a:xfrm>
            <a:custGeom>
              <a:avLst/>
              <a:gdLst/>
              <a:ahLst/>
              <a:cxnLst/>
              <a:rect l="l" t="t" r="r" b="b"/>
              <a:pathLst>
                <a:path w="20" h="57" extrusionOk="0">
                  <a:moveTo>
                    <a:pt x="19" y="0"/>
                  </a:moveTo>
                  <a:lnTo>
                    <a:pt x="1" y="19"/>
                  </a:lnTo>
                  <a:lnTo>
                    <a:pt x="19" y="5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0" name="Google Shape;2520;p36"/>
            <p:cNvSpPr/>
            <p:nvPr/>
          </p:nvSpPr>
          <p:spPr>
            <a:xfrm>
              <a:off x="2830600" y="2949825"/>
              <a:ext cx="950" cy="2350"/>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1" name="Google Shape;2521;p36"/>
            <p:cNvSpPr/>
            <p:nvPr/>
          </p:nvSpPr>
          <p:spPr>
            <a:xfrm>
              <a:off x="2831525" y="2949375"/>
              <a:ext cx="500" cy="3275"/>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2" name="Google Shape;2522;p36"/>
            <p:cNvSpPr/>
            <p:nvPr/>
          </p:nvSpPr>
          <p:spPr>
            <a:xfrm>
              <a:off x="2832000" y="2948900"/>
              <a:ext cx="475" cy="4225"/>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3" name="Google Shape;2523;p36"/>
            <p:cNvSpPr/>
            <p:nvPr/>
          </p:nvSpPr>
          <p:spPr>
            <a:xfrm>
              <a:off x="2832450" y="2948425"/>
              <a:ext cx="500" cy="5150"/>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4" name="Google Shape;2524;p36"/>
            <p:cNvSpPr/>
            <p:nvPr/>
          </p:nvSpPr>
          <p:spPr>
            <a:xfrm>
              <a:off x="2832925" y="2947500"/>
              <a:ext cx="475" cy="6550"/>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5" name="Google Shape;2525;p36"/>
            <p:cNvSpPr/>
            <p:nvPr/>
          </p:nvSpPr>
          <p:spPr>
            <a:xfrm>
              <a:off x="2833375" y="2947050"/>
              <a:ext cx="500" cy="7925"/>
            </a:xfrm>
            <a:custGeom>
              <a:avLst/>
              <a:gdLst/>
              <a:ahLst/>
              <a:cxnLst/>
              <a:rect l="l" t="t" r="r" b="b"/>
              <a:pathLst>
                <a:path w="20" h="317" extrusionOk="0">
                  <a:moveTo>
                    <a:pt x="20" y="0"/>
                  </a:moveTo>
                  <a:lnTo>
                    <a:pt x="1" y="19"/>
                  </a:lnTo>
                  <a:lnTo>
                    <a:pt x="1" y="279"/>
                  </a:lnTo>
                  <a:lnTo>
                    <a:pt x="20" y="31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6" name="Google Shape;2526;p36"/>
            <p:cNvSpPr/>
            <p:nvPr/>
          </p:nvSpPr>
          <p:spPr>
            <a:xfrm>
              <a:off x="2833850" y="2946575"/>
              <a:ext cx="950" cy="8875"/>
            </a:xfrm>
            <a:custGeom>
              <a:avLst/>
              <a:gdLst/>
              <a:ahLst/>
              <a:cxnLst/>
              <a:rect l="l" t="t" r="r" b="b"/>
              <a:pathLst>
                <a:path w="38" h="355" extrusionOk="0">
                  <a:moveTo>
                    <a:pt x="38" y="0"/>
                  </a:moveTo>
                  <a:lnTo>
                    <a:pt x="1" y="19"/>
                  </a:lnTo>
                  <a:lnTo>
                    <a:pt x="1" y="335"/>
                  </a:lnTo>
                  <a:lnTo>
                    <a:pt x="38" y="35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7" name="Google Shape;2527;p36"/>
            <p:cNvSpPr/>
            <p:nvPr/>
          </p:nvSpPr>
          <p:spPr>
            <a:xfrm>
              <a:off x="2834775" y="2946100"/>
              <a:ext cx="500" cy="9800"/>
            </a:xfrm>
            <a:custGeom>
              <a:avLst/>
              <a:gdLst/>
              <a:ahLst/>
              <a:cxnLst/>
              <a:rect l="l" t="t" r="r" b="b"/>
              <a:pathLst>
                <a:path w="20" h="392" extrusionOk="0">
                  <a:moveTo>
                    <a:pt x="19" y="1"/>
                  </a:moveTo>
                  <a:lnTo>
                    <a:pt x="1" y="19"/>
                  </a:lnTo>
                  <a:lnTo>
                    <a:pt x="1" y="373"/>
                  </a:lnTo>
                  <a:lnTo>
                    <a:pt x="19" y="3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8" name="Google Shape;2528;p36"/>
            <p:cNvSpPr/>
            <p:nvPr/>
          </p:nvSpPr>
          <p:spPr>
            <a:xfrm>
              <a:off x="2835250" y="2945650"/>
              <a:ext cx="500" cy="10725"/>
            </a:xfrm>
            <a:custGeom>
              <a:avLst/>
              <a:gdLst/>
              <a:ahLst/>
              <a:cxnLst/>
              <a:rect l="l" t="t" r="r" b="b"/>
              <a:pathLst>
                <a:path w="20" h="429" extrusionOk="0">
                  <a:moveTo>
                    <a:pt x="19" y="0"/>
                  </a:moveTo>
                  <a:lnTo>
                    <a:pt x="0" y="19"/>
                  </a:lnTo>
                  <a:lnTo>
                    <a:pt x="0"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29" name="Google Shape;2529;p36"/>
            <p:cNvSpPr/>
            <p:nvPr/>
          </p:nvSpPr>
          <p:spPr>
            <a:xfrm>
              <a:off x="2835725" y="2945175"/>
              <a:ext cx="475" cy="11650"/>
            </a:xfrm>
            <a:custGeom>
              <a:avLst/>
              <a:gdLst/>
              <a:ahLst/>
              <a:cxnLst/>
              <a:rect l="l" t="t" r="r" b="b"/>
              <a:pathLst>
                <a:path w="19" h="466" extrusionOk="0">
                  <a:moveTo>
                    <a:pt x="19" y="1"/>
                  </a:moveTo>
                  <a:lnTo>
                    <a:pt x="0" y="19"/>
                  </a:lnTo>
                  <a:lnTo>
                    <a:pt x="0" y="447"/>
                  </a:lnTo>
                  <a:lnTo>
                    <a:pt x="19" y="46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0" name="Google Shape;2530;p36"/>
            <p:cNvSpPr/>
            <p:nvPr/>
          </p:nvSpPr>
          <p:spPr>
            <a:xfrm>
              <a:off x="2836175" y="2944250"/>
              <a:ext cx="500" cy="13050"/>
            </a:xfrm>
            <a:custGeom>
              <a:avLst/>
              <a:gdLst/>
              <a:ahLst/>
              <a:cxnLst/>
              <a:rect l="l" t="t" r="r" b="b"/>
              <a:pathLst>
                <a:path w="20" h="522" extrusionOk="0">
                  <a:moveTo>
                    <a:pt x="19" y="0"/>
                  </a:moveTo>
                  <a:lnTo>
                    <a:pt x="1" y="38"/>
                  </a:lnTo>
                  <a:lnTo>
                    <a:pt x="1" y="503"/>
                  </a:lnTo>
                  <a:lnTo>
                    <a:pt x="19" y="5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1" name="Google Shape;2531;p36"/>
            <p:cNvSpPr/>
            <p:nvPr/>
          </p:nvSpPr>
          <p:spPr>
            <a:xfrm>
              <a:off x="2836650" y="2943775"/>
              <a:ext cx="475" cy="14450"/>
            </a:xfrm>
            <a:custGeom>
              <a:avLst/>
              <a:gdLst/>
              <a:ahLst/>
              <a:cxnLst/>
              <a:rect l="l" t="t" r="r" b="b"/>
              <a:pathLst>
                <a:path w="19" h="578" extrusionOk="0">
                  <a:moveTo>
                    <a:pt x="19" y="1"/>
                  </a:moveTo>
                  <a:lnTo>
                    <a:pt x="0" y="19"/>
                  </a:lnTo>
                  <a:lnTo>
                    <a:pt x="0" y="541"/>
                  </a:lnTo>
                  <a:lnTo>
                    <a:pt x="19" y="57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2" name="Google Shape;2532;p36"/>
            <p:cNvSpPr/>
            <p:nvPr/>
          </p:nvSpPr>
          <p:spPr>
            <a:xfrm>
              <a:off x="2837100" y="2943325"/>
              <a:ext cx="975" cy="15375"/>
            </a:xfrm>
            <a:custGeom>
              <a:avLst/>
              <a:gdLst/>
              <a:ahLst/>
              <a:cxnLst/>
              <a:rect l="l" t="t" r="r" b="b"/>
              <a:pathLst>
                <a:path w="39" h="615" extrusionOk="0">
                  <a:moveTo>
                    <a:pt x="38" y="0"/>
                  </a:moveTo>
                  <a:lnTo>
                    <a:pt x="1" y="19"/>
                  </a:lnTo>
                  <a:lnTo>
                    <a:pt x="1" y="596"/>
                  </a:lnTo>
                  <a:lnTo>
                    <a:pt x="38" y="61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3" name="Google Shape;2533;p36"/>
            <p:cNvSpPr/>
            <p:nvPr/>
          </p:nvSpPr>
          <p:spPr>
            <a:xfrm>
              <a:off x="2838050" y="2942850"/>
              <a:ext cx="475" cy="16300"/>
            </a:xfrm>
            <a:custGeom>
              <a:avLst/>
              <a:gdLst/>
              <a:ahLst/>
              <a:cxnLst/>
              <a:rect l="l" t="t" r="r" b="b"/>
              <a:pathLst>
                <a:path w="19" h="652" extrusionOk="0">
                  <a:moveTo>
                    <a:pt x="19" y="1"/>
                  </a:moveTo>
                  <a:lnTo>
                    <a:pt x="0" y="19"/>
                  </a:lnTo>
                  <a:lnTo>
                    <a:pt x="0" y="633"/>
                  </a:lnTo>
                  <a:lnTo>
                    <a:pt x="19" y="65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4" name="Google Shape;2534;p36"/>
            <p:cNvSpPr/>
            <p:nvPr/>
          </p:nvSpPr>
          <p:spPr>
            <a:xfrm>
              <a:off x="2838500" y="2942375"/>
              <a:ext cx="500" cy="17250"/>
            </a:xfrm>
            <a:custGeom>
              <a:avLst/>
              <a:gdLst/>
              <a:ahLst/>
              <a:cxnLst/>
              <a:rect l="l" t="t" r="r" b="b"/>
              <a:pathLst>
                <a:path w="20" h="690" extrusionOk="0">
                  <a:moveTo>
                    <a:pt x="19" y="1"/>
                  </a:moveTo>
                  <a:lnTo>
                    <a:pt x="1" y="20"/>
                  </a:lnTo>
                  <a:lnTo>
                    <a:pt x="1" y="671"/>
                  </a:lnTo>
                  <a:lnTo>
                    <a:pt x="19" y="69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5" name="Google Shape;2535;p36"/>
            <p:cNvSpPr/>
            <p:nvPr/>
          </p:nvSpPr>
          <p:spPr>
            <a:xfrm>
              <a:off x="2838975" y="2941925"/>
              <a:ext cx="475" cy="18175"/>
            </a:xfrm>
            <a:custGeom>
              <a:avLst/>
              <a:gdLst/>
              <a:ahLst/>
              <a:cxnLst/>
              <a:rect l="l" t="t" r="r" b="b"/>
              <a:pathLst>
                <a:path w="19" h="727" extrusionOk="0">
                  <a:moveTo>
                    <a:pt x="19" y="0"/>
                  </a:moveTo>
                  <a:lnTo>
                    <a:pt x="0" y="19"/>
                  </a:lnTo>
                  <a:lnTo>
                    <a:pt x="0" y="708"/>
                  </a:lnTo>
                  <a:lnTo>
                    <a:pt x="19" y="72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6" name="Google Shape;2536;p36"/>
            <p:cNvSpPr/>
            <p:nvPr/>
          </p:nvSpPr>
          <p:spPr>
            <a:xfrm>
              <a:off x="2839425" y="2941000"/>
              <a:ext cx="500" cy="19550"/>
            </a:xfrm>
            <a:custGeom>
              <a:avLst/>
              <a:gdLst/>
              <a:ahLst/>
              <a:cxnLst/>
              <a:rect l="l" t="t" r="r" b="b"/>
              <a:pathLst>
                <a:path w="20" h="782" extrusionOk="0">
                  <a:moveTo>
                    <a:pt x="20" y="0"/>
                  </a:moveTo>
                  <a:lnTo>
                    <a:pt x="1" y="37"/>
                  </a:lnTo>
                  <a:lnTo>
                    <a:pt x="1" y="763"/>
                  </a:lnTo>
                  <a:lnTo>
                    <a:pt x="20" y="782"/>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7" name="Google Shape;2537;p36"/>
            <p:cNvSpPr/>
            <p:nvPr/>
          </p:nvSpPr>
          <p:spPr>
            <a:xfrm>
              <a:off x="2839900" y="2940525"/>
              <a:ext cx="500" cy="20950"/>
            </a:xfrm>
            <a:custGeom>
              <a:avLst/>
              <a:gdLst/>
              <a:ahLst/>
              <a:cxnLst/>
              <a:rect l="l" t="t" r="r" b="b"/>
              <a:pathLst>
                <a:path w="20" h="838" extrusionOk="0">
                  <a:moveTo>
                    <a:pt x="19" y="1"/>
                  </a:moveTo>
                  <a:lnTo>
                    <a:pt x="1" y="19"/>
                  </a:lnTo>
                  <a:lnTo>
                    <a:pt x="1" y="801"/>
                  </a:lnTo>
                  <a:lnTo>
                    <a:pt x="19" y="83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8" name="Google Shape;2538;p36"/>
            <p:cNvSpPr/>
            <p:nvPr/>
          </p:nvSpPr>
          <p:spPr>
            <a:xfrm>
              <a:off x="2840375" y="2940050"/>
              <a:ext cx="950" cy="21900"/>
            </a:xfrm>
            <a:custGeom>
              <a:avLst/>
              <a:gdLst/>
              <a:ahLst/>
              <a:cxnLst/>
              <a:rect l="l" t="t" r="r" b="b"/>
              <a:pathLst>
                <a:path w="38" h="876" extrusionOk="0">
                  <a:moveTo>
                    <a:pt x="37" y="1"/>
                  </a:moveTo>
                  <a:lnTo>
                    <a:pt x="0" y="20"/>
                  </a:lnTo>
                  <a:lnTo>
                    <a:pt x="0" y="857"/>
                  </a:lnTo>
                  <a:lnTo>
                    <a:pt x="37" y="876"/>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39" name="Google Shape;2539;p36"/>
            <p:cNvSpPr/>
            <p:nvPr/>
          </p:nvSpPr>
          <p:spPr>
            <a:xfrm>
              <a:off x="2841300" y="2939600"/>
              <a:ext cx="475" cy="22825"/>
            </a:xfrm>
            <a:custGeom>
              <a:avLst/>
              <a:gdLst/>
              <a:ahLst/>
              <a:cxnLst/>
              <a:rect l="l" t="t" r="r" b="b"/>
              <a:pathLst>
                <a:path w="19" h="913" extrusionOk="0">
                  <a:moveTo>
                    <a:pt x="19" y="0"/>
                  </a:moveTo>
                  <a:lnTo>
                    <a:pt x="0" y="19"/>
                  </a:lnTo>
                  <a:lnTo>
                    <a:pt x="0" y="894"/>
                  </a:lnTo>
                  <a:lnTo>
                    <a:pt x="19" y="91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0" name="Google Shape;2540;p36"/>
            <p:cNvSpPr/>
            <p:nvPr/>
          </p:nvSpPr>
          <p:spPr>
            <a:xfrm>
              <a:off x="2841750" y="2939125"/>
              <a:ext cx="500" cy="23750"/>
            </a:xfrm>
            <a:custGeom>
              <a:avLst/>
              <a:gdLst/>
              <a:ahLst/>
              <a:cxnLst/>
              <a:rect l="l" t="t" r="r" b="b"/>
              <a:pathLst>
                <a:path w="20" h="950" extrusionOk="0">
                  <a:moveTo>
                    <a:pt x="20" y="1"/>
                  </a:moveTo>
                  <a:lnTo>
                    <a:pt x="1" y="19"/>
                  </a:lnTo>
                  <a:lnTo>
                    <a:pt x="1" y="931"/>
                  </a:lnTo>
                  <a:lnTo>
                    <a:pt x="20" y="950"/>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1" name="Google Shape;2541;p36"/>
            <p:cNvSpPr/>
            <p:nvPr/>
          </p:nvSpPr>
          <p:spPr>
            <a:xfrm>
              <a:off x="2842225" y="2938675"/>
              <a:ext cx="500" cy="24675"/>
            </a:xfrm>
            <a:custGeom>
              <a:avLst/>
              <a:gdLst/>
              <a:ahLst/>
              <a:cxnLst/>
              <a:rect l="l" t="t" r="r" b="b"/>
              <a:pathLst>
                <a:path w="20" h="987" extrusionOk="0">
                  <a:moveTo>
                    <a:pt x="19" y="0"/>
                  </a:moveTo>
                  <a:lnTo>
                    <a:pt x="1" y="19"/>
                  </a:lnTo>
                  <a:lnTo>
                    <a:pt x="1" y="968"/>
                  </a:lnTo>
                  <a:lnTo>
                    <a:pt x="19" y="98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2" name="Google Shape;2542;p36"/>
            <p:cNvSpPr/>
            <p:nvPr/>
          </p:nvSpPr>
          <p:spPr>
            <a:xfrm>
              <a:off x="2842700" y="2937725"/>
              <a:ext cx="475" cy="26100"/>
            </a:xfrm>
            <a:custGeom>
              <a:avLst/>
              <a:gdLst/>
              <a:ahLst/>
              <a:cxnLst/>
              <a:rect l="l" t="t" r="r" b="b"/>
              <a:pathLst>
                <a:path w="19" h="1044" extrusionOk="0">
                  <a:moveTo>
                    <a:pt x="19" y="1"/>
                  </a:moveTo>
                  <a:lnTo>
                    <a:pt x="0" y="38"/>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3" name="Google Shape;2543;p36"/>
            <p:cNvSpPr/>
            <p:nvPr/>
          </p:nvSpPr>
          <p:spPr>
            <a:xfrm>
              <a:off x="2843150" y="2937275"/>
              <a:ext cx="500" cy="27475"/>
            </a:xfrm>
            <a:custGeom>
              <a:avLst/>
              <a:gdLst/>
              <a:ahLst/>
              <a:cxnLst/>
              <a:rect l="l" t="t" r="r" b="b"/>
              <a:pathLst>
                <a:path w="20" h="1099" extrusionOk="0">
                  <a:moveTo>
                    <a:pt x="19" y="0"/>
                  </a:moveTo>
                  <a:lnTo>
                    <a:pt x="1" y="19"/>
                  </a:lnTo>
                  <a:lnTo>
                    <a:pt x="1" y="1061"/>
                  </a:lnTo>
                  <a:lnTo>
                    <a:pt x="19" y="109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4" name="Google Shape;2544;p36"/>
            <p:cNvSpPr/>
            <p:nvPr/>
          </p:nvSpPr>
          <p:spPr>
            <a:xfrm>
              <a:off x="2843625" y="2936800"/>
              <a:ext cx="950" cy="28400"/>
            </a:xfrm>
            <a:custGeom>
              <a:avLst/>
              <a:gdLst/>
              <a:ahLst/>
              <a:cxnLst/>
              <a:rect l="l" t="t" r="r" b="b"/>
              <a:pathLst>
                <a:path w="38" h="1136" extrusionOk="0">
                  <a:moveTo>
                    <a:pt x="38" y="1"/>
                  </a:moveTo>
                  <a:lnTo>
                    <a:pt x="0" y="19"/>
                  </a:lnTo>
                  <a:lnTo>
                    <a:pt x="0" y="1117"/>
                  </a:lnTo>
                  <a:lnTo>
                    <a:pt x="38" y="1136"/>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5" name="Google Shape;2545;p36"/>
            <p:cNvSpPr/>
            <p:nvPr/>
          </p:nvSpPr>
          <p:spPr>
            <a:xfrm>
              <a:off x="2844550" y="2936350"/>
              <a:ext cx="500" cy="29325"/>
            </a:xfrm>
            <a:custGeom>
              <a:avLst/>
              <a:gdLst/>
              <a:ahLst/>
              <a:cxnLst/>
              <a:rect l="l" t="t" r="r" b="b"/>
              <a:pathLst>
                <a:path w="20" h="1173" extrusionOk="0">
                  <a:moveTo>
                    <a:pt x="19" y="0"/>
                  </a:moveTo>
                  <a:lnTo>
                    <a:pt x="1" y="19"/>
                  </a:lnTo>
                  <a:lnTo>
                    <a:pt x="1" y="1154"/>
                  </a:lnTo>
                  <a:lnTo>
                    <a:pt x="19" y="117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6" name="Google Shape;2546;p36"/>
            <p:cNvSpPr/>
            <p:nvPr/>
          </p:nvSpPr>
          <p:spPr>
            <a:xfrm>
              <a:off x="2845025" y="2935875"/>
              <a:ext cx="475" cy="30275"/>
            </a:xfrm>
            <a:custGeom>
              <a:avLst/>
              <a:gdLst/>
              <a:ahLst/>
              <a:cxnLst/>
              <a:rect l="l" t="t" r="r" b="b"/>
              <a:pathLst>
                <a:path w="19" h="1211" extrusionOk="0">
                  <a:moveTo>
                    <a:pt x="19" y="0"/>
                  </a:moveTo>
                  <a:lnTo>
                    <a:pt x="0" y="19"/>
                  </a:lnTo>
                  <a:lnTo>
                    <a:pt x="0" y="1192"/>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7" name="Google Shape;2547;p36"/>
            <p:cNvSpPr/>
            <p:nvPr/>
          </p:nvSpPr>
          <p:spPr>
            <a:xfrm>
              <a:off x="2845475" y="2935400"/>
              <a:ext cx="500" cy="31200"/>
            </a:xfrm>
            <a:custGeom>
              <a:avLst/>
              <a:gdLst/>
              <a:ahLst/>
              <a:cxnLst/>
              <a:rect l="l" t="t" r="r" b="b"/>
              <a:pathLst>
                <a:path w="20" h="1248" extrusionOk="0">
                  <a:moveTo>
                    <a:pt x="19" y="1"/>
                  </a:moveTo>
                  <a:lnTo>
                    <a:pt x="1" y="19"/>
                  </a:lnTo>
                  <a:lnTo>
                    <a:pt x="1" y="1229"/>
                  </a:lnTo>
                  <a:lnTo>
                    <a:pt x="19" y="124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8" name="Google Shape;2548;p36"/>
            <p:cNvSpPr/>
            <p:nvPr/>
          </p:nvSpPr>
          <p:spPr>
            <a:xfrm>
              <a:off x="2845950" y="2934475"/>
              <a:ext cx="500" cy="32600"/>
            </a:xfrm>
            <a:custGeom>
              <a:avLst/>
              <a:gdLst/>
              <a:ahLst/>
              <a:cxnLst/>
              <a:rect l="l" t="t" r="r" b="b"/>
              <a:pathLst>
                <a:path w="20" h="1304" extrusionOk="0">
                  <a:moveTo>
                    <a:pt x="19" y="1"/>
                  </a:moveTo>
                  <a:lnTo>
                    <a:pt x="0" y="38"/>
                  </a:lnTo>
                  <a:lnTo>
                    <a:pt x="0" y="1285"/>
                  </a:lnTo>
                  <a:lnTo>
                    <a:pt x="19" y="130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49" name="Google Shape;2549;p36"/>
            <p:cNvSpPr/>
            <p:nvPr/>
          </p:nvSpPr>
          <p:spPr>
            <a:xfrm>
              <a:off x="2846425" y="2934000"/>
              <a:ext cx="475" cy="34000"/>
            </a:xfrm>
            <a:custGeom>
              <a:avLst/>
              <a:gdLst/>
              <a:ahLst/>
              <a:cxnLst/>
              <a:rect l="l" t="t" r="r" b="b"/>
              <a:pathLst>
                <a:path w="19" h="1360" extrusionOk="0">
                  <a:moveTo>
                    <a:pt x="19" y="1"/>
                  </a:moveTo>
                  <a:lnTo>
                    <a:pt x="0" y="20"/>
                  </a:lnTo>
                  <a:lnTo>
                    <a:pt x="0" y="1322"/>
                  </a:lnTo>
                  <a:lnTo>
                    <a:pt x="19" y="136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0" name="Google Shape;2550;p36"/>
            <p:cNvSpPr/>
            <p:nvPr/>
          </p:nvSpPr>
          <p:spPr>
            <a:xfrm>
              <a:off x="2846875" y="2933550"/>
              <a:ext cx="950" cy="34925"/>
            </a:xfrm>
            <a:custGeom>
              <a:avLst/>
              <a:gdLst/>
              <a:ahLst/>
              <a:cxnLst/>
              <a:rect l="l" t="t" r="r" b="b"/>
              <a:pathLst>
                <a:path w="38" h="1397" extrusionOk="0">
                  <a:moveTo>
                    <a:pt x="38" y="0"/>
                  </a:moveTo>
                  <a:lnTo>
                    <a:pt x="1" y="19"/>
                  </a:lnTo>
                  <a:lnTo>
                    <a:pt x="1" y="1378"/>
                  </a:lnTo>
                  <a:lnTo>
                    <a:pt x="38" y="1396"/>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1" name="Google Shape;2551;p36"/>
            <p:cNvSpPr/>
            <p:nvPr/>
          </p:nvSpPr>
          <p:spPr>
            <a:xfrm>
              <a:off x="2847800" y="2933075"/>
              <a:ext cx="500" cy="35850"/>
            </a:xfrm>
            <a:custGeom>
              <a:avLst/>
              <a:gdLst/>
              <a:ahLst/>
              <a:cxnLst/>
              <a:rect l="l" t="t" r="r" b="b"/>
              <a:pathLst>
                <a:path w="20" h="1434" extrusionOk="0">
                  <a:moveTo>
                    <a:pt x="20" y="1"/>
                  </a:moveTo>
                  <a:lnTo>
                    <a:pt x="1" y="19"/>
                  </a:lnTo>
                  <a:lnTo>
                    <a:pt x="1" y="1415"/>
                  </a:lnTo>
                  <a:lnTo>
                    <a:pt x="20" y="1434"/>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2" name="Google Shape;2552;p36"/>
            <p:cNvSpPr/>
            <p:nvPr/>
          </p:nvSpPr>
          <p:spPr>
            <a:xfrm>
              <a:off x="2848275" y="2932625"/>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3" name="Google Shape;2553;p36"/>
            <p:cNvSpPr/>
            <p:nvPr/>
          </p:nvSpPr>
          <p:spPr>
            <a:xfrm>
              <a:off x="2848750" y="2932150"/>
              <a:ext cx="475" cy="37700"/>
            </a:xfrm>
            <a:custGeom>
              <a:avLst/>
              <a:gdLst/>
              <a:ahLst/>
              <a:cxnLst/>
              <a:rect l="l" t="t" r="r" b="b"/>
              <a:pathLst>
                <a:path w="19" h="1508" extrusionOk="0">
                  <a:moveTo>
                    <a:pt x="19" y="1"/>
                  </a:moveTo>
                  <a:lnTo>
                    <a:pt x="0" y="19"/>
                  </a:lnTo>
                  <a:lnTo>
                    <a:pt x="0" y="1489"/>
                  </a:lnTo>
                  <a:lnTo>
                    <a:pt x="19" y="150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4" name="Google Shape;2554;p36"/>
            <p:cNvSpPr/>
            <p:nvPr/>
          </p:nvSpPr>
          <p:spPr>
            <a:xfrm>
              <a:off x="2849200" y="2931225"/>
              <a:ext cx="500" cy="39100"/>
            </a:xfrm>
            <a:custGeom>
              <a:avLst/>
              <a:gdLst/>
              <a:ahLst/>
              <a:cxnLst/>
              <a:rect l="l" t="t" r="r" b="b"/>
              <a:pathLst>
                <a:path w="20" h="1564" extrusionOk="0">
                  <a:moveTo>
                    <a:pt x="19" y="0"/>
                  </a:moveTo>
                  <a:lnTo>
                    <a:pt x="1" y="38"/>
                  </a:lnTo>
                  <a:lnTo>
                    <a:pt x="1" y="1545"/>
                  </a:lnTo>
                  <a:lnTo>
                    <a:pt x="19" y="156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5" name="Google Shape;2555;p36"/>
            <p:cNvSpPr/>
            <p:nvPr/>
          </p:nvSpPr>
          <p:spPr>
            <a:xfrm>
              <a:off x="2849675" y="2930750"/>
              <a:ext cx="475" cy="40500"/>
            </a:xfrm>
            <a:custGeom>
              <a:avLst/>
              <a:gdLst/>
              <a:ahLst/>
              <a:cxnLst/>
              <a:rect l="l" t="t" r="r" b="b"/>
              <a:pathLst>
                <a:path w="19" h="1620" extrusionOk="0">
                  <a:moveTo>
                    <a:pt x="19" y="1"/>
                  </a:moveTo>
                  <a:lnTo>
                    <a:pt x="0" y="19"/>
                  </a:lnTo>
                  <a:lnTo>
                    <a:pt x="0" y="1583"/>
                  </a:lnTo>
                  <a:lnTo>
                    <a:pt x="19" y="162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6" name="Google Shape;2556;p36"/>
            <p:cNvSpPr/>
            <p:nvPr/>
          </p:nvSpPr>
          <p:spPr>
            <a:xfrm>
              <a:off x="2850125" y="2930300"/>
              <a:ext cx="975" cy="41425"/>
            </a:xfrm>
            <a:custGeom>
              <a:avLst/>
              <a:gdLst/>
              <a:ahLst/>
              <a:cxnLst/>
              <a:rect l="l" t="t" r="r" b="b"/>
              <a:pathLst>
                <a:path w="39" h="1657" extrusionOk="0">
                  <a:moveTo>
                    <a:pt x="38" y="0"/>
                  </a:moveTo>
                  <a:lnTo>
                    <a:pt x="1" y="19"/>
                  </a:lnTo>
                  <a:lnTo>
                    <a:pt x="1" y="1638"/>
                  </a:lnTo>
                  <a:lnTo>
                    <a:pt x="38" y="1656"/>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7" name="Google Shape;2557;p36"/>
            <p:cNvSpPr/>
            <p:nvPr/>
          </p:nvSpPr>
          <p:spPr>
            <a:xfrm>
              <a:off x="2851075" y="2929825"/>
              <a:ext cx="475" cy="42375"/>
            </a:xfrm>
            <a:custGeom>
              <a:avLst/>
              <a:gdLst/>
              <a:ahLst/>
              <a:cxnLst/>
              <a:rect l="l" t="t" r="r" b="b"/>
              <a:pathLst>
                <a:path w="19" h="1695" extrusionOk="0">
                  <a:moveTo>
                    <a:pt x="19" y="0"/>
                  </a:moveTo>
                  <a:lnTo>
                    <a:pt x="0" y="19"/>
                  </a:lnTo>
                  <a:lnTo>
                    <a:pt x="0" y="1675"/>
                  </a:lnTo>
                  <a:lnTo>
                    <a:pt x="19" y="169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8" name="Google Shape;2558;p36"/>
            <p:cNvSpPr/>
            <p:nvPr/>
          </p:nvSpPr>
          <p:spPr>
            <a:xfrm>
              <a:off x="2851525" y="2929350"/>
              <a:ext cx="500" cy="43300"/>
            </a:xfrm>
            <a:custGeom>
              <a:avLst/>
              <a:gdLst/>
              <a:ahLst/>
              <a:cxnLst/>
              <a:rect l="l" t="t" r="r" b="b"/>
              <a:pathLst>
                <a:path w="20" h="1732" extrusionOk="0">
                  <a:moveTo>
                    <a:pt x="19" y="1"/>
                  </a:moveTo>
                  <a:lnTo>
                    <a:pt x="1" y="19"/>
                  </a:lnTo>
                  <a:lnTo>
                    <a:pt x="1"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59" name="Google Shape;2559;p36"/>
            <p:cNvSpPr/>
            <p:nvPr/>
          </p:nvSpPr>
          <p:spPr>
            <a:xfrm>
              <a:off x="2852000" y="2928900"/>
              <a:ext cx="475" cy="44225"/>
            </a:xfrm>
            <a:custGeom>
              <a:avLst/>
              <a:gdLst/>
              <a:ahLst/>
              <a:cxnLst/>
              <a:rect l="l" t="t" r="r" b="b"/>
              <a:pathLst>
                <a:path w="19" h="1769" extrusionOk="0">
                  <a:moveTo>
                    <a:pt x="19" y="0"/>
                  </a:moveTo>
                  <a:lnTo>
                    <a:pt x="0" y="19"/>
                  </a:lnTo>
                  <a:lnTo>
                    <a:pt x="0" y="1750"/>
                  </a:lnTo>
                  <a:lnTo>
                    <a:pt x="19" y="17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0" name="Google Shape;2560;p36"/>
            <p:cNvSpPr/>
            <p:nvPr/>
          </p:nvSpPr>
          <p:spPr>
            <a:xfrm>
              <a:off x="2852475" y="2927975"/>
              <a:ext cx="475" cy="45600"/>
            </a:xfrm>
            <a:custGeom>
              <a:avLst/>
              <a:gdLst/>
              <a:ahLst/>
              <a:cxnLst/>
              <a:rect l="l" t="t" r="r" b="b"/>
              <a:pathLst>
                <a:path w="19" h="1824" extrusionOk="0">
                  <a:moveTo>
                    <a:pt x="19" y="0"/>
                  </a:moveTo>
                  <a:lnTo>
                    <a:pt x="0" y="37"/>
                  </a:lnTo>
                  <a:lnTo>
                    <a:pt x="0" y="1805"/>
                  </a:lnTo>
                  <a:lnTo>
                    <a:pt x="19" y="182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1" name="Google Shape;2561;p36"/>
            <p:cNvSpPr/>
            <p:nvPr/>
          </p:nvSpPr>
          <p:spPr>
            <a:xfrm>
              <a:off x="2852925" y="2927500"/>
              <a:ext cx="500" cy="47025"/>
            </a:xfrm>
            <a:custGeom>
              <a:avLst/>
              <a:gdLst/>
              <a:ahLst/>
              <a:cxnLst/>
              <a:rect l="l" t="t" r="r" b="b"/>
              <a:pathLst>
                <a:path w="20" h="1881" extrusionOk="0">
                  <a:moveTo>
                    <a:pt x="19" y="0"/>
                  </a:moveTo>
                  <a:lnTo>
                    <a:pt x="1" y="19"/>
                  </a:lnTo>
                  <a:lnTo>
                    <a:pt x="1" y="1843"/>
                  </a:lnTo>
                  <a:lnTo>
                    <a:pt x="19" y="18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2" name="Google Shape;2562;p36"/>
            <p:cNvSpPr/>
            <p:nvPr/>
          </p:nvSpPr>
          <p:spPr>
            <a:xfrm>
              <a:off x="2853400" y="2927025"/>
              <a:ext cx="950" cy="47950"/>
            </a:xfrm>
            <a:custGeom>
              <a:avLst/>
              <a:gdLst/>
              <a:ahLst/>
              <a:cxnLst/>
              <a:rect l="l" t="t" r="r" b="b"/>
              <a:pathLst>
                <a:path w="38" h="1918" extrusionOk="0">
                  <a:moveTo>
                    <a:pt x="37" y="1"/>
                  </a:moveTo>
                  <a:lnTo>
                    <a:pt x="0" y="19"/>
                  </a:lnTo>
                  <a:lnTo>
                    <a:pt x="0" y="1899"/>
                  </a:lnTo>
                  <a:lnTo>
                    <a:pt x="37" y="1918"/>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3" name="Google Shape;2563;p36"/>
            <p:cNvSpPr/>
            <p:nvPr/>
          </p:nvSpPr>
          <p:spPr>
            <a:xfrm>
              <a:off x="2854325" y="2926575"/>
              <a:ext cx="500" cy="48875"/>
            </a:xfrm>
            <a:custGeom>
              <a:avLst/>
              <a:gdLst/>
              <a:ahLst/>
              <a:cxnLst/>
              <a:rect l="l" t="t" r="r" b="b"/>
              <a:pathLst>
                <a:path w="20" h="1955" extrusionOk="0">
                  <a:moveTo>
                    <a:pt x="19" y="0"/>
                  </a:moveTo>
                  <a:lnTo>
                    <a:pt x="0" y="19"/>
                  </a:lnTo>
                  <a:lnTo>
                    <a:pt x="0" y="1936"/>
                  </a:lnTo>
                  <a:lnTo>
                    <a:pt x="19" y="19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4" name="Google Shape;2564;p36"/>
            <p:cNvSpPr/>
            <p:nvPr/>
          </p:nvSpPr>
          <p:spPr>
            <a:xfrm>
              <a:off x="2854800" y="2926100"/>
              <a:ext cx="475" cy="49800"/>
            </a:xfrm>
            <a:custGeom>
              <a:avLst/>
              <a:gdLst/>
              <a:ahLst/>
              <a:cxnLst/>
              <a:rect l="l" t="t" r="r" b="b"/>
              <a:pathLst>
                <a:path w="19" h="1992" extrusionOk="0">
                  <a:moveTo>
                    <a:pt x="19" y="1"/>
                  </a:moveTo>
                  <a:lnTo>
                    <a:pt x="0" y="19"/>
                  </a:lnTo>
                  <a:lnTo>
                    <a:pt x="0" y="1973"/>
                  </a:lnTo>
                  <a:lnTo>
                    <a:pt x="19" y="19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5" name="Google Shape;2565;p36"/>
            <p:cNvSpPr/>
            <p:nvPr/>
          </p:nvSpPr>
          <p:spPr>
            <a:xfrm>
              <a:off x="2855250" y="2925625"/>
              <a:ext cx="500" cy="50750"/>
            </a:xfrm>
            <a:custGeom>
              <a:avLst/>
              <a:gdLst/>
              <a:ahLst/>
              <a:cxnLst/>
              <a:rect l="l" t="t" r="r" b="b"/>
              <a:pathLst>
                <a:path w="20" h="2030" extrusionOk="0">
                  <a:moveTo>
                    <a:pt x="19" y="1"/>
                  </a:moveTo>
                  <a:lnTo>
                    <a:pt x="1" y="20"/>
                  </a:lnTo>
                  <a:lnTo>
                    <a:pt x="1" y="2011"/>
                  </a:lnTo>
                  <a:lnTo>
                    <a:pt x="19" y="203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6" name="Google Shape;2566;p36"/>
            <p:cNvSpPr/>
            <p:nvPr/>
          </p:nvSpPr>
          <p:spPr>
            <a:xfrm>
              <a:off x="2855725" y="2924700"/>
              <a:ext cx="475" cy="52150"/>
            </a:xfrm>
            <a:custGeom>
              <a:avLst/>
              <a:gdLst/>
              <a:ahLst/>
              <a:cxnLst/>
              <a:rect l="l" t="t" r="r" b="b"/>
              <a:pathLst>
                <a:path w="19" h="2086" extrusionOk="0">
                  <a:moveTo>
                    <a:pt x="19" y="1"/>
                  </a:moveTo>
                  <a:lnTo>
                    <a:pt x="0" y="38"/>
                  </a:lnTo>
                  <a:lnTo>
                    <a:pt x="0" y="2067"/>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7" name="Google Shape;2567;p36"/>
            <p:cNvSpPr/>
            <p:nvPr/>
          </p:nvSpPr>
          <p:spPr>
            <a:xfrm>
              <a:off x="2856175" y="2924250"/>
              <a:ext cx="500" cy="53525"/>
            </a:xfrm>
            <a:custGeom>
              <a:avLst/>
              <a:gdLst/>
              <a:ahLst/>
              <a:cxnLst/>
              <a:rect l="l" t="t" r="r" b="b"/>
              <a:pathLst>
                <a:path w="20" h="2141" extrusionOk="0">
                  <a:moveTo>
                    <a:pt x="20" y="0"/>
                  </a:moveTo>
                  <a:lnTo>
                    <a:pt x="1" y="19"/>
                  </a:lnTo>
                  <a:lnTo>
                    <a:pt x="1" y="2103"/>
                  </a:lnTo>
                  <a:lnTo>
                    <a:pt x="20" y="2140"/>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8" name="Google Shape;2568;p36"/>
            <p:cNvSpPr/>
            <p:nvPr/>
          </p:nvSpPr>
          <p:spPr>
            <a:xfrm>
              <a:off x="2856650" y="2923775"/>
              <a:ext cx="950" cy="54450"/>
            </a:xfrm>
            <a:custGeom>
              <a:avLst/>
              <a:gdLst/>
              <a:ahLst/>
              <a:cxnLst/>
              <a:rect l="l" t="t" r="r" b="b"/>
              <a:pathLst>
                <a:path w="38" h="2178" extrusionOk="0">
                  <a:moveTo>
                    <a:pt x="38" y="1"/>
                  </a:moveTo>
                  <a:lnTo>
                    <a:pt x="1" y="19"/>
                  </a:lnTo>
                  <a:lnTo>
                    <a:pt x="1" y="2159"/>
                  </a:lnTo>
                  <a:lnTo>
                    <a:pt x="38" y="2178"/>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69" name="Google Shape;2569;p36"/>
            <p:cNvSpPr/>
            <p:nvPr/>
          </p:nvSpPr>
          <p:spPr>
            <a:xfrm>
              <a:off x="2857575" y="2923300"/>
              <a:ext cx="500" cy="55400"/>
            </a:xfrm>
            <a:custGeom>
              <a:avLst/>
              <a:gdLst/>
              <a:ahLst/>
              <a:cxnLst/>
              <a:rect l="l" t="t" r="r" b="b"/>
              <a:pathLst>
                <a:path w="20" h="2216" extrusionOk="0">
                  <a:moveTo>
                    <a:pt x="19" y="1"/>
                  </a:moveTo>
                  <a:lnTo>
                    <a:pt x="1" y="20"/>
                  </a:lnTo>
                  <a:lnTo>
                    <a:pt x="1" y="2197"/>
                  </a:lnTo>
                  <a:lnTo>
                    <a:pt x="19" y="221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0" name="Google Shape;2570;p36"/>
            <p:cNvSpPr/>
            <p:nvPr/>
          </p:nvSpPr>
          <p:spPr>
            <a:xfrm>
              <a:off x="2858050" y="2922850"/>
              <a:ext cx="475" cy="56325"/>
            </a:xfrm>
            <a:custGeom>
              <a:avLst/>
              <a:gdLst/>
              <a:ahLst/>
              <a:cxnLst/>
              <a:rect l="l" t="t" r="r" b="b"/>
              <a:pathLst>
                <a:path w="19" h="2253" extrusionOk="0">
                  <a:moveTo>
                    <a:pt x="19" y="0"/>
                  </a:moveTo>
                  <a:lnTo>
                    <a:pt x="0" y="19"/>
                  </a:lnTo>
                  <a:lnTo>
                    <a:pt x="0" y="2234"/>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1" name="Google Shape;2571;p36"/>
            <p:cNvSpPr/>
            <p:nvPr/>
          </p:nvSpPr>
          <p:spPr>
            <a:xfrm>
              <a:off x="2858500" y="2922375"/>
              <a:ext cx="500" cy="57250"/>
            </a:xfrm>
            <a:custGeom>
              <a:avLst/>
              <a:gdLst/>
              <a:ahLst/>
              <a:cxnLst/>
              <a:rect l="l" t="t" r="r" b="b"/>
              <a:pathLst>
                <a:path w="20" h="2290" extrusionOk="0">
                  <a:moveTo>
                    <a:pt x="20" y="1"/>
                  </a:moveTo>
                  <a:lnTo>
                    <a:pt x="1" y="19"/>
                  </a:lnTo>
                  <a:lnTo>
                    <a:pt x="1" y="2271"/>
                  </a:lnTo>
                  <a:lnTo>
                    <a:pt x="20" y="2290"/>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2" name="Google Shape;2572;p36"/>
            <p:cNvSpPr/>
            <p:nvPr/>
          </p:nvSpPr>
          <p:spPr>
            <a:xfrm>
              <a:off x="2858975" y="2921925"/>
              <a:ext cx="500" cy="58175"/>
            </a:xfrm>
            <a:custGeom>
              <a:avLst/>
              <a:gdLst/>
              <a:ahLst/>
              <a:cxnLst/>
              <a:rect l="l" t="t" r="r" b="b"/>
              <a:pathLst>
                <a:path w="20" h="2327" extrusionOk="0">
                  <a:moveTo>
                    <a:pt x="19" y="0"/>
                  </a:moveTo>
                  <a:lnTo>
                    <a:pt x="1" y="19"/>
                  </a:lnTo>
                  <a:lnTo>
                    <a:pt x="1" y="2308"/>
                  </a:lnTo>
                  <a:lnTo>
                    <a:pt x="19" y="2326"/>
                  </a:lnTo>
                  <a:lnTo>
                    <a:pt x="19" y="2308"/>
                  </a:lnTo>
                  <a:lnTo>
                    <a:pt x="19" y="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3" name="Google Shape;2573;p36"/>
            <p:cNvSpPr/>
            <p:nvPr/>
          </p:nvSpPr>
          <p:spPr>
            <a:xfrm>
              <a:off x="2859450" y="2922375"/>
              <a:ext cx="475" cy="57250"/>
            </a:xfrm>
            <a:custGeom>
              <a:avLst/>
              <a:gdLst/>
              <a:ahLst/>
              <a:cxnLst/>
              <a:rect l="l" t="t" r="r" b="b"/>
              <a:pathLst>
                <a:path w="19" h="2290" extrusionOk="0">
                  <a:moveTo>
                    <a:pt x="0" y="1"/>
                  </a:moveTo>
                  <a:lnTo>
                    <a:pt x="0" y="2290"/>
                  </a:lnTo>
                  <a:lnTo>
                    <a:pt x="19" y="227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4" name="Google Shape;2574;p36"/>
            <p:cNvSpPr/>
            <p:nvPr/>
          </p:nvSpPr>
          <p:spPr>
            <a:xfrm>
              <a:off x="2859900" y="2922850"/>
              <a:ext cx="950" cy="56325"/>
            </a:xfrm>
            <a:custGeom>
              <a:avLst/>
              <a:gdLst/>
              <a:ahLst/>
              <a:cxnLst/>
              <a:rect l="l" t="t" r="r" b="b"/>
              <a:pathLst>
                <a:path w="38" h="2253" extrusionOk="0">
                  <a:moveTo>
                    <a:pt x="1" y="0"/>
                  </a:moveTo>
                  <a:lnTo>
                    <a:pt x="1" y="2252"/>
                  </a:lnTo>
                  <a:lnTo>
                    <a:pt x="38" y="2234"/>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5" name="Google Shape;2575;p36"/>
            <p:cNvSpPr/>
            <p:nvPr/>
          </p:nvSpPr>
          <p:spPr>
            <a:xfrm>
              <a:off x="2860850" y="2923300"/>
              <a:ext cx="475" cy="55400"/>
            </a:xfrm>
            <a:custGeom>
              <a:avLst/>
              <a:gdLst/>
              <a:ahLst/>
              <a:cxnLst/>
              <a:rect l="l" t="t" r="r" b="b"/>
              <a:pathLst>
                <a:path w="19" h="2216" extrusionOk="0">
                  <a:moveTo>
                    <a:pt x="0" y="1"/>
                  </a:moveTo>
                  <a:lnTo>
                    <a:pt x="0" y="2216"/>
                  </a:lnTo>
                  <a:lnTo>
                    <a:pt x="19" y="2197"/>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6" name="Google Shape;2576;p36"/>
            <p:cNvSpPr/>
            <p:nvPr/>
          </p:nvSpPr>
          <p:spPr>
            <a:xfrm>
              <a:off x="2861300" y="2923775"/>
              <a:ext cx="500" cy="54450"/>
            </a:xfrm>
            <a:custGeom>
              <a:avLst/>
              <a:gdLst/>
              <a:ahLst/>
              <a:cxnLst/>
              <a:rect l="l" t="t" r="r" b="b"/>
              <a:pathLst>
                <a:path w="20" h="2178" extrusionOk="0">
                  <a:moveTo>
                    <a:pt x="1" y="1"/>
                  </a:moveTo>
                  <a:lnTo>
                    <a:pt x="1" y="2178"/>
                  </a:lnTo>
                  <a:lnTo>
                    <a:pt x="19" y="2159"/>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7" name="Google Shape;2577;p36"/>
            <p:cNvSpPr/>
            <p:nvPr/>
          </p:nvSpPr>
          <p:spPr>
            <a:xfrm>
              <a:off x="2861775" y="2924250"/>
              <a:ext cx="475" cy="53525"/>
            </a:xfrm>
            <a:custGeom>
              <a:avLst/>
              <a:gdLst/>
              <a:ahLst/>
              <a:cxnLst/>
              <a:rect l="l" t="t" r="r" b="b"/>
              <a:pathLst>
                <a:path w="19" h="2141" extrusionOk="0">
                  <a:moveTo>
                    <a:pt x="0" y="0"/>
                  </a:moveTo>
                  <a:lnTo>
                    <a:pt x="0" y="2140"/>
                  </a:lnTo>
                  <a:lnTo>
                    <a:pt x="19" y="210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8" name="Google Shape;2578;p36"/>
            <p:cNvSpPr/>
            <p:nvPr/>
          </p:nvSpPr>
          <p:spPr>
            <a:xfrm>
              <a:off x="2862225" y="2924700"/>
              <a:ext cx="500" cy="52150"/>
            </a:xfrm>
            <a:custGeom>
              <a:avLst/>
              <a:gdLst/>
              <a:ahLst/>
              <a:cxnLst/>
              <a:rect l="l" t="t" r="r" b="b"/>
              <a:pathLst>
                <a:path w="20" h="2086" extrusionOk="0">
                  <a:moveTo>
                    <a:pt x="1" y="1"/>
                  </a:moveTo>
                  <a:lnTo>
                    <a:pt x="1" y="2085"/>
                  </a:lnTo>
                  <a:lnTo>
                    <a:pt x="19" y="2067"/>
                  </a:lnTo>
                  <a:lnTo>
                    <a:pt x="19"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79" name="Google Shape;2579;p36"/>
            <p:cNvSpPr/>
            <p:nvPr/>
          </p:nvSpPr>
          <p:spPr>
            <a:xfrm>
              <a:off x="2862700" y="2925625"/>
              <a:ext cx="950" cy="50750"/>
            </a:xfrm>
            <a:custGeom>
              <a:avLst/>
              <a:gdLst/>
              <a:ahLst/>
              <a:cxnLst/>
              <a:rect l="l" t="t" r="r" b="b"/>
              <a:pathLst>
                <a:path w="38" h="2030" extrusionOk="0">
                  <a:moveTo>
                    <a:pt x="0" y="1"/>
                  </a:moveTo>
                  <a:lnTo>
                    <a:pt x="0" y="2030"/>
                  </a:lnTo>
                  <a:lnTo>
                    <a:pt x="38" y="2011"/>
                  </a:lnTo>
                  <a:lnTo>
                    <a:pt x="38"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80" name="Google Shape;2580;p36"/>
            <p:cNvSpPr/>
            <p:nvPr/>
          </p:nvSpPr>
          <p:spPr>
            <a:xfrm>
              <a:off x="2863625" y="2926100"/>
              <a:ext cx="500" cy="49800"/>
            </a:xfrm>
            <a:custGeom>
              <a:avLst/>
              <a:gdLst/>
              <a:ahLst/>
              <a:cxnLst/>
              <a:rect l="l" t="t" r="r" b="b"/>
              <a:pathLst>
                <a:path w="20" h="1992" extrusionOk="0">
                  <a:moveTo>
                    <a:pt x="1" y="1"/>
                  </a:moveTo>
                  <a:lnTo>
                    <a:pt x="1" y="1992"/>
                  </a:lnTo>
                  <a:lnTo>
                    <a:pt x="19" y="197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81" name="Google Shape;2581;p36"/>
            <p:cNvSpPr/>
            <p:nvPr/>
          </p:nvSpPr>
          <p:spPr>
            <a:xfrm>
              <a:off x="2864100" y="2926575"/>
              <a:ext cx="475" cy="48875"/>
            </a:xfrm>
            <a:custGeom>
              <a:avLst/>
              <a:gdLst/>
              <a:ahLst/>
              <a:cxnLst/>
              <a:rect l="l" t="t" r="r" b="b"/>
              <a:pathLst>
                <a:path w="19" h="1955" extrusionOk="0">
                  <a:moveTo>
                    <a:pt x="0" y="0"/>
                  </a:moveTo>
                  <a:lnTo>
                    <a:pt x="0" y="1954"/>
                  </a:lnTo>
                  <a:lnTo>
                    <a:pt x="19" y="1936"/>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82" name="Google Shape;2582;p36"/>
            <p:cNvSpPr/>
            <p:nvPr/>
          </p:nvSpPr>
          <p:spPr>
            <a:xfrm>
              <a:off x="2864550" y="2927025"/>
              <a:ext cx="500" cy="47950"/>
            </a:xfrm>
            <a:custGeom>
              <a:avLst/>
              <a:gdLst/>
              <a:ahLst/>
              <a:cxnLst/>
              <a:rect l="l" t="t" r="r" b="b"/>
              <a:pathLst>
                <a:path w="20" h="1918" extrusionOk="0">
                  <a:moveTo>
                    <a:pt x="1" y="1"/>
                  </a:moveTo>
                  <a:lnTo>
                    <a:pt x="1" y="1918"/>
                  </a:lnTo>
                  <a:lnTo>
                    <a:pt x="19" y="1899"/>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83" name="Google Shape;2583;p36"/>
            <p:cNvSpPr/>
            <p:nvPr/>
          </p:nvSpPr>
          <p:spPr>
            <a:xfrm>
              <a:off x="2865025" y="2927500"/>
              <a:ext cx="500" cy="47025"/>
            </a:xfrm>
            <a:custGeom>
              <a:avLst/>
              <a:gdLst/>
              <a:ahLst/>
              <a:cxnLst/>
              <a:rect l="l" t="t" r="r" b="b"/>
              <a:pathLst>
                <a:path w="20" h="1881" extrusionOk="0">
                  <a:moveTo>
                    <a:pt x="0" y="0"/>
                  </a:moveTo>
                  <a:lnTo>
                    <a:pt x="0" y="1880"/>
                  </a:lnTo>
                  <a:lnTo>
                    <a:pt x="19" y="184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84" name="Google Shape;2584;p36"/>
            <p:cNvSpPr/>
            <p:nvPr/>
          </p:nvSpPr>
          <p:spPr>
            <a:xfrm>
              <a:off x="2865500" y="2927975"/>
              <a:ext cx="475" cy="45600"/>
            </a:xfrm>
            <a:custGeom>
              <a:avLst/>
              <a:gdLst/>
              <a:ahLst/>
              <a:cxnLst/>
              <a:rect l="l" t="t" r="r" b="b"/>
              <a:pathLst>
                <a:path w="19" h="1824" extrusionOk="0">
                  <a:moveTo>
                    <a:pt x="0" y="0"/>
                  </a:moveTo>
                  <a:lnTo>
                    <a:pt x="0" y="1824"/>
                  </a:lnTo>
                  <a:lnTo>
                    <a:pt x="19" y="1805"/>
                  </a:lnTo>
                  <a:lnTo>
                    <a:pt x="19" y="37"/>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85" name="Google Shape;2585;p36"/>
            <p:cNvSpPr/>
            <p:nvPr/>
          </p:nvSpPr>
          <p:spPr>
            <a:xfrm>
              <a:off x="2865950" y="2928900"/>
              <a:ext cx="950" cy="44225"/>
            </a:xfrm>
            <a:custGeom>
              <a:avLst/>
              <a:gdLst/>
              <a:ahLst/>
              <a:cxnLst/>
              <a:rect l="l" t="t" r="r" b="b"/>
              <a:pathLst>
                <a:path w="38" h="1769" extrusionOk="0">
                  <a:moveTo>
                    <a:pt x="1" y="0"/>
                  </a:moveTo>
                  <a:lnTo>
                    <a:pt x="1" y="1768"/>
                  </a:lnTo>
                  <a:lnTo>
                    <a:pt x="38" y="1750"/>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86" name="Google Shape;2586;p36"/>
            <p:cNvSpPr/>
            <p:nvPr/>
          </p:nvSpPr>
          <p:spPr>
            <a:xfrm>
              <a:off x="2866875" y="2929350"/>
              <a:ext cx="500" cy="43300"/>
            </a:xfrm>
            <a:custGeom>
              <a:avLst/>
              <a:gdLst/>
              <a:ahLst/>
              <a:cxnLst/>
              <a:rect l="l" t="t" r="r" b="b"/>
              <a:pathLst>
                <a:path w="20" h="1732" extrusionOk="0">
                  <a:moveTo>
                    <a:pt x="1" y="1"/>
                  </a:moveTo>
                  <a:lnTo>
                    <a:pt x="1" y="1732"/>
                  </a:lnTo>
                  <a:lnTo>
                    <a:pt x="20" y="1713"/>
                  </a:lnTo>
                  <a:lnTo>
                    <a:pt x="20"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87" name="Google Shape;2587;p36"/>
            <p:cNvSpPr/>
            <p:nvPr/>
          </p:nvSpPr>
          <p:spPr>
            <a:xfrm>
              <a:off x="2867350" y="2929825"/>
              <a:ext cx="500" cy="42375"/>
            </a:xfrm>
            <a:custGeom>
              <a:avLst/>
              <a:gdLst/>
              <a:ahLst/>
              <a:cxnLst/>
              <a:rect l="l" t="t" r="r" b="b"/>
              <a:pathLst>
                <a:path w="20" h="1695" extrusionOk="0">
                  <a:moveTo>
                    <a:pt x="1" y="0"/>
                  </a:moveTo>
                  <a:lnTo>
                    <a:pt x="1" y="1694"/>
                  </a:lnTo>
                  <a:lnTo>
                    <a:pt x="19" y="167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88" name="Google Shape;2588;p36"/>
            <p:cNvSpPr/>
            <p:nvPr/>
          </p:nvSpPr>
          <p:spPr>
            <a:xfrm>
              <a:off x="2867825" y="2930300"/>
              <a:ext cx="475" cy="41425"/>
            </a:xfrm>
            <a:custGeom>
              <a:avLst/>
              <a:gdLst/>
              <a:ahLst/>
              <a:cxnLst/>
              <a:rect l="l" t="t" r="r" b="b"/>
              <a:pathLst>
                <a:path w="19" h="1657" extrusionOk="0">
                  <a:moveTo>
                    <a:pt x="0" y="0"/>
                  </a:moveTo>
                  <a:lnTo>
                    <a:pt x="0" y="1656"/>
                  </a:lnTo>
                  <a:lnTo>
                    <a:pt x="19" y="1638"/>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89" name="Google Shape;2589;p36"/>
            <p:cNvSpPr/>
            <p:nvPr/>
          </p:nvSpPr>
          <p:spPr>
            <a:xfrm>
              <a:off x="2868275" y="2930750"/>
              <a:ext cx="500" cy="40500"/>
            </a:xfrm>
            <a:custGeom>
              <a:avLst/>
              <a:gdLst/>
              <a:ahLst/>
              <a:cxnLst/>
              <a:rect l="l" t="t" r="r" b="b"/>
              <a:pathLst>
                <a:path w="20" h="1620" extrusionOk="0">
                  <a:moveTo>
                    <a:pt x="1" y="1"/>
                  </a:moveTo>
                  <a:lnTo>
                    <a:pt x="1" y="1620"/>
                  </a:lnTo>
                  <a:lnTo>
                    <a:pt x="19" y="158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90" name="Google Shape;2590;p36"/>
            <p:cNvSpPr/>
            <p:nvPr/>
          </p:nvSpPr>
          <p:spPr>
            <a:xfrm>
              <a:off x="2868750" y="2931225"/>
              <a:ext cx="475" cy="39100"/>
            </a:xfrm>
            <a:custGeom>
              <a:avLst/>
              <a:gdLst/>
              <a:ahLst/>
              <a:cxnLst/>
              <a:rect l="l" t="t" r="r" b="b"/>
              <a:pathLst>
                <a:path w="19" h="1564" extrusionOk="0">
                  <a:moveTo>
                    <a:pt x="0" y="0"/>
                  </a:moveTo>
                  <a:lnTo>
                    <a:pt x="0" y="1564"/>
                  </a:lnTo>
                  <a:lnTo>
                    <a:pt x="19" y="1545"/>
                  </a:lnTo>
                  <a:lnTo>
                    <a:pt x="19" y="38"/>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91" name="Google Shape;2591;p36"/>
            <p:cNvSpPr/>
            <p:nvPr/>
          </p:nvSpPr>
          <p:spPr>
            <a:xfrm>
              <a:off x="2869200" y="2932150"/>
              <a:ext cx="975" cy="37700"/>
            </a:xfrm>
            <a:custGeom>
              <a:avLst/>
              <a:gdLst/>
              <a:ahLst/>
              <a:cxnLst/>
              <a:rect l="l" t="t" r="r" b="b"/>
              <a:pathLst>
                <a:path w="39" h="1508" extrusionOk="0">
                  <a:moveTo>
                    <a:pt x="1" y="1"/>
                  </a:moveTo>
                  <a:lnTo>
                    <a:pt x="1" y="1508"/>
                  </a:lnTo>
                  <a:lnTo>
                    <a:pt x="38" y="1489"/>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92" name="Google Shape;2592;p36"/>
            <p:cNvSpPr/>
            <p:nvPr/>
          </p:nvSpPr>
          <p:spPr>
            <a:xfrm>
              <a:off x="2870150" y="2932625"/>
              <a:ext cx="475" cy="36775"/>
            </a:xfrm>
            <a:custGeom>
              <a:avLst/>
              <a:gdLst/>
              <a:ahLst/>
              <a:cxnLst/>
              <a:rect l="l" t="t" r="r" b="b"/>
              <a:pathLst>
                <a:path w="19" h="1471" extrusionOk="0">
                  <a:moveTo>
                    <a:pt x="0" y="0"/>
                  </a:moveTo>
                  <a:lnTo>
                    <a:pt x="0" y="1470"/>
                  </a:lnTo>
                  <a:lnTo>
                    <a:pt x="19" y="1452"/>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93" name="Google Shape;2593;p36"/>
            <p:cNvSpPr/>
            <p:nvPr/>
          </p:nvSpPr>
          <p:spPr>
            <a:xfrm>
              <a:off x="2870600" y="2933075"/>
              <a:ext cx="500" cy="35850"/>
            </a:xfrm>
            <a:custGeom>
              <a:avLst/>
              <a:gdLst/>
              <a:ahLst/>
              <a:cxnLst/>
              <a:rect l="l" t="t" r="r" b="b"/>
              <a:pathLst>
                <a:path w="20" h="1434" extrusionOk="0">
                  <a:moveTo>
                    <a:pt x="1" y="1"/>
                  </a:moveTo>
                  <a:lnTo>
                    <a:pt x="1" y="1434"/>
                  </a:lnTo>
                  <a:lnTo>
                    <a:pt x="19" y="1415"/>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94" name="Google Shape;2594;p36"/>
            <p:cNvSpPr/>
            <p:nvPr/>
          </p:nvSpPr>
          <p:spPr>
            <a:xfrm>
              <a:off x="2871075" y="2933550"/>
              <a:ext cx="500" cy="34925"/>
            </a:xfrm>
            <a:custGeom>
              <a:avLst/>
              <a:gdLst/>
              <a:ahLst/>
              <a:cxnLst/>
              <a:rect l="l" t="t" r="r" b="b"/>
              <a:pathLst>
                <a:path w="20" h="1397" extrusionOk="0">
                  <a:moveTo>
                    <a:pt x="0" y="0"/>
                  </a:moveTo>
                  <a:lnTo>
                    <a:pt x="0" y="1396"/>
                  </a:lnTo>
                  <a:lnTo>
                    <a:pt x="19" y="1378"/>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95" name="Google Shape;2595;p36"/>
            <p:cNvSpPr/>
            <p:nvPr/>
          </p:nvSpPr>
          <p:spPr>
            <a:xfrm>
              <a:off x="2871550" y="2934000"/>
              <a:ext cx="475" cy="34000"/>
            </a:xfrm>
            <a:custGeom>
              <a:avLst/>
              <a:gdLst/>
              <a:ahLst/>
              <a:cxnLst/>
              <a:rect l="l" t="t" r="r" b="b"/>
              <a:pathLst>
                <a:path w="19" h="1360" extrusionOk="0">
                  <a:moveTo>
                    <a:pt x="0" y="1"/>
                  </a:moveTo>
                  <a:lnTo>
                    <a:pt x="0" y="1360"/>
                  </a:lnTo>
                  <a:lnTo>
                    <a:pt x="19" y="1322"/>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96" name="Google Shape;2596;p36"/>
            <p:cNvSpPr/>
            <p:nvPr/>
          </p:nvSpPr>
          <p:spPr>
            <a:xfrm>
              <a:off x="2872000" y="2934475"/>
              <a:ext cx="500" cy="32600"/>
            </a:xfrm>
            <a:custGeom>
              <a:avLst/>
              <a:gdLst/>
              <a:ahLst/>
              <a:cxnLst/>
              <a:rect l="l" t="t" r="r" b="b"/>
              <a:pathLst>
                <a:path w="20" h="1304" extrusionOk="0">
                  <a:moveTo>
                    <a:pt x="1" y="1"/>
                  </a:moveTo>
                  <a:lnTo>
                    <a:pt x="1" y="1303"/>
                  </a:lnTo>
                  <a:lnTo>
                    <a:pt x="19" y="1285"/>
                  </a:lnTo>
                  <a:lnTo>
                    <a:pt x="19"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97" name="Google Shape;2597;p36"/>
            <p:cNvSpPr/>
            <p:nvPr/>
          </p:nvSpPr>
          <p:spPr>
            <a:xfrm>
              <a:off x="2872475" y="2935400"/>
              <a:ext cx="950" cy="31200"/>
            </a:xfrm>
            <a:custGeom>
              <a:avLst/>
              <a:gdLst/>
              <a:ahLst/>
              <a:cxnLst/>
              <a:rect l="l" t="t" r="r" b="b"/>
              <a:pathLst>
                <a:path w="38" h="1248" extrusionOk="0">
                  <a:moveTo>
                    <a:pt x="0" y="1"/>
                  </a:moveTo>
                  <a:lnTo>
                    <a:pt x="0" y="1248"/>
                  </a:lnTo>
                  <a:lnTo>
                    <a:pt x="37" y="1229"/>
                  </a:lnTo>
                  <a:lnTo>
                    <a:pt x="37"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98" name="Google Shape;2598;p36"/>
            <p:cNvSpPr/>
            <p:nvPr/>
          </p:nvSpPr>
          <p:spPr>
            <a:xfrm>
              <a:off x="2873400" y="2935875"/>
              <a:ext cx="500" cy="30275"/>
            </a:xfrm>
            <a:custGeom>
              <a:avLst/>
              <a:gdLst/>
              <a:ahLst/>
              <a:cxnLst/>
              <a:rect l="l" t="t" r="r" b="b"/>
              <a:pathLst>
                <a:path w="20" h="1211" extrusionOk="0">
                  <a:moveTo>
                    <a:pt x="0" y="0"/>
                  </a:moveTo>
                  <a:lnTo>
                    <a:pt x="0" y="1210"/>
                  </a:lnTo>
                  <a:lnTo>
                    <a:pt x="19" y="1192"/>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99" name="Google Shape;2599;p36"/>
            <p:cNvSpPr/>
            <p:nvPr/>
          </p:nvSpPr>
          <p:spPr>
            <a:xfrm>
              <a:off x="2873875" y="2936350"/>
              <a:ext cx="475" cy="29325"/>
            </a:xfrm>
            <a:custGeom>
              <a:avLst/>
              <a:gdLst/>
              <a:ahLst/>
              <a:cxnLst/>
              <a:rect l="l" t="t" r="r" b="b"/>
              <a:pathLst>
                <a:path w="19" h="1173" extrusionOk="0">
                  <a:moveTo>
                    <a:pt x="0" y="0"/>
                  </a:moveTo>
                  <a:lnTo>
                    <a:pt x="0" y="1173"/>
                  </a:lnTo>
                  <a:lnTo>
                    <a:pt x="19" y="1154"/>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0" name="Google Shape;2600;p36"/>
            <p:cNvSpPr/>
            <p:nvPr/>
          </p:nvSpPr>
          <p:spPr>
            <a:xfrm>
              <a:off x="2874325" y="2936800"/>
              <a:ext cx="500" cy="28400"/>
            </a:xfrm>
            <a:custGeom>
              <a:avLst/>
              <a:gdLst/>
              <a:ahLst/>
              <a:cxnLst/>
              <a:rect l="l" t="t" r="r" b="b"/>
              <a:pathLst>
                <a:path w="20" h="1136" extrusionOk="0">
                  <a:moveTo>
                    <a:pt x="1" y="1"/>
                  </a:moveTo>
                  <a:lnTo>
                    <a:pt x="1" y="1136"/>
                  </a:lnTo>
                  <a:lnTo>
                    <a:pt x="19" y="1117"/>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1" name="Google Shape;2601;p36"/>
            <p:cNvSpPr/>
            <p:nvPr/>
          </p:nvSpPr>
          <p:spPr>
            <a:xfrm>
              <a:off x="2874800" y="2937275"/>
              <a:ext cx="475" cy="27475"/>
            </a:xfrm>
            <a:custGeom>
              <a:avLst/>
              <a:gdLst/>
              <a:ahLst/>
              <a:cxnLst/>
              <a:rect l="l" t="t" r="r" b="b"/>
              <a:pathLst>
                <a:path w="19" h="1099" extrusionOk="0">
                  <a:moveTo>
                    <a:pt x="0" y="0"/>
                  </a:moveTo>
                  <a:lnTo>
                    <a:pt x="0" y="1098"/>
                  </a:lnTo>
                  <a:lnTo>
                    <a:pt x="19" y="106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2" name="Google Shape;2602;p36"/>
            <p:cNvSpPr/>
            <p:nvPr/>
          </p:nvSpPr>
          <p:spPr>
            <a:xfrm>
              <a:off x="2875250" y="2937725"/>
              <a:ext cx="500" cy="26100"/>
            </a:xfrm>
            <a:custGeom>
              <a:avLst/>
              <a:gdLst/>
              <a:ahLst/>
              <a:cxnLst/>
              <a:rect l="l" t="t" r="r" b="b"/>
              <a:pathLst>
                <a:path w="20" h="1044" extrusionOk="0">
                  <a:moveTo>
                    <a:pt x="1" y="1"/>
                  </a:moveTo>
                  <a:lnTo>
                    <a:pt x="1" y="1043"/>
                  </a:lnTo>
                  <a:lnTo>
                    <a:pt x="20" y="1024"/>
                  </a:lnTo>
                  <a:lnTo>
                    <a:pt x="20"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3" name="Google Shape;2603;p36"/>
            <p:cNvSpPr/>
            <p:nvPr/>
          </p:nvSpPr>
          <p:spPr>
            <a:xfrm>
              <a:off x="2875725" y="2938675"/>
              <a:ext cx="950" cy="24675"/>
            </a:xfrm>
            <a:custGeom>
              <a:avLst/>
              <a:gdLst/>
              <a:ahLst/>
              <a:cxnLst/>
              <a:rect l="l" t="t" r="r" b="b"/>
              <a:pathLst>
                <a:path w="38" h="987" extrusionOk="0">
                  <a:moveTo>
                    <a:pt x="1" y="0"/>
                  </a:moveTo>
                  <a:lnTo>
                    <a:pt x="1" y="986"/>
                  </a:lnTo>
                  <a:lnTo>
                    <a:pt x="38" y="968"/>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4" name="Google Shape;2604;p36"/>
            <p:cNvSpPr/>
            <p:nvPr/>
          </p:nvSpPr>
          <p:spPr>
            <a:xfrm>
              <a:off x="2876650" y="2939125"/>
              <a:ext cx="500" cy="23750"/>
            </a:xfrm>
            <a:custGeom>
              <a:avLst/>
              <a:gdLst/>
              <a:ahLst/>
              <a:cxnLst/>
              <a:rect l="l" t="t" r="r" b="b"/>
              <a:pathLst>
                <a:path w="20" h="950" extrusionOk="0">
                  <a:moveTo>
                    <a:pt x="1" y="1"/>
                  </a:moveTo>
                  <a:lnTo>
                    <a:pt x="1" y="950"/>
                  </a:lnTo>
                  <a:lnTo>
                    <a:pt x="19" y="93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5" name="Google Shape;2605;p36"/>
            <p:cNvSpPr/>
            <p:nvPr/>
          </p:nvSpPr>
          <p:spPr>
            <a:xfrm>
              <a:off x="2877125" y="2939600"/>
              <a:ext cx="475" cy="22825"/>
            </a:xfrm>
            <a:custGeom>
              <a:avLst/>
              <a:gdLst/>
              <a:ahLst/>
              <a:cxnLst/>
              <a:rect l="l" t="t" r="r" b="b"/>
              <a:pathLst>
                <a:path w="19" h="913" extrusionOk="0">
                  <a:moveTo>
                    <a:pt x="0" y="0"/>
                  </a:moveTo>
                  <a:lnTo>
                    <a:pt x="0" y="912"/>
                  </a:lnTo>
                  <a:lnTo>
                    <a:pt x="19" y="894"/>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6" name="Google Shape;2606;p36"/>
            <p:cNvSpPr/>
            <p:nvPr/>
          </p:nvSpPr>
          <p:spPr>
            <a:xfrm>
              <a:off x="2877575" y="2940050"/>
              <a:ext cx="500" cy="21900"/>
            </a:xfrm>
            <a:custGeom>
              <a:avLst/>
              <a:gdLst/>
              <a:ahLst/>
              <a:cxnLst/>
              <a:rect l="l" t="t" r="r" b="b"/>
              <a:pathLst>
                <a:path w="20" h="876" extrusionOk="0">
                  <a:moveTo>
                    <a:pt x="1" y="1"/>
                  </a:moveTo>
                  <a:lnTo>
                    <a:pt x="1" y="876"/>
                  </a:lnTo>
                  <a:lnTo>
                    <a:pt x="20" y="857"/>
                  </a:lnTo>
                  <a:lnTo>
                    <a:pt x="20"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7" name="Google Shape;2607;p36"/>
            <p:cNvSpPr/>
            <p:nvPr/>
          </p:nvSpPr>
          <p:spPr>
            <a:xfrm>
              <a:off x="2878050" y="2940525"/>
              <a:ext cx="500" cy="20950"/>
            </a:xfrm>
            <a:custGeom>
              <a:avLst/>
              <a:gdLst/>
              <a:ahLst/>
              <a:cxnLst/>
              <a:rect l="l" t="t" r="r" b="b"/>
              <a:pathLst>
                <a:path w="20" h="838" extrusionOk="0">
                  <a:moveTo>
                    <a:pt x="1" y="1"/>
                  </a:moveTo>
                  <a:lnTo>
                    <a:pt x="1" y="838"/>
                  </a:lnTo>
                  <a:lnTo>
                    <a:pt x="19" y="80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8" name="Google Shape;2608;p36"/>
            <p:cNvSpPr/>
            <p:nvPr/>
          </p:nvSpPr>
          <p:spPr>
            <a:xfrm>
              <a:off x="2878525" y="2941000"/>
              <a:ext cx="475" cy="19550"/>
            </a:xfrm>
            <a:custGeom>
              <a:avLst/>
              <a:gdLst/>
              <a:ahLst/>
              <a:cxnLst/>
              <a:rect l="l" t="t" r="r" b="b"/>
              <a:pathLst>
                <a:path w="19" h="782" extrusionOk="0">
                  <a:moveTo>
                    <a:pt x="0" y="0"/>
                  </a:moveTo>
                  <a:lnTo>
                    <a:pt x="0" y="782"/>
                  </a:lnTo>
                  <a:lnTo>
                    <a:pt x="19" y="763"/>
                  </a:lnTo>
                  <a:lnTo>
                    <a:pt x="19" y="37"/>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09" name="Google Shape;2609;p36"/>
            <p:cNvSpPr/>
            <p:nvPr/>
          </p:nvSpPr>
          <p:spPr>
            <a:xfrm>
              <a:off x="2878975" y="2941925"/>
              <a:ext cx="975" cy="18175"/>
            </a:xfrm>
            <a:custGeom>
              <a:avLst/>
              <a:gdLst/>
              <a:ahLst/>
              <a:cxnLst/>
              <a:rect l="l" t="t" r="r" b="b"/>
              <a:pathLst>
                <a:path w="39" h="727" extrusionOk="0">
                  <a:moveTo>
                    <a:pt x="1" y="0"/>
                  </a:moveTo>
                  <a:lnTo>
                    <a:pt x="1" y="726"/>
                  </a:lnTo>
                  <a:lnTo>
                    <a:pt x="38" y="708"/>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0" name="Google Shape;2610;p36"/>
            <p:cNvSpPr/>
            <p:nvPr/>
          </p:nvSpPr>
          <p:spPr>
            <a:xfrm>
              <a:off x="2879925" y="2942375"/>
              <a:ext cx="475" cy="17250"/>
            </a:xfrm>
            <a:custGeom>
              <a:avLst/>
              <a:gdLst/>
              <a:ahLst/>
              <a:cxnLst/>
              <a:rect l="l" t="t" r="r" b="b"/>
              <a:pathLst>
                <a:path w="19" h="690" extrusionOk="0">
                  <a:moveTo>
                    <a:pt x="0" y="1"/>
                  </a:moveTo>
                  <a:lnTo>
                    <a:pt x="0" y="690"/>
                  </a:lnTo>
                  <a:lnTo>
                    <a:pt x="19" y="671"/>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1" name="Google Shape;2611;p36"/>
            <p:cNvSpPr/>
            <p:nvPr/>
          </p:nvSpPr>
          <p:spPr>
            <a:xfrm>
              <a:off x="2880375" y="2942850"/>
              <a:ext cx="500" cy="16300"/>
            </a:xfrm>
            <a:custGeom>
              <a:avLst/>
              <a:gdLst/>
              <a:ahLst/>
              <a:cxnLst/>
              <a:rect l="l" t="t" r="r" b="b"/>
              <a:pathLst>
                <a:path w="20" h="652" extrusionOk="0">
                  <a:moveTo>
                    <a:pt x="1" y="1"/>
                  </a:moveTo>
                  <a:lnTo>
                    <a:pt x="1" y="652"/>
                  </a:lnTo>
                  <a:lnTo>
                    <a:pt x="19" y="63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2" name="Google Shape;2612;p36"/>
            <p:cNvSpPr/>
            <p:nvPr/>
          </p:nvSpPr>
          <p:spPr>
            <a:xfrm>
              <a:off x="2880850" y="2943325"/>
              <a:ext cx="475" cy="15375"/>
            </a:xfrm>
            <a:custGeom>
              <a:avLst/>
              <a:gdLst/>
              <a:ahLst/>
              <a:cxnLst/>
              <a:rect l="l" t="t" r="r" b="b"/>
              <a:pathLst>
                <a:path w="19" h="615" extrusionOk="0">
                  <a:moveTo>
                    <a:pt x="0" y="0"/>
                  </a:moveTo>
                  <a:lnTo>
                    <a:pt x="0" y="614"/>
                  </a:lnTo>
                  <a:lnTo>
                    <a:pt x="19" y="596"/>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3" name="Google Shape;2613;p36"/>
            <p:cNvSpPr/>
            <p:nvPr/>
          </p:nvSpPr>
          <p:spPr>
            <a:xfrm>
              <a:off x="2881300" y="2943775"/>
              <a:ext cx="500" cy="14450"/>
            </a:xfrm>
            <a:custGeom>
              <a:avLst/>
              <a:gdLst/>
              <a:ahLst/>
              <a:cxnLst/>
              <a:rect l="l" t="t" r="r" b="b"/>
              <a:pathLst>
                <a:path w="20" h="578" extrusionOk="0">
                  <a:moveTo>
                    <a:pt x="1" y="1"/>
                  </a:moveTo>
                  <a:lnTo>
                    <a:pt x="1" y="578"/>
                  </a:lnTo>
                  <a:lnTo>
                    <a:pt x="19" y="54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4" name="Google Shape;2614;p36"/>
            <p:cNvSpPr/>
            <p:nvPr/>
          </p:nvSpPr>
          <p:spPr>
            <a:xfrm>
              <a:off x="2881775" y="2944250"/>
              <a:ext cx="500" cy="13050"/>
            </a:xfrm>
            <a:custGeom>
              <a:avLst/>
              <a:gdLst/>
              <a:ahLst/>
              <a:cxnLst/>
              <a:rect l="l" t="t" r="r" b="b"/>
              <a:pathLst>
                <a:path w="20" h="522" extrusionOk="0">
                  <a:moveTo>
                    <a:pt x="0" y="0"/>
                  </a:moveTo>
                  <a:lnTo>
                    <a:pt x="0" y="522"/>
                  </a:lnTo>
                  <a:lnTo>
                    <a:pt x="19" y="503"/>
                  </a:lnTo>
                  <a:lnTo>
                    <a:pt x="19" y="38"/>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5" name="Google Shape;2615;p36"/>
            <p:cNvSpPr/>
            <p:nvPr/>
          </p:nvSpPr>
          <p:spPr>
            <a:xfrm>
              <a:off x="2882250" y="2945175"/>
              <a:ext cx="950" cy="11650"/>
            </a:xfrm>
            <a:custGeom>
              <a:avLst/>
              <a:gdLst/>
              <a:ahLst/>
              <a:cxnLst/>
              <a:rect l="l" t="t" r="r" b="b"/>
              <a:pathLst>
                <a:path w="38" h="466" extrusionOk="0">
                  <a:moveTo>
                    <a:pt x="0" y="1"/>
                  </a:moveTo>
                  <a:lnTo>
                    <a:pt x="0" y="466"/>
                  </a:lnTo>
                  <a:lnTo>
                    <a:pt x="37" y="447"/>
                  </a:lnTo>
                  <a:lnTo>
                    <a:pt x="37"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6" name="Google Shape;2616;p36"/>
            <p:cNvSpPr/>
            <p:nvPr/>
          </p:nvSpPr>
          <p:spPr>
            <a:xfrm>
              <a:off x="2883175" y="2945650"/>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7" name="Google Shape;2617;p36"/>
            <p:cNvSpPr/>
            <p:nvPr/>
          </p:nvSpPr>
          <p:spPr>
            <a:xfrm>
              <a:off x="2883625" y="2946100"/>
              <a:ext cx="500" cy="9800"/>
            </a:xfrm>
            <a:custGeom>
              <a:avLst/>
              <a:gdLst/>
              <a:ahLst/>
              <a:cxnLst/>
              <a:rect l="l" t="t" r="r" b="b"/>
              <a:pathLst>
                <a:path w="20" h="392" extrusionOk="0">
                  <a:moveTo>
                    <a:pt x="1" y="1"/>
                  </a:moveTo>
                  <a:lnTo>
                    <a:pt x="1" y="392"/>
                  </a:lnTo>
                  <a:lnTo>
                    <a:pt x="20" y="373"/>
                  </a:lnTo>
                  <a:lnTo>
                    <a:pt x="20"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8" name="Google Shape;2618;p36"/>
            <p:cNvSpPr/>
            <p:nvPr/>
          </p:nvSpPr>
          <p:spPr>
            <a:xfrm>
              <a:off x="2884100" y="2946575"/>
              <a:ext cx="500" cy="8875"/>
            </a:xfrm>
            <a:custGeom>
              <a:avLst/>
              <a:gdLst/>
              <a:ahLst/>
              <a:cxnLst/>
              <a:rect l="l" t="t" r="r" b="b"/>
              <a:pathLst>
                <a:path w="20" h="355" extrusionOk="0">
                  <a:moveTo>
                    <a:pt x="1" y="0"/>
                  </a:moveTo>
                  <a:lnTo>
                    <a:pt x="1" y="354"/>
                  </a:lnTo>
                  <a:lnTo>
                    <a:pt x="19" y="33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19" name="Google Shape;2619;p36"/>
            <p:cNvSpPr/>
            <p:nvPr/>
          </p:nvSpPr>
          <p:spPr>
            <a:xfrm>
              <a:off x="2884575" y="2947050"/>
              <a:ext cx="475" cy="7925"/>
            </a:xfrm>
            <a:custGeom>
              <a:avLst/>
              <a:gdLst/>
              <a:ahLst/>
              <a:cxnLst/>
              <a:rect l="l" t="t" r="r" b="b"/>
              <a:pathLst>
                <a:path w="19" h="317" extrusionOk="0">
                  <a:moveTo>
                    <a:pt x="0" y="0"/>
                  </a:moveTo>
                  <a:lnTo>
                    <a:pt x="0" y="316"/>
                  </a:lnTo>
                  <a:lnTo>
                    <a:pt x="19" y="27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0" name="Google Shape;2620;p36"/>
            <p:cNvSpPr/>
            <p:nvPr/>
          </p:nvSpPr>
          <p:spPr>
            <a:xfrm>
              <a:off x="2885025" y="2947500"/>
              <a:ext cx="500" cy="6550"/>
            </a:xfrm>
            <a:custGeom>
              <a:avLst/>
              <a:gdLst/>
              <a:ahLst/>
              <a:cxnLst/>
              <a:rect l="l" t="t" r="r" b="b"/>
              <a:pathLst>
                <a:path w="20" h="262" extrusionOk="0">
                  <a:moveTo>
                    <a:pt x="1" y="1"/>
                  </a:moveTo>
                  <a:lnTo>
                    <a:pt x="1" y="261"/>
                  </a:lnTo>
                  <a:lnTo>
                    <a:pt x="19" y="243"/>
                  </a:lnTo>
                  <a:lnTo>
                    <a:pt x="19"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1" name="Google Shape;2621;p36"/>
            <p:cNvSpPr/>
            <p:nvPr/>
          </p:nvSpPr>
          <p:spPr>
            <a:xfrm>
              <a:off x="2885500" y="2948425"/>
              <a:ext cx="950" cy="5150"/>
            </a:xfrm>
            <a:custGeom>
              <a:avLst/>
              <a:gdLst/>
              <a:ahLst/>
              <a:cxnLst/>
              <a:rect l="l" t="t" r="r" b="b"/>
              <a:pathLst>
                <a:path w="38" h="206" extrusionOk="0">
                  <a:moveTo>
                    <a:pt x="0" y="1"/>
                  </a:moveTo>
                  <a:lnTo>
                    <a:pt x="0" y="206"/>
                  </a:lnTo>
                  <a:lnTo>
                    <a:pt x="38" y="187"/>
                  </a:lnTo>
                  <a:lnTo>
                    <a:pt x="38"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2" name="Google Shape;2622;p36"/>
            <p:cNvSpPr/>
            <p:nvPr/>
          </p:nvSpPr>
          <p:spPr>
            <a:xfrm>
              <a:off x="2886425" y="2948900"/>
              <a:ext cx="500" cy="4225"/>
            </a:xfrm>
            <a:custGeom>
              <a:avLst/>
              <a:gdLst/>
              <a:ahLst/>
              <a:cxnLst/>
              <a:rect l="l" t="t" r="r" b="b"/>
              <a:pathLst>
                <a:path w="20" h="169" extrusionOk="0">
                  <a:moveTo>
                    <a:pt x="1" y="1"/>
                  </a:moveTo>
                  <a:lnTo>
                    <a:pt x="1" y="168"/>
                  </a:lnTo>
                  <a:lnTo>
                    <a:pt x="19" y="149"/>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3" name="Google Shape;2623;p36"/>
            <p:cNvSpPr/>
            <p:nvPr/>
          </p:nvSpPr>
          <p:spPr>
            <a:xfrm>
              <a:off x="2886900" y="2949375"/>
              <a:ext cx="475" cy="3275"/>
            </a:xfrm>
            <a:custGeom>
              <a:avLst/>
              <a:gdLst/>
              <a:ahLst/>
              <a:cxnLst/>
              <a:rect l="l" t="t" r="r" b="b"/>
              <a:pathLst>
                <a:path w="19" h="131" extrusionOk="0">
                  <a:moveTo>
                    <a:pt x="0" y="0"/>
                  </a:moveTo>
                  <a:lnTo>
                    <a:pt x="0" y="130"/>
                  </a:lnTo>
                  <a:lnTo>
                    <a:pt x="19" y="112"/>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4" name="Google Shape;2624;p36"/>
            <p:cNvSpPr/>
            <p:nvPr/>
          </p:nvSpPr>
          <p:spPr>
            <a:xfrm>
              <a:off x="2887350" y="2949825"/>
              <a:ext cx="500" cy="2350"/>
            </a:xfrm>
            <a:custGeom>
              <a:avLst/>
              <a:gdLst/>
              <a:ahLst/>
              <a:cxnLst/>
              <a:rect l="l" t="t" r="r" b="b"/>
              <a:pathLst>
                <a:path w="20" h="94" extrusionOk="0">
                  <a:moveTo>
                    <a:pt x="1" y="1"/>
                  </a:moveTo>
                  <a:lnTo>
                    <a:pt x="1" y="94"/>
                  </a:lnTo>
                  <a:lnTo>
                    <a:pt x="19" y="75"/>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5" name="Google Shape;2625;p36"/>
            <p:cNvSpPr/>
            <p:nvPr/>
          </p:nvSpPr>
          <p:spPr>
            <a:xfrm>
              <a:off x="2887825" y="2950300"/>
              <a:ext cx="500" cy="1425"/>
            </a:xfrm>
            <a:custGeom>
              <a:avLst/>
              <a:gdLst/>
              <a:ahLst/>
              <a:cxnLst/>
              <a:rect l="l" t="t" r="r" b="b"/>
              <a:pathLst>
                <a:path w="20" h="57" extrusionOk="0">
                  <a:moveTo>
                    <a:pt x="0" y="0"/>
                  </a:moveTo>
                  <a:lnTo>
                    <a:pt x="0" y="56"/>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626" name="Google Shape;2626;p36"/>
          <p:cNvSpPr/>
          <p:nvPr/>
        </p:nvSpPr>
        <p:spPr>
          <a:xfrm rot="10800000" flipH="1">
            <a:off x="226657" y="1559642"/>
            <a:ext cx="1143140" cy="1143140"/>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627" name="Google Shape;2627;p36"/>
          <p:cNvGrpSpPr/>
          <p:nvPr/>
        </p:nvGrpSpPr>
        <p:grpSpPr>
          <a:xfrm>
            <a:off x="7849517" y="1781996"/>
            <a:ext cx="2514088" cy="2081645"/>
            <a:chOff x="3573297" y="232872"/>
            <a:chExt cx="5470164" cy="4529254"/>
          </a:xfrm>
        </p:grpSpPr>
        <p:sp>
          <p:nvSpPr>
            <p:cNvPr id="2628" name="Google Shape;2628;p36"/>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29" name="Google Shape;2629;p36"/>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0" name="Google Shape;2630;p36"/>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1" name="Google Shape;2631;p36"/>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2" name="Google Shape;2632;p36"/>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3" name="Google Shape;2633;p36"/>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4" name="Google Shape;2634;p36"/>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5" name="Google Shape;2635;p36"/>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6" name="Google Shape;2636;p36"/>
            <p:cNvSpPr/>
            <p:nvPr/>
          </p:nvSpPr>
          <p:spPr>
            <a:xfrm>
              <a:off x="7064427" y="2439737"/>
              <a:ext cx="2817" cy="8028"/>
            </a:xfrm>
            <a:custGeom>
              <a:avLst/>
              <a:gdLst/>
              <a:ahLst/>
              <a:cxnLst/>
              <a:rect l="l" t="t" r="r" b="b"/>
              <a:pathLst>
                <a:path w="20" h="57" extrusionOk="0">
                  <a:moveTo>
                    <a:pt x="19" y="0"/>
                  </a:moveTo>
                  <a:lnTo>
                    <a:pt x="1" y="19"/>
                  </a:lnTo>
                  <a:lnTo>
                    <a:pt x="19" y="56"/>
                  </a:lnTo>
                  <a:lnTo>
                    <a:pt x="19"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7" name="Google Shape;2637;p36"/>
            <p:cNvSpPr/>
            <p:nvPr/>
          </p:nvSpPr>
          <p:spPr>
            <a:xfrm>
              <a:off x="7067102" y="2437061"/>
              <a:ext cx="5352" cy="13238"/>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8" name="Google Shape;2638;p36"/>
            <p:cNvSpPr/>
            <p:nvPr/>
          </p:nvSpPr>
          <p:spPr>
            <a:xfrm>
              <a:off x="7072313" y="2434526"/>
              <a:ext cx="2817" cy="18449"/>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39" name="Google Shape;2639;p36"/>
            <p:cNvSpPr/>
            <p:nvPr/>
          </p:nvSpPr>
          <p:spPr>
            <a:xfrm>
              <a:off x="7074989" y="2431850"/>
              <a:ext cx="2676" cy="23801"/>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40" name="Google Shape;2640;p36"/>
            <p:cNvSpPr/>
            <p:nvPr/>
          </p:nvSpPr>
          <p:spPr>
            <a:xfrm>
              <a:off x="7077524" y="2429174"/>
              <a:ext cx="2817" cy="29012"/>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41" name="Google Shape;2641;p36"/>
            <p:cNvSpPr/>
            <p:nvPr/>
          </p:nvSpPr>
          <p:spPr>
            <a:xfrm>
              <a:off x="7080200" y="2423963"/>
              <a:ext cx="2676" cy="36899"/>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258486179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only 6">
  <p:cSld name="Title only 6">
    <p:spTree>
      <p:nvGrpSpPr>
        <p:cNvPr id="1" name="Shape 2642"/>
        <p:cNvGrpSpPr/>
        <p:nvPr/>
      </p:nvGrpSpPr>
      <p:grpSpPr>
        <a:xfrm>
          <a:off x="0" y="0"/>
          <a:ext cx="0" cy="0"/>
          <a:chOff x="0" y="0"/>
          <a:chExt cx="0" cy="0"/>
        </a:xfrm>
      </p:grpSpPr>
      <p:grpSp>
        <p:nvGrpSpPr>
          <p:cNvPr id="2643" name="Google Shape;2643;p37"/>
          <p:cNvGrpSpPr/>
          <p:nvPr/>
        </p:nvGrpSpPr>
        <p:grpSpPr>
          <a:xfrm flipH="1">
            <a:off x="5348310" y="-1350863"/>
            <a:ext cx="2872292" cy="2378232"/>
            <a:chOff x="2210400" y="2558550"/>
            <a:chExt cx="971025" cy="804000"/>
          </a:xfrm>
        </p:grpSpPr>
        <p:sp>
          <p:nvSpPr>
            <p:cNvPr id="2644" name="Google Shape;2644;p3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45" name="Google Shape;2645;p3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46" name="Google Shape;2646;p3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47" name="Google Shape;2647;p3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48" name="Google Shape;2648;p3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49" name="Google Shape;2649;p3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0" name="Google Shape;2650;p3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1" name="Google Shape;2651;p3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652" name="Google Shape;2652;p37"/>
          <p:cNvGrpSpPr/>
          <p:nvPr/>
        </p:nvGrpSpPr>
        <p:grpSpPr>
          <a:xfrm flipH="1">
            <a:off x="7286085" y="-251386"/>
            <a:ext cx="2872823" cy="2439739"/>
            <a:chOff x="4665875" y="2808650"/>
            <a:chExt cx="993850" cy="844025"/>
          </a:xfrm>
        </p:grpSpPr>
        <p:sp>
          <p:nvSpPr>
            <p:cNvPr id="2653" name="Google Shape;2653;p37"/>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4" name="Google Shape;2654;p37"/>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5" name="Google Shape;2655;p37"/>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6" name="Google Shape;2656;p37"/>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7" name="Google Shape;2657;p37"/>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8" name="Google Shape;2658;p37"/>
            <p:cNvSpPr/>
            <p:nvPr/>
          </p:nvSpPr>
          <p:spPr>
            <a:xfrm>
              <a:off x="4915725" y="3008700"/>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59" name="Google Shape;2659;p37"/>
            <p:cNvSpPr/>
            <p:nvPr/>
          </p:nvSpPr>
          <p:spPr>
            <a:xfrm>
              <a:off x="4982725" y="3075700"/>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660" name="Google Shape;2660;p37"/>
          <p:cNvSpPr/>
          <p:nvPr/>
        </p:nvSpPr>
        <p:spPr>
          <a:xfrm>
            <a:off x="-633234" y="4480418"/>
            <a:ext cx="1260859" cy="1260859"/>
          </a:xfrm>
          <a:custGeom>
            <a:avLst/>
            <a:gdLst/>
            <a:ahLst/>
            <a:cxnLst/>
            <a:rect l="l" t="t" r="r" b="b"/>
            <a:pathLst>
              <a:path w="12657" h="12657" extrusionOk="0">
                <a:moveTo>
                  <a:pt x="6329" y="1"/>
                </a:moveTo>
                <a:lnTo>
                  <a:pt x="1" y="6328"/>
                </a:lnTo>
                <a:lnTo>
                  <a:pt x="6329" y="12656"/>
                </a:lnTo>
                <a:lnTo>
                  <a:pt x="12656" y="6328"/>
                </a:lnTo>
                <a:lnTo>
                  <a:pt x="632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661" name="Google Shape;2661;p37"/>
          <p:cNvGrpSpPr/>
          <p:nvPr/>
        </p:nvGrpSpPr>
        <p:grpSpPr>
          <a:xfrm>
            <a:off x="-157629" y="4575200"/>
            <a:ext cx="1162705" cy="962710"/>
            <a:chOff x="2210400" y="2558550"/>
            <a:chExt cx="971025" cy="804000"/>
          </a:xfrm>
        </p:grpSpPr>
        <p:sp>
          <p:nvSpPr>
            <p:cNvPr id="2662" name="Google Shape;2662;p3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3" name="Google Shape;2663;p3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4" name="Google Shape;2664;p3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5" name="Google Shape;2665;p3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6" name="Google Shape;2666;p3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7" name="Google Shape;2667;p3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8" name="Google Shape;2668;p3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69" name="Google Shape;2669;p3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670" name="Google Shape;2670;p37"/>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extLst>
      <p:ext uri="{BB962C8B-B14F-4D97-AF65-F5344CB8AC3E}">
        <p14:creationId xmlns:p14="http://schemas.microsoft.com/office/powerpoint/2010/main" val="36685656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only 7">
  <p:cSld name="Title only 7">
    <p:spTree>
      <p:nvGrpSpPr>
        <p:cNvPr id="1" name="Shape 2671"/>
        <p:cNvGrpSpPr/>
        <p:nvPr/>
      </p:nvGrpSpPr>
      <p:grpSpPr>
        <a:xfrm>
          <a:off x="0" y="0"/>
          <a:ext cx="0" cy="0"/>
          <a:chOff x="0" y="0"/>
          <a:chExt cx="0" cy="0"/>
        </a:xfrm>
      </p:grpSpPr>
      <p:sp>
        <p:nvSpPr>
          <p:cNvPr id="2672" name="Google Shape;2672;p38"/>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2673" name="Google Shape;2673;p38"/>
          <p:cNvGrpSpPr/>
          <p:nvPr/>
        </p:nvGrpSpPr>
        <p:grpSpPr>
          <a:xfrm>
            <a:off x="-406515" y="2667924"/>
            <a:ext cx="2872292" cy="2378232"/>
            <a:chOff x="2210400" y="2558550"/>
            <a:chExt cx="971025" cy="804000"/>
          </a:xfrm>
        </p:grpSpPr>
        <p:sp>
          <p:nvSpPr>
            <p:cNvPr id="2674" name="Google Shape;2674;p3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75" name="Google Shape;2675;p3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76" name="Google Shape;2676;p3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77" name="Google Shape;2677;p3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78" name="Google Shape;2678;p3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79" name="Google Shape;2679;p3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80" name="Google Shape;2680;p3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81" name="Google Shape;2681;p3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682" name="Google Shape;2682;p38"/>
          <p:cNvSpPr/>
          <p:nvPr/>
        </p:nvSpPr>
        <p:spPr>
          <a:xfrm>
            <a:off x="-120163" y="3013229"/>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683" name="Google Shape;2683;p38"/>
          <p:cNvGrpSpPr/>
          <p:nvPr/>
        </p:nvGrpSpPr>
        <p:grpSpPr>
          <a:xfrm>
            <a:off x="-212688" y="1728454"/>
            <a:ext cx="1162531" cy="1161127"/>
            <a:chOff x="2651171" y="2397773"/>
            <a:chExt cx="2099568" cy="2097033"/>
          </a:xfrm>
        </p:grpSpPr>
        <p:sp>
          <p:nvSpPr>
            <p:cNvPr id="2684" name="Google Shape;2684;p38"/>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85" name="Google Shape;2685;p38"/>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686" name="Google Shape;2686;p38"/>
          <p:cNvGrpSpPr/>
          <p:nvPr/>
        </p:nvGrpSpPr>
        <p:grpSpPr>
          <a:xfrm flipH="1">
            <a:off x="7001242" y="-607438"/>
            <a:ext cx="3462093" cy="2866582"/>
            <a:chOff x="2210400" y="2558550"/>
            <a:chExt cx="971025" cy="804000"/>
          </a:xfrm>
        </p:grpSpPr>
        <p:sp>
          <p:nvSpPr>
            <p:cNvPr id="2687" name="Google Shape;2687;p3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88" name="Google Shape;2688;p3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89" name="Google Shape;2689;p3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0" name="Google Shape;2690;p3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1" name="Google Shape;2691;p3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2" name="Google Shape;2692;p3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3" name="Google Shape;2693;p3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4" name="Google Shape;2694;p3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695" name="Google Shape;2695;p38"/>
          <p:cNvGrpSpPr/>
          <p:nvPr/>
        </p:nvGrpSpPr>
        <p:grpSpPr>
          <a:xfrm>
            <a:off x="7001242" y="-1923288"/>
            <a:ext cx="3462093" cy="2866582"/>
            <a:chOff x="2210400" y="2558550"/>
            <a:chExt cx="971025" cy="804000"/>
          </a:xfrm>
        </p:grpSpPr>
        <p:sp>
          <p:nvSpPr>
            <p:cNvPr id="2696" name="Google Shape;2696;p3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7" name="Google Shape;2697;p3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8" name="Google Shape;2698;p3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99" name="Google Shape;2699;p3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00" name="Google Shape;2700;p3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01" name="Google Shape;2701;p3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02" name="Google Shape;2702;p3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03" name="Google Shape;2703;p3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16423606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8">
  <p:cSld name="Title only 8">
    <p:spTree>
      <p:nvGrpSpPr>
        <p:cNvPr id="1" name="Shape 2704"/>
        <p:cNvGrpSpPr/>
        <p:nvPr/>
      </p:nvGrpSpPr>
      <p:grpSpPr>
        <a:xfrm>
          <a:off x="0" y="0"/>
          <a:ext cx="0" cy="0"/>
          <a:chOff x="0" y="0"/>
          <a:chExt cx="0" cy="0"/>
        </a:xfrm>
      </p:grpSpPr>
      <p:grpSp>
        <p:nvGrpSpPr>
          <p:cNvPr id="2705" name="Google Shape;2705;p39"/>
          <p:cNvGrpSpPr/>
          <p:nvPr/>
        </p:nvGrpSpPr>
        <p:grpSpPr>
          <a:xfrm flipH="1">
            <a:off x="-1132828" y="4229014"/>
            <a:ext cx="2872823" cy="2439739"/>
            <a:chOff x="4665875" y="2808650"/>
            <a:chExt cx="993850" cy="844025"/>
          </a:xfrm>
        </p:grpSpPr>
        <p:sp>
          <p:nvSpPr>
            <p:cNvPr id="2706" name="Google Shape;2706;p39"/>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07" name="Google Shape;2707;p39"/>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08" name="Google Shape;2708;p39"/>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09" name="Google Shape;2709;p39"/>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0" name="Google Shape;2710;p39"/>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1" name="Google Shape;2711;p39"/>
            <p:cNvSpPr/>
            <p:nvPr/>
          </p:nvSpPr>
          <p:spPr>
            <a:xfrm>
              <a:off x="4915725" y="3008700"/>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2" name="Google Shape;2712;p39"/>
            <p:cNvSpPr/>
            <p:nvPr/>
          </p:nvSpPr>
          <p:spPr>
            <a:xfrm>
              <a:off x="4982725" y="3075700"/>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713" name="Google Shape;2713;p39"/>
          <p:cNvGrpSpPr/>
          <p:nvPr/>
        </p:nvGrpSpPr>
        <p:grpSpPr>
          <a:xfrm rot="10800000" flipH="1">
            <a:off x="6655329" y="-930979"/>
            <a:ext cx="3039902" cy="2940963"/>
            <a:chOff x="5440750" y="1669400"/>
            <a:chExt cx="971525" cy="939875"/>
          </a:xfrm>
        </p:grpSpPr>
        <p:sp>
          <p:nvSpPr>
            <p:cNvPr id="2714" name="Google Shape;2714;p39"/>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5" name="Google Shape;2715;p39"/>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6" name="Google Shape;2716;p39"/>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7" name="Google Shape;2717;p39"/>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8" name="Google Shape;2718;p39"/>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19" name="Google Shape;2719;p39"/>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0" name="Google Shape;2720;p39"/>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1" name="Google Shape;2721;p39"/>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2" name="Google Shape;2722;p39"/>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3" name="Google Shape;2723;p39"/>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4" name="Google Shape;2724;p39"/>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5" name="Google Shape;2725;p39"/>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6" name="Google Shape;2726;p39"/>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7" name="Google Shape;2727;p39"/>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8" name="Google Shape;2728;p39"/>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29" name="Google Shape;2729;p39"/>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0" name="Google Shape;2730;p39"/>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1" name="Google Shape;2731;p39"/>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2" name="Google Shape;2732;p39"/>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3" name="Google Shape;2733;p39"/>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4" name="Google Shape;2734;p39"/>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5" name="Google Shape;2735;p39"/>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6" name="Google Shape;2736;p39"/>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7" name="Google Shape;2737;p39"/>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8" name="Google Shape;2738;p39"/>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9" name="Google Shape;2739;p39"/>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0" name="Google Shape;2740;p39"/>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1" name="Google Shape;2741;p39"/>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2" name="Google Shape;2742;p39"/>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3" name="Google Shape;2743;p39"/>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4" name="Google Shape;2744;p39"/>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5" name="Google Shape;2745;p39"/>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6" name="Google Shape;2746;p39"/>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7" name="Google Shape;2747;p39"/>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8" name="Google Shape;2748;p39"/>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9" name="Google Shape;2749;p39"/>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0" name="Google Shape;2750;p39"/>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1" name="Google Shape;2751;p39"/>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2" name="Google Shape;2752;p39"/>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3" name="Google Shape;2753;p39"/>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4" name="Google Shape;2754;p39"/>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5" name="Google Shape;2755;p39"/>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6" name="Google Shape;2756;p39"/>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7" name="Google Shape;2757;p39"/>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8" name="Google Shape;2758;p39"/>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59" name="Google Shape;2759;p39"/>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0" name="Google Shape;2760;p39"/>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1" name="Google Shape;2761;p39"/>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2" name="Google Shape;2762;p39"/>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3" name="Google Shape;2763;p39"/>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4" name="Google Shape;2764;p39"/>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5" name="Google Shape;2765;p39"/>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6" name="Google Shape;2766;p39"/>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7" name="Google Shape;2767;p39"/>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8" name="Google Shape;2768;p39"/>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69" name="Google Shape;2769;p39"/>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0" name="Google Shape;2770;p39"/>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1" name="Google Shape;2771;p39"/>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2" name="Google Shape;2772;p39"/>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3" name="Google Shape;2773;p39"/>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4" name="Google Shape;2774;p39"/>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5" name="Google Shape;2775;p39"/>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6" name="Google Shape;2776;p39"/>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7" name="Google Shape;2777;p39"/>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8" name="Google Shape;2778;p39"/>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9" name="Google Shape;2779;p39"/>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0" name="Google Shape;2780;p39"/>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1" name="Google Shape;2781;p39"/>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2" name="Google Shape;2782;p39"/>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3" name="Google Shape;2783;p39"/>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4" name="Google Shape;2784;p39"/>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5" name="Google Shape;2785;p39"/>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6" name="Google Shape;2786;p39"/>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7" name="Google Shape;2787;p39"/>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8" name="Google Shape;2788;p39"/>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9" name="Google Shape;2789;p39"/>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0" name="Google Shape;2790;p39"/>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1" name="Google Shape;2791;p39"/>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2" name="Google Shape;2792;p39"/>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3" name="Google Shape;2793;p39"/>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4" name="Google Shape;2794;p39"/>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5" name="Google Shape;2795;p39"/>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6" name="Google Shape;2796;p39"/>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7" name="Google Shape;2797;p39"/>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8" name="Google Shape;2798;p39"/>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99" name="Google Shape;2799;p39"/>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0" name="Google Shape;2800;p39"/>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1" name="Google Shape;2801;p39"/>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2" name="Google Shape;2802;p39"/>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3" name="Google Shape;2803;p39"/>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4" name="Google Shape;2804;p39"/>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5" name="Google Shape;2805;p39"/>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6" name="Google Shape;2806;p39"/>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7" name="Google Shape;2807;p39"/>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8" name="Google Shape;2808;p39"/>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09" name="Google Shape;2809;p39"/>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0" name="Google Shape;2810;p39"/>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1" name="Google Shape;2811;p39"/>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2" name="Google Shape;2812;p39"/>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3" name="Google Shape;2813;p39"/>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4" name="Google Shape;2814;p39"/>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5" name="Google Shape;2815;p39"/>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6" name="Google Shape;2816;p39"/>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7" name="Google Shape;2817;p39"/>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8" name="Google Shape;2818;p39"/>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19" name="Google Shape;2819;p39"/>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0" name="Google Shape;2820;p39"/>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1" name="Google Shape;2821;p39"/>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2" name="Google Shape;2822;p39"/>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3" name="Google Shape;2823;p39"/>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4" name="Google Shape;2824;p39"/>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5" name="Google Shape;2825;p39"/>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6" name="Google Shape;2826;p39"/>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7" name="Google Shape;2827;p39"/>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8" name="Google Shape;2828;p39"/>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29" name="Google Shape;2829;p39"/>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30" name="Google Shape;2830;p39"/>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31" name="Google Shape;2831;p39"/>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32" name="Google Shape;2832;p39"/>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833" name="Google Shape;2833;p39"/>
          <p:cNvGrpSpPr/>
          <p:nvPr/>
        </p:nvGrpSpPr>
        <p:grpSpPr>
          <a:xfrm flipH="1">
            <a:off x="8104285" y="1416237"/>
            <a:ext cx="2872292" cy="2378232"/>
            <a:chOff x="2210400" y="2558550"/>
            <a:chExt cx="971025" cy="804000"/>
          </a:xfrm>
        </p:grpSpPr>
        <p:sp>
          <p:nvSpPr>
            <p:cNvPr id="2834" name="Google Shape;2834;p39"/>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35" name="Google Shape;2835;p39"/>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36" name="Google Shape;2836;p39"/>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37" name="Google Shape;2837;p39"/>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38" name="Google Shape;2838;p39"/>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39" name="Google Shape;2839;p39"/>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40" name="Google Shape;2840;p39"/>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41" name="Google Shape;2841;p39"/>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842" name="Google Shape;2842;p39"/>
          <p:cNvSpPr/>
          <p:nvPr/>
        </p:nvSpPr>
        <p:spPr>
          <a:xfrm>
            <a:off x="8275080" y="645579"/>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843" name="Google Shape;2843;p39"/>
          <p:cNvGrpSpPr/>
          <p:nvPr/>
        </p:nvGrpSpPr>
        <p:grpSpPr>
          <a:xfrm>
            <a:off x="8338699" y="3631379"/>
            <a:ext cx="1162531" cy="1161127"/>
            <a:chOff x="2651171" y="2397773"/>
            <a:chExt cx="2099568" cy="2097033"/>
          </a:xfrm>
        </p:grpSpPr>
        <p:sp>
          <p:nvSpPr>
            <p:cNvPr id="2844" name="Google Shape;2844;p39"/>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45" name="Google Shape;2845;p39"/>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846" name="Google Shape;2846;p39"/>
          <p:cNvSpPr/>
          <p:nvPr/>
        </p:nvSpPr>
        <p:spPr>
          <a:xfrm flipH="1">
            <a:off x="7466496" y="-478036"/>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47" name="Google Shape;2847;p39"/>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extLst>
      <p:ext uri="{BB962C8B-B14F-4D97-AF65-F5344CB8AC3E}">
        <p14:creationId xmlns:p14="http://schemas.microsoft.com/office/powerpoint/2010/main" val="4381548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only 9">
  <p:cSld name="Title only 9">
    <p:spTree>
      <p:nvGrpSpPr>
        <p:cNvPr id="1" name="Shape 2848"/>
        <p:cNvGrpSpPr/>
        <p:nvPr/>
      </p:nvGrpSpPr>
      <p:grpSpPr>
        <a:xfrm>
          <a:off x="0" y="0"/>
          <a:ext cx="0" cy="0"/>
          <a:chOff x="0" y="0"/>
          <a:chExt cx="0" cy="0"/>
        </a:xfrm>
      </p:grpSpPr>
      <p:grpSp>
        <p:nvGrpSpPr>
          <p:cNvPr id="2849" name="Google Shape;2849;p40"/>
          <p:cNvGrpSpPr/>
          <p:nvPr/>
        </p:nvGrpSpPr>
        <p:grpSpPr>
          <a:xfrm flipH="1">
            <a:off x="7000981" y="-297378"/>
            <a:ext cx="2216073" cy="1834889"/>
            <a:chOff x="2210400" y="2558550"/>
            <a:chExt cx="971025" cy="804000"/>
          </a:xfrm>
        </p:grpSpPr>
        <p:sp>
          <p:nvSpPr>
            <p:cNvPr id="2850" name="Google Shape;2850;p40"/>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51" name="Google Shape;2851;p40"/>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52" name="Google Shape;2852;p40"/>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53" name="Google Shape;2853;p40"/>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54" name="Google Shape;2854;p40"/>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55" name="Google Shape;2855;p40"/>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56" name="Google Shape;2856;p40"/>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57" name="Google Shape;2857;p40"/>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858" name="Google Shape;2858;p40"/>
          <p:cNvGrpSpPr/>
          <p:nvPr/>
        </p:nvGrpSpPr>
        <p:grpSpPr>
          <a:xfrm flipH="1">
            <a:off x="6695833" y="172716"/>
            <a:ext cx="849275" cy="848250"/>
            <a:chOff x="2651171" y="2397773"/>
            <a:chExt cx="2099568" cy="2097033"/>
          </a:xfrm>
        </p:grpSpPr>
        <p:sp>
          <p:nvSpPr>
            <p:cNvPr id="2859" name="Google Shape;2859;p40"/>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0" name="Google Shape;2860;p40"/>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861" name="Google Shape;2861;p40"/>
          <p:cNvGrpSpPr/>
          <p:nvPr/>
        </p:nvGrpSpPr>
        <p:grpSpPr>
          <a:xfrm>
            <a:off x="-2918240" y="470505"/>
            <a:ext cx="4015313" cy="3884503"/>
            <a:chOff x="5440750" y="1669400"/>
            <a:chExt cx="971525" cy="939875"/>
          </a:xfrm>
        </p:grpSpPr>
        <p:sp>
          <p:nvSpPr>
            <p:cNvPr id="2862" name="Google Shape;2862;p40"/>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3" name="Google Shape;2863;p40"/>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4" name="Google Shape;2864;p40"/>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5" name="Google Shape;2865;p40"/>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6" name="Google Shape;2866;p40"/>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7" name="Google Shape;2867;p40"/>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8" name="Google Shape;2868;p40"/>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9" name="Google Shape;2869;p40"/>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0" name="Google Shape;2870;p40"/>
            <p:cNvSpPr/>
            <p:nvPr/>
          </p:nvSpPr>
          <p:spPr>
            <a:xfrm>
              <a:off x="6204849" y="1860282"/>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1" name="Google Shape;2871;p40"/>
            <p:cNvSpPr/>
            <p:nvPr/>
          </p:nvSpPr>
          <p:spPr>
            <a:xfrm>
              <a:off x="6199274" y="1854707"/>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2" name="Google Shape;2872;p40"/>
            <p:cNvSpPr/>
            <p:nvPr/>
          </p:nvSpPr>
          <p:spPr>
            <a:xfrm>
              <a:off x="6227649" y="1883082"/>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3" name="Google Shape;2873;p40"/>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4" name="Google Shape;2874;p40"/>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5" name="Google Shape;2875;p40"/>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6" name="Google Shape;2876;p40"/>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7" name="Google Shape;2877;p40"/>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8" name="Google Shape;2878;p40"/>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79" name="Google Shape;2879;p40"/>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0" name="Google Shape;2880;p40"/>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1" name="Google Shape;2881;p40"/>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2" name="Google Shape;2882;p40"/>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3" name="Google Shape;2883;p40"/>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4" name="Google Shape;2884;p40"/>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5" name="Google Shape;2885;p40"/>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6" name="Google Shape;2886;p40"/>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7" name="Google Shape;2887;p40"/>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8" name="Google Shape;2888;p40"/>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89" name="Google Shape;2889;p40"/>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0" name="Google Shape;2890;p40"/>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1" name="Google Shape;2891;p40"/>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2" name="Google Shape;2892;p40"/>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3" name="Google Shape;2893;p40"/>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4" name="Google Shape;2894;p40"/>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5" name="Google Shape;2895;p40"/>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6" name="Google Shape;2896;p40"/>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7" name="Google Shape;2897;p40"/>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8" name="Google Shape;2898;p40"/>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99" name="Google Shape;2899;p40"/>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0" name="Google Shape;2900;p40"/>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1" name="Google Shape;2901;p40"/>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2" name="Google Shape;2902;p40"/>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3" name="Google Shape;2903;p40"/>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4" name="Google Shape;2904;p40"/>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5" name="Google Shape;2905;p40"/>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6" name="Google Shape;2906;p40"/>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7" name="Google Shape;2907;p40"/>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8" name="Google Shape;2908;p40"/>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09" name="Google Shape;2909;p40"/>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0" name="Google Shape;2910;p40"/>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1" name="Google Shape;2911;p40"/>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2" name="Google Shape;2912;p40"/>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3" name="Google Shape;2913;p40"/>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4" name="Google Shape;2914;p40"/>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5" name="Google Shape;2915;p40"/>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6" name="Google Shape;2916;p40"/>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7" name="Google Shape;2917;p40"/>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8" name="Google Shape;2918;p40"/>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19" name="Google Shape;2919;p40"/>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20" name="Google Shape;2920;p40"/>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21" name="Google Shape;2921;p40"/>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22" name="Google Shape;2922;p40"/>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23" name="Google Shape;2923;p40"/>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24" name="Google Shape;2924;p40"/>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25" name="Google Shape;2925;p40"/>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26" name="Google Shape;2926;p40"/>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27" name="Google Shape;2927;p40"/>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28" name="Google Shape;2928;p40"/>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29" name="Google Shape;2929;p40"/>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30" name="Google Shape;2930;p40"/>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31" name="Google Shape;2931;p40"/>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32" name="Google Shape;2932;p40"/>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33" name="Google Shape;2933;p40"/>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34" name="Google Shape;2934;p40"/>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35" name="Google Shape;2935;p40"/>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36" name="Google Shape;2936;p40"/>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37" name="Google Shape;2937;p40"/>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38" name="Google Shape;2938;p40"/>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39" name="Google Shape;2939;p40"/>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0" name="Google Shape;2940;p40"/>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1" name="Google Shape;2941;p40"/>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2" name="Google Shape;2942;p40"/>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3" name="Google Shape;2943;p40"/>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4" name="Google Shape;2944;p40"/>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5" name="Google Shape;2945;p40"/>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6" name="Google Shape;2946;p40"/>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7" name="Google Shape;2947;p40"/>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8" name="Google Shape;2948;p40"/>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49" name="Google Shape;2949;p40"/>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0" name="Google Shape;2950;p40"/>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1" name="Google Shape;2951;p40"/>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2" name="Google Shape;2952;p40"/>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3" name="Google Shape;2953;p40"/>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4" name="Google Shape;2954;p40"/>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5" name="Google Shape;2955;p40"/>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6" name="Google Shape;2956;p40"/>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7" name="Google Shape;2957;p40"/>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8" name="Google Shape;2958;p40"/>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59" name="Google Shape;2959;p40"/>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0" name="Google Shape;2960;p40"/>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1" name="Google Shape;2961;p40"/>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2" name="Google Shape;2962;p40"/>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3" name="Google Shape;2963;p40"/>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4" name="Google Shape;2964;p40"/>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5" name="Google Shape;2965;p40"/>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6" name="Google Shape;2966;p40"/>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7" name="Google Shape;2967;p40"/>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8" name="Google Shape;2968;p40"/>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69" name="Google Shape;2969;p40"/>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70" name="Google Shape;2970;p40"/>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71" name="Google Shape;2971;p40"/>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72" name="Google Shape;2972;p40"/>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73" name="Google Shape;2973;p40"/>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74" name="Google Shape;2974;p40"/>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75" name="Google Shape;2975;p40"/>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76" name="Google Shape;2976;p40"/>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77" name="Google Shape;2977;p40"/>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78" name="Google Shape;2978;p40"/>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79" name="Google Shape;2979;p40"/>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80" name="Google Shape;2980;p40"/>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981" name="Google Shape;2981;p40"/>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2982" name="Google Shape;2982;p40"/>
          <p:cNvGrpSpPr/>
          <p:nvPr/>
        </p:nvGrpSpPr>
        <p:grpSpPr>
          <a:xfrm>
            <a:off x="7935455" y="446005"/>
            <a:ext cx="347099" cy="348120"/>
            <a:chOff x="6204849" y="1860282"/>
            <a:chExt cx="150775" cy="151225"/>
          </a:xfrm>
        </p:grpSpPr>
        <p:sp>
          <p:nvSpPr>
            <p:cNvPr id="2983" name="Google Shape;2983;p40"/>
            <p:cNvSpPr/>
            <p:nvPr/>
          </p:nvSpPr>
          <p:spPr>
            <a:xfrm>
              <a:off x="6204849" y="1860282"/>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84" name="Google Shape;2984;p40"/>
            <p:cNvSpPr/>
            <p:nvPr/>
          </p:nvSpPr>
          <p:spPr>
            <a:xfrm>
              <a:off x="6227649" y="1883082"/>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16835120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10">
  <p:cSld name="Title only 10">
    <p:spTree>
      <p:nvGrpSpPr>
        <p:cNvPr id="1" name="Shape 2985"/>
        <p:cNvGrpSpPr/>
        <p:nvPr/>
      </p:nvGrpSpPr>
      <p:grpSpPr>
        <a:xfrm>
          <a:off x="0" y="0"/>
          <a:ext cx="0" cy="0"/>
          <a:chOff x="0" y="0"/>
          <a:chExt cx="0" cy="0"/>
        </a:xfrm>
      </p:grpSpPr>
      <p:sp>
        <p:nvSpPr>
          <p:cNvPr id="2986" name="Google Shape;2986;p41"/>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2987" name="Google Shape;2987;p41"/>
          <p:cNvGrpSpPr/>
          <p:nvPr/>
        </p:nvGrpSpPr>
        <p:grpSpPr>
          <a:xfrm>
            <a:off x="7508360" y="3749587"/>
            <a:ext cx="2872292" cy="2378232"/>
            <a:chOff x="2210400" y="2558550"/>
            <a:chExt cx="971025" cy="804000"/>
          </a:xfrm>
        </p:grpSpPr>
        <p:sp>
          <p:nvSpPr>
            <p:cNvPr id="2988" name="Google Shape;2988;p41"/>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89" name="Google Shape;2989;p41"/>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90" name="Google Shape;2990;p41"/>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91" name="Google Shape;2991;p41"/>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92" name="Google Shape;2992;p41"/>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93" name="Google Shape;2993;p41"/>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94" name="Google Shape;2994;p41"/>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95" name="Google Shape;2995;p41"/>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996" name="Google Shape;2996;p41"/>
          <p:cNvGrpSpPr/>
          <p:nvPr/>
        </p:nvGrpSpPr>
        <p:grpSpPr>
          <a:xfrm>
            <a:off x="-351215" y="4183231"/>
            <a:ext cx="1142271" cy="1145681"/>
            <a:chOff x="6167975" y="2118400"/>
            <a:chExt cx="150775" cy="151225"/>
          </a:xfrm>
        </p:grpSpPr>
        <p:sp>
          <p:nvSpPr>
            <p:cNvPr id="2997" name="Google Shape;2997;p41"/>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98" name="Google Shape;2998;p41"/>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999" name="Google Shape;2999;p41"/>
          <p:cNvGrpSpPr/>
          <p:nvPr/>
        </p:nvGrpSpPr>
        <p:grpSpPr>
          <a:xfrm>
            <a:off x="-458351" y="3512654"/>
            <a:ext cx="1162531" cy="1161127"/>
            <a:chOff x="2651171" y="2397773"/>
            <a:chExt cx="2099568" cy="2097033"/>
          </a:xfrm>
        </p:grpSpPr>
        <p:sp>
          <p:nvSpPr>
            <p:cNvPr id="3000" name="Google Shape;3000;p41"/>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01" name="Google Shape;3001;p41"/>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002" name="Google Shape;3002;p41"/>
          <p:cNvSpPr/>
          <p:nvPr/>
        </p:nvSpPr>
        <p:spPr>
          <a:xfrm>
            <a:off x="8316930" y="151129"/>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03" name="Google Shape;3003;p41"/>
          <p:cNvSpPr/>
          <p:nvPr/>
        </p:nvSpPr>
        <p:spPr>
          <a:xfrm flipH="1">
            <a:off x="7508346" y="-117482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3621880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only 11">
  <p:cSld name="Title only 11">
    <p:spTree>
      <p:nvGrpSpPr>
        <p:cNvPr id="1" name="Shape 3004"/>
        <p:cNvGrpSpPr/>
        <p:nvPr/>
      </p:nvGrpSpPr>
      <p:grpSpPr>
        <a:xfrm>
          <a:off x="0" y="0"/>
          <a:ext cx="0" cy="0"/>
          <a:chOff x="0" y="0"/>
          <a:chExt cx="0" cy="0"/>
        </a:xfrm>
      </p:grpSpPr>
      <p:grpSp>
        <p:nvGrpSpPr>
          <p:cNvPr id="3005" name="Google Shape;3005;p42"/>
          <p:cNvGrpSpPr/>
          <p:nvPr/>
        </p:nvGrpSpPr>
        <p:grpSpPr>
          <a:xfrm>
            <a:off x="-1805843" y="2671162"/>
            <a:ext cx="3525470" cy="3874833"/>
            <a:chOff x="5440750" y="1541475"/>
            <a:chExt cx="971525" cy="1067800"/>
          </a:xfrm>
        </p:grpSpPr>
        <p:sp>
          <p:nvSpPr>
            <p:cNvPr id="3006" name="Google Shape;3006;p42"/>
            <p:cNvSpPr/>
            <p:nvPr/>
          </p:nvSpPr>
          <p:spPr>
            <a:xfrm>
              <a:off x="5853925" y="1541475"/>
              <a:ext cx="309425" cy="309425"/>
            </a:xfrm>
            <a:custGeom>
              <a:avLst/>
              <a:gdLst/>
              <a:ahLst/>
              <a:cxnLst/>
              <a:rect l="l" t="t" r="r" b="b"/>
              <a:pathLst>
                <a:path w="12377" h="12377" extrusionOk="0">
                  <a:moveTo>
                    <a:pt x="6179" y="0"/>
                  </a:moveTo>
                  <a:lnTo>
                    <a:pt x="0" y="6197"/>
                  </a:lnTo>
                  <a:lnTo>
                    <a:pt x="6179" y="12376"/>
                  </a:lnTo>
                  <a:lnTo>
                    <a:pt x="12376" y="6197"/>
                  </a:lnTo>
                  <a:lnTo>
                    <a:pt x="6179"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07" name="Google Shape;3007;p42"/>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08" name="Google Shape;3008;p42"/>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09" name="Google Shape;3009;p42"/>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10" name="Google Shape;3010;p42"/>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11" name="Google Shape;3011;p42"/>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12" name="Google Shape;3012;p42"/>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13" name="Google Shape;3013;p42"/>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14" name="Google Shape;3014;p42"/>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15" name="Google Shape;3015;p42"/>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16" name="Google Shape;3016;p42"/>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17" name="Google Shape;3017;p42"/>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18" name="Google Shape;3018;p42"/>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019" name="Google Shape;3019;p42"/>
          <p:cNvGrpSpPr/>
          <p:nvPr/>
        </p:nvGrpSpPr>
        <p:grpSpPr>
          <a:xfrm>
            <a:off x="6067317" y="-969454"/>
            <a:ext cx="2514088" cy="2081645"/>
            <a:chOff x="3573297" y="232872"/>
            <a:chExt cx="5470164" cy="4529254"/>
          </a:xfrm>
        </p:grpSpPr>
        <p:sp>
          <p:nvSpPr>
            <p:cNvPr id="3020" name="Google Shape;3020;p42"/>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21" name="Google Shape;3021;p42"/>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22" name="Google Shape;3022;p42"/>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23" name="Google Shape;3023;p42"/>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24" name="Google Shape;3024;p42"/>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25" name="Google Shape;3025;p42"/>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26" name="Google Shape;3026;p42"/>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27" name="Google Shape;3027;p42"/>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28" name="Google Shape;3028;p42"/>
            <p:cNvSpPr/>
            <p:nvPr/>
          </p:nvSpPr>
          <p:spPr>
            <a:xfrm>
              <a:off x="7064427" y="2439737"/>
              <a:ext cx="2817" cy="8028"/>
            </a:xfrm>
            <a:custGeom>
              <a:avLst/>
              <a:gdLst/>
              <a:ahLst/>
              <a:cxnLst/>
              <a:rect l="l" t="t" r="r" b="b"/>
              <a:pathLst>
                <a:path w="20" h="57" extrusionOk="0">
                  <a:moveTo>
                    <a:pt x="19" y="0"/>
                  </a:moveTo>
                  <a:lnTo>
                    <a:pt x="1" y="19"/>
                  </a:lnTo>
                  <a:lnTo>
                    <a:pt x="19" y="56"/>
                  </a:lnTo>
                  <a:lnTo>
                    <a:pt x="19"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29" name="Google Shape;3029;p42"/>
            <p:cNvSpPr/>
            <p:nvPr/>
          </p:nvSpPr>
          <p:spPr>
            <a:xfrm>
              <a:off x="7067102" y="2437061"/>
              <a:ext cx="5352" cy="13238"/>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30" name="Google Shape;3030;p42"/>
            <p:cNvSpPr/>
            <p:nvPr/>
          </p:nvSpPr>
          <p:spPr>
            <a:xfrm>
              <a:off x="7072313" y="2434526"/>
              <a:ext cx="2817" cy="18449"/>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31" name="Google Shape;3031;p42"/>
            <p:cNvSpPr/>
            <p:nvPr/>
          </p:nvSpPr>
          <p:spPr>
            <a:xfrm>
              <a:off x="7074989" y="2431850"/>
              <a:ext cx="2676" cy="23801"/>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32" name="Google Shape;3032;p42"/>
            <p:cNvSpPr/>
            <p:nvPr/>
          </p:nvSpPr>
          <p:spPr>
            <a:xfrm>
              <a:off x="7077524" y="2429174"/>
              <a:ext cx="2817" cy="29012"/>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33" name="Google Shape;3033;p42"/>
            <p:cNvSpPr/>
            <p:nvPr/>
          </p:nvSpPr>
          <p:spPr>
            <a:xfrm>
              <a:off x="7080200" y="2423963"/>
              <a:ext cx="2676" cy="36899"/>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034" name="Google Shape;3034;p42"/>
          <p:cNvGrpSpPr/>
          <p:nvPr/>
        </p:nvGrpSpPr>
        <p:grpSpPr>
          <a:xfrm>
            <a:off x="8257799" y="-41071"/>
            <a:ext cx="1162531" cy="1161127"/>
            <a:chOff x="7253149" y="3334154"/>
            <a:chExt cx="1162531" cy="1161127"/>
          </a:xfrm>
        </p:grpSpPr>
        <p:sp>
          <p:nvSpPr>
            <p:cNvPr id="3035" name="Google Shape;3035;p42"/>
            <p:cNvSpPr/>
            <p:nvPr/>
          </p:nvSpPr>
          <p:spPr>
            <a:xfrm>
              <a:off x="7422442" y="35027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3036" name="Google Shape;3036;p42"/>
            <p:cNvGrpSpPr/>
            <p:nvPr/>
          </p:nvGrpSpPr>
          <p:grpSpPr>
            <a:xfrm>
              <a:off x="7253149" y="3334154"/>
              <a:ext cx="1162531" cy="1161127"/>
              <a:chOff x="2651171" y="2397773"/>
              <a:chExt cx="2099568" cy="2097033"/>
            </a:xfrm>
          </p:grpSpPr>
          <p:sp>
            <p:nvSpPr>
              <p:cNvPr id="3037" name="Google Shape;3037;p42"/>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38" name="Google Shape;3038;p42"/>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3039" name="Google Shape;3039;p42"/>
          <p:cNvGrpSpPr/>
          <p:nvPr/>
        </p:nvGrpSpPr>
        <p:grpSpPr>
          <a:xfrm>
            <a:off x="7250692" y="3907621"/>
            <a:ext cx="2514088" cy="2081645"/>
            <a:chOff x="3573297" y="232872"/>
            <a:chExt cx="5470164" cy="4529254"/>
          </a:xfrm>
        </p:grpSpPr>
        <p:sp>
          <p:nvSpPr>
            <p:cNvPr id="3040" name="Google Shape;3040;p42"/>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41" name="Google Shape;3041;p42"/>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42" name="Google Shape;3042;p42"/>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43" name="Google Shape;3043;p42"/>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44" name="Google Shape;3044;p42"/>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45" name="Google Shape;3045;p42"/>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46" name="Google Shape;3046;p42"/>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47" name="Google Shape;3047;p42"/>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48" name="Google Shape;3048;p42"/>
            <p:cNvSpPr/>
            <p:nvPr/>
          </p:nvSpPr>
          <p:spPr>
            <a:xfrm>
              <a:off x="7064427" y="2439737"/>
              <a:ext cx="2817" cy="8028"/>
            </a:xfrm>
            <a:custGeom>
              <a:avLst/>
              <a:gdLst/>
              <a:ahLst/>
              <a:cxnLst/>
              <a:rect l="l" t="t" r="r" b="b"/>
              <a:pathLst>
                <a:path w="20" h="57" extrusionOk="0">
                  <a:moveTo>
                    <a:pt x="19" y="0"/>
                  </a:moveTo>
                  <a:lnTo>
                    <a:pt x="1" y="19"/>
                  </a:lnTo>
                  <a:lnTo>
                    <a:pt x="19" y="56"/>
                  </a:lnTo>
                  <a:lnTo>
                    <a:pt x="19"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49" name="Google Shape;3049;p42"/>
            <p:cNvSpPr/>
            <p:nvPr/>
          </p:nvSpPr>
          <p:spPr>
            <a:xfrm>
              <a:off x="7067102" y="2437061"/>
              <a:ext cx="5352" cy="13238"/>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50" name="Google Shape;3050;p42"/>
            <p:cNvSpPr/>
            <p:nvPr/>
          </p:nvSpPr>
          <p:spPr>
            <a:xfrm>
              <a:off x="7072313" y="2434526"/>
              <a:ext cx="2817" cy="18449"/>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51" name="Google Shape;3051;p42"/>
            <p:cNvSpPr/>
            <p:nvPr/>
          </p:nvSpPr>
          <p:spPr>
            <a:xfrm>
              <a:off x="7074989" y="2431850"/>
              <a:ext cx="2676" cy="23801"/>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52" name="Google Shape;3052;p42"/>
            <p:cNvSpPr/>
            <p:nvPr/>
          </p:nvSpPr>
          <p:spPr>
            <a:xfrm>
              <a:off x="7077524" y="2429174"/>
              <a:ext cx="2817" cy="29012"/>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53" name="Google Shape;3053;p42"/>
            <p:cNvSpPr/>
            <p:nvPr/>
          </p:nvSpPr>
          <p:spPr>
            <a:xfrm>
              <a:off x="7080200" y="2423963"/>
              <a:ext cx="2676" cy="36899"/>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054" name="Google Shape;3054;p42"/>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extLst>
      <p:ext uri="{BB962C8B-B14F-4D97-AF65-F5344CB8AC3E}">
        <p14:creationId xmlns:p14="http://schemas.microsoft.com/office/powerpoint/2010/main" val="27267926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3055"/>
        <p:cNvGrpSpPr/>
        <p:nvPr/>
      </p:nvGrpSpPr>
      <p:grpSpPr>
        <a:xfrm>
          <a:off x="0" y="0"/>
          <a:ext cx="0" cy="0"/>
          <a:chOff x="0" y="0"/>
          <a:chExt cx="0" cy="0"/>
        </a:xfrm>
      </p:grpSpPr>
      <p:sp>
        <p:nvSpPr>
          <p:cNvPr id="3056" name="Google Shape;3056;p43"/>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3057" name="Google Shape;3057;p43"/>
          <p:cNvGrpSpPr/>
          <p:nvPr/>
        </p:nvGrpSpPr>
        <p:grpSpPr>
          <a:xfrm rot="10800000">
            <a:off x="7561735" y="-680374"/>
            <a:ext cx="2872292" cy="2378232"/>
            <a:chOff x="2210400" y="2558550"/>
            <a:chExt cx="971025" cy="804000"/>
          </a:xfrm>
        </p:grpSpPr>
        <p:sp>
          <p:nvSpPr>
            <p:cNvPr id="3058" name="Google Shape;3058;p43"/>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59" name="Google Shape;3059;p43"/>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60" name="Google Shape;3060;p43"/>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61" name="Google Shape;3061;p43"/>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62" name="Google Shape;3062;p43"/>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63" name="Google Shape;3063;p43"/>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64" name="Google Shape;3064;p43"/>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65" name="Google Shape;3065;p43"/>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066" name="Google Shape;3066;p43"/>
          <p:cNvSpPr/>
          <p:nvPr/>
        </p:nvSpPr>
        <p:spPr>
          <a:xfrm rot="10800000">
            <a:off x="7466496" y="-311282"/>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3067" name="Google Shape;3067;p43"/>
          <p:cNvGrpSpPr/>
          <p:nvPr/>
        </p:nvGrpSpPr>
        <p:grpSpPr>
          <a:xfrm flipH="1">
            <a:off x="-1012615" y="3033039"/>
            <a:ext cx="2872823" cy="2439739"/>
            <a:chOff x="4665875" y="2808650"/>
            <a:chExt cx="993850" cy="844025"/>
          </a:xfrm>
        </p:grpSpPr>
        <p:sp>
          <p:nvSpPr>
            <p:cNvPr id="3068" name="Google Shape;3068;p43"/>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69" name="Google Shape;3069;p43"/>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70" name="Google Shape;3070;p43"/>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71" name="Google Shape;3071;p43"/>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72" name="Google Shape;3072;p43"/>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73" name="Google Shape;3073;p43"/>
            <p:cNvSpPr/>
            <p:nvPr/>
          </p:nvSpPr>
          <p:spPr>
            <a:xfrm>
              <a:off x="4915725" y="3008700"/>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74" name="Google Shape;3074;p43"/>
            <p:cNvSpPr/>
            <p:nvPr/>
          </p:nvSpPr>
          <p:spPr>
            <a:xfrm>
              <a:off x="4982725" y="3075700"/>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075" name="Google Shape;3075;p43"/>
          <p:cNvGrpSpPr/>
          <p:nvPr/>
        </p:nvGrpSpPr>
        <p:grpSpPr>
          <a:xfrm flipH="1">
            <a:off x="8342349" y="3831750"/>
            <a:ext cx="1065402" cy="1065402"/>
            <a:chOff x="6199274" y="1854707"/>
            <a:chExt cx="161925" cy="161925"/>
          </a:xfrm>
        </p:grpSpPr>
        <p:sp>
          <p:nvSpPr>
            <p:cNvPr id="3076" name="Google Shape;3076;p43"/>
            <p:cNvSpPr/>
            <p:nvPr/>
          </p:nvSpPr>
          <p:spPr>
            <a:xfrm>
              <a:off x="6199274" y="1854707"/>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77" name="Google Shape;3077;p43"/>
            <p:cNvSpPr/>
            <p:nvPr/>
          </p:nvSpPr>
          <p:spPr>
            <a:xfrm>
              <a:off x="6227649" y="1883082"/>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078" name="Google Shape;3078;p43"/>
          <p:cNvSpPr/>
          <p:nvPr/>
        </p:nvSpPr>
        <p:spPr>
          <a:xfrm flipH="1">
            <a:off x="8301249" y="4362922"/>
            <a:ext cx="623153" cy="625013"/>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05992274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only 13">
  <p:cSld name="Title only 13">
    <p:spTree>
      <p:nvGrpSpPr>
        <p:cNvPr id="1" name="Shape 3079"/>
        <p:cNvGrpSpPr/>
        <p:nvPr/>
      </p:nvGrpSpPr>
      <p:grpSpPr>
        <a:xfrm>
          <a:off x="0" y="0"/>
          <a:ext cx="0" cy="0"/>
          <a:chOff x="0" y="0"/>
          <a:chExt cx="0" cy="0"/>
        </a:xfrm>
      </p:grpSpPr>
      <p:sp>
        <p:nvSpPr>
          <p:cNvPr id="3080" name="Google Shape;3080;p44"/>
          <p:cNvSpPr>
            <a:spLocks noGrp="1"/>
          </p:cNvSpPr>
          <p:nvPr>
            <p:ph type="pic" idx="2"/>
          </p:nvPr>
        </p:nvSpPr>
        <p:spPr>
          <a:xfrm>
            <a:off x="3376850" y="2218650"/>
            <a:ext cx="2389800" cy="2389800"/>
          </a:xfrm>
          <a:prstGeom prst="rect">
            <a:avLst/>
          </a:prstGeom>
          <a:noFill/>
          <a:ln w="9525" cap="flat" cmpd="sng">
            <a:solidFill>
              <a:srgbClr val="000000"/>
            </a:solidFill>
            <a:prstDash val="solid"/>
            <a:round/>
            <a:headEnd type="none" w="sm" len="sm"/>
            <a:tailEnd type="none" w="sm" len="sm"/>
          </a:ln>
        </p:spPr>
      </p:sp>
      <p:grpSp>
        <p:nvGrpSpPr>
          <p:cNvPr id="3081" name="Google Shape;3081;p44"/>
          <p:cNvGrpSpPr/>
          <p:nvPr/>
        </p:nvGrpSpPr>
        <p:grpSpPr>
          <a:xfrm flipH="1">
            <a:off x="7561735" y="-249776"/>
            <a:ext cx="2872292" cy="2378232"/>
            <a:chOff x="2210400" y="2558550"/>
            <a:chExt cx="971025" cy="804000"/>
          </a:xfrm>
        </p:grpSpPr>
        <p:sp>
          <p:nvSpPr>
            <p:cNvPr id="3082" name="Google Shape;3082;p44"/>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83" name="Google Shape;3083;p44"/>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84" name="Google Shape;3084;p44"/>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85" name="Google Shape;3085;p44"/>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86" name="Google Shape;3086;p44"/>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87" name="Google Shape;3087;p44"/>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88" name="Google Shape;3088;p44"/>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89" name="Google Shape;3089;p44"/>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090" name="Google Shape;3090;p44"/>
          <p:cNvSpPr/>
          <p:nvPr/>
        </p:nvSpPr>
        <p:spPr>
          <a:xfrm flipH="1">
            <a:off x="7466496" y="-68037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3091" name="Google Shape;3091;p44"/>
          <p:cNvGrpSpPr/>
          <p:nvPr/>
        </p:nvGrpSpPr>
        <p:grpSpPr>
          <a:xfrm flipH="1">
            <a:off x="7561735" y="-249776"/>
            <a:ext cx="2872292" cy="2378232"/>
            <a:chOff x="2210400" y="2558550"/>
            <a:chExt cx="971025" cy="804000"/>
          </a:xfrm>
        </p:grpSpPr>
        <p:sp>
          <p:nvSpPr>
            <p:cNvPr id="3092" name="Google Shape;3092;p44"/>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93" name="Google Shape;3093;p44"/>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94" name="Google Shape;3094;p44"/>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95" name="Google Shape;3095;p44"/>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96" name="Google Shape;3096;p44"/>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97" name="Google Shape;3097;p44"/>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98" name="Google Shape;3098;p44"/>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099" name="Google Shape;3099;p44"/>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100" name="Google Shape;3100;p44"/>
          <p:cNvSpPr/>
          <p:nvPr/>
        </p:nvSpPr>
        <p:spPr>
          <a:xfrm flipH="1">
            <a:off x="7466496" y="-68037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3101" name="Google Shape;3101;p44"/>
          <p:cNvGrpSpPr/>
          <p:nvPr/>
        </p:nvGrpSpPr>
        <p:grpSpPr>
          <a:xfrm>
            <a:off x="4311119" y="-2147399"/>
            <a:ext cx="3525470" cy="2917646"/>
            <a:chOff x="5440750" y="1669400"/>
            <a:chExt cx="971525" cy="804025"/>
          </a:xfrm>
        </p:grpSpPr>
        <p:sp>
          <p:nvSpPr>
            <p:cNvPr id="3102" name="Google Shape;3102;p44"/>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03" name="Google Shape;3103;p44"/>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04" name="Google Shape;3104;p44"/>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05" name="Google Shape;3105;p44"/>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06" name="Google Shape;3106;p44"/>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07" name="Google Shape;3107;p44"/>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08" name="Google Shape;3108;p44"/>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09" name="Google Shape;3109;p44"/>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10" name="Google Shape;3110;p44"/>
            <p:cNvSpPr/>
            <p:nvPr/>
          </p:nvSpPr>
          <p:spPr>
            <a:xfrm>
              <a:off x="6140976" y="230127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11" name="Google Shape;3111;p44"/>
            <p:cNvSpPr/>
            <p:nvPr/>
          </p:nvSpPr>
          <p:spPr>
            <a:xfrm>
              <a:off x="6135401" y="2295919"/>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12" name="Google Shape;3112;p44"/>
            <p:cNvSpPr/>
            <p:nvPr/>
          </p:nvSpPr>
          <p:spPr>
            <a:xfrm>
              <a:off x="6163776" y="2324294"/>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113" name="Google Shape;3113;p44"/>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extLst>
      <p:ext uri="{BB962C8B-B14F-4D97-AF65-F5344CB8AC3E}">
        <p14:creationId xmlns:p14="http://schemas.microsoft.com/office/powerpoint/2010/main" val="26139801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only 14">
  <p:cSld name="Title only 14">
    <p:spTree>
      <p:nvGrpSpPr>
        <p:cNvPr id="1" name="Shape 3114"/>
        <p:cNvGrpSpPr/>
        <p:nvPr/>
      </p:nvGrpSpPr>
      <p:grpSpPr>
        <a:xfrm>
          <a:off x="0" y="0"/>
          <a:ext cx="0" cy="0"/>
          <a:chOff x="0" y="0"/>
          <a:chExt cx="0" cy="0"/>
        </a:xfrm>
      </p:grpSpPr>
      <p:sp>
        <p:nvSpPr>
          <p:cNvPr id="3115" name="Google Shape;3115;p45"/>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3116" name="Google Shape;3116;p45"/>
          <p:cNvGrpSpPr/>
          <p:nvPr/>
        </p:nvGrpSpPr>
        <p:grpSpPr>
          <a:xfrm>
            <a:off x="-1565340" y="766039"/>
            <a:ext cx="2872823" cy="2439739"/>
            <a:chOff x="4665875" y="2808650"/>
            <a:chExt cx="993850" cy="844025"/>
          </a:xfrm>
        </p:grpSpPr>
        <p:sp>
          <p:nvSpPr>
            <p:cNvPr id="3117" name="Google Shape;3117;p45"/>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18" name="Google Shape;3118;p45"/>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19" name="Google Shape;3119;p45"/>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20" name="Google Shape;3120;p45"/>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21" name="Google Shape;3121;p45"/>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22" name="Google Shape;3122;p45"/>
            <p:cNvSpPr/>
            <p:nvPr/>
          </p:nvSpPr>
          <p:spPr>
            <a:xfrm>
              <a:off x="4915725" y="3008700"/>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23" name="Google Shape;3123;p45"/>
            <p:cNvSpPr/>
            <p:nvPr/>
          </p:nvSpPr>
          <p:spPr>
            <a:xfrm>
              <a:off x="4982725" y="3075700"/>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124" name="Google Shape;3124;p45"/>
          <p:cNvGrpSpPr/>
          <p:nvPr/>
        </p:nvGrpSpPr>
        <p:grpSpPr>
          <a:xfrm flipH="1">
            <a:off x="-447444" y="3"/>
            <a:ext cx="925193" cy="766051"/>
            <a:chOff x="2210400" y="2558550"/>
            <a:chExt cx="971025" cy="804000"/>
          </a:xfrm>
        </p:grpSpPr>
        <p:sp>
          <p:nvSpPr>
            <p:cNvPr id="3125" name="Google Shape;3125;p45"/>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26" name="Google Shape;3126;p45"/>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27" name="Google Shape;3127;p45"/>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28" name="Google Shape;3128;p45"/>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29" name="Google Shape;3129;p45"/>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30" name="Google Shape;3130;p45"/>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31" name="Google Shape;3131;p45"/>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32" name="Google Shape;3132;p45"/>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133" name="Google Shape;3133;p45"/>
          <p:cNvGrpSpPr/>
          <p:nvPr/>
        </p:nvGrpSpPr>
        <p:grpSpPr>
          <a:xfrm>
            <a:off x="7883760" y="3592664"/>
            <a:ext cx="2872823" cy="2439739"/>
            <a:chOff x="4665875" y="2808650"/>
            <a:chExt cx="993850" cy="844025"/>
          </a:xfrm>
        </p:grpSpPr>
        <p:sp>
          <p:nvSpPr>
            <p:cNvPr id="3134" name="Google Shape;3134;p45"/>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35" name="Google Shape;3135;p45"/>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36" name="Google Shape;3136;p45"/>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37" name="Google Shape;3137;p45"/>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38" name="Google Shape;3138;p45"/>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39" name="Google Shape;3139;p45"/>
            <p:cNvSpPr/>
            <p:nvPr/>
          </p:nvSpPr>
          <p:spPr>
            <a:xfrm>
              <a:off x="4915725" y="3008700"/>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40" name="Google Shape;3140;p45"/>
            <p:cNvSpPr/>
            <p:nvPr/>
          </p:nvSpPr>
          <p:spPr>
            <a:xfrm>
              <a:off x="4982725" y="3075700"/>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9075196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only 15">
  <p:cSld name="Title only 15">
    <p:spTree>
      <p:nvGrpSpPr>
        <p:cNvPr id="1" name="Shape 3141"/>
        <p:cNvGrpSpPr/>
        <p:nvPr/>
      </p:nvGrpSpPr>
      <p:grpSpPr>
        <a:xfrm>
          <a:off x="0" y="0"/>
          <a:ext cx="0" cy="0"/>
          <a:chOff x="0" y="0"/>
          <a:chExt cx="0" cy="0"/>
        </a:xfrm>
      </p:grpSpPr>
      <p:sp>
        <p:nvSpPr>
          <p:cNvPr id="3142" name="Google Shape;3142;p46"/>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3143" name="Google Shape;3143;p46"/>
          <p:cNvSpPr/>
          <p:nvPr/>
        </p:nvSpPr>
        <p:spPr>
          <a:xfrm flipH="1">
            <a:off x="-2268295" y="3051319"/>
            <a:ext cx="3365079" cy="3363186"/>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44" name="Google Shape;3144;p46"/>
          <p:cNvSpPr/>
          <p:nvPr/>
        </p:nvSpPr>
        <p:spPr>
          <a:xfrm flipH="1">
            <a:off x="8457049" y="1889805"/>
            <a:ext cx="1260859" cy="1260859"/>
          </a:xfrm>
          <a:custGeom>
            <a:avLst/>
            <a:gdLst/>
            <a:ahLst/>
            <a:cxnLst/>
            <a:rect l="l" t="t" r="r" b="b"/>
            <a:pathLst>
              <a:path w="12657" h="12657" extrusionOk="0">
                <a:moveTo>
                  <a:pt x="6329" y="1"/>
                </a:moveTo>
                <a:lnTo>
                  <a:pt x="1" y="6328"/>
                </a:lnTo>
                <a:lnTo>
                  <a:pt x="6329" y="12656"/>
                </a:lnTo>
                <a:lnTo>
                  <a:pt x="12656" y="6328"/>
                </a:lnTo>
                <a:lnTo>
                  <a:pt x="632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45" name="Google Shape;3145;p46"/>
          <p:cNvSpPr/>
          <p:nvPr/>
        </p:nvSpPr>
        <p:spPr>
          <a:xfrm flipH="1">
            <a:off x="-748033" y="4019104"/>
            <a:ext cx="1427618" cy="1427618"/>
          </a:xfrm>
          <a:custGeom>
            <a:avLst/>
            <a:gdLst/>
            <a:ahLst/>
            <a:cxnLst/>
            <a:rect l="l" t="t" r="r" b="b"/>
            <a:pathLst>
              <a:path w="14331" h="14331" extrusionOk="0">
                <a:moveTo>
                  <a:pt x="7165" y="1"/>
                </a:moveTo>
                <a:lnTo>
                  <a:pt x="0" y="7166"/>
                </a:lnTo>
                <a:lnTo>
                  <a:pt x="7165" y="14331"/>
                </a:lnTo>
                <a:lnTo>
                  <a:pt x="14331" y="7166"/>
                </a:lnTo>
                <a:lnTo>
                  <a:pt x="7165"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46" name="Google Shape;3146;p46"/>
          <p:cNvSpPr/>
          <p:nvPr/>
        </p:nvSpPr>
        <p:spPr>
          <a:xfrm flipH="1">
            <a:off x="-770248" y="3998683"/>
            <a:ext cx="1470255" cy="1470354"/>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47" name="Google Shape;3147;p46"/>
          <p:cNvSpPr/>
          <p:nvPr/>
        </p:nvSpPr>
        <p:spPr>
          <a:xfrm flipH="1">
            <a:off x="-503273" y="4265658"/>
            <a:ext cx="936305" cy="936404"/>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3148" name="Google Shape;3148;p46"/>
          <p:cNvGrpSpPr/>
          <p:nvPr/>
        </p:nvGrpSpPr>
        <p:grpSpPr>
          <a:xfrm flipH="1">
            <a:off x="8555197" y="1356038"/>
            <a:ext cx="1162705" cy="962710"/>
            <a:chOff x="2210400" y="2558550"/>
            <a:chExt cx="971025" cy="804000"/>
          </a:xfrm>
        </p:grpSpPr>
        <p:sp>
          <p:nvSpPr>
            <p:cNvPr id="3149" name="Google Shape;3149;p46"/>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50" name="Google Shape;3150;p46"/>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51" name="Google Shape;3151;p46"/>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52" name="Google Shape;3152;p46"/>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53" name="Google Shape;3153;p46"/>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54" name="Google Shape;3154;p46"/>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55" name="Google Shape;3155;p46"/>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56" name="Google Shape;3156;p46"/>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157" name="Google Shape;3157;p46"/>
          <p:cNvGrpSpPr/>
          <p:nvPr/>
        </p:nvGrpSpPr>
        <p:grpSpPr>
          <a:xfrm flipH="1">
            <a:off x="7760215" y="3153226"/>
            <a:ext cx="3563418" cy="3276021"/>
            <a:chOff x="4765450" y="2817950"/>
            <a:chExt cx="894275" cy="822150"/>
          </a:xfrm>
        </p:grpSpPr>
        <p:sp>
          <p:nvSpPr>
            <p:cNvPr id="3158" name="Google Shape;3158;p46"/>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59" name="Google Shape;3159;p46"/>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60" name="Google Shape;3160;p46"/>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61" name="Google Shape;3161;p46"/>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297264245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only 16">
  <p:cSld name="Title only 16">
    <p:spTree>
      <p:nvGrpSpPr>
        <p:cNvPr id="1" name="Shape 3162"/>
        <p:cNvGrpSpPr/>
        <p:nvPr/>
      </p:nvGrpSpPr>
      <p:grpSpPr>
        <a:xfrm>
          <a:off x="0" y="0"/>
          <a:ext cx="0" cy="0"/>
          <a:chOff x="0" y="0"/>
          <a:chExt cx="0" cy="0"/>
        </a:xfrm>
      </p:grpSpPr>
      <p:sp>
        <p:nvSpPr>
          <p:cNvPr id="3163" name="Google Shape;3163;p47"/>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3164" name="Google Shape;3164;p47"/>
          <p:cNvGrpSpPr/>
          <p:nvPr/>
        </p:nvGrpSpPr>
        <p:grpSpPr>
          <a:xfrm flipH="1">
            <a:off x="-843740" y="3081101"/>
            <a:ext cx="2872823" cy="2439739"/>
            <a:chOff x="4665875" y="2808650"/>
            <a:chExt cx="993850" cy="844025"/>
          </a:xfrm>
        </p:grpSpPr>
        <p:sp>
          <p:nvSpPr>
            <p:cNvPr id="3165" name="Google Shape;3165;p47"/>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66" name="Google Shape;3166;p47"/>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67" name="Google Shape;3167;p47"/>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68" name="Google Shape;3168;p47"/>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69" name="Google Shape;3169;p47"/>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70" name="Google Shape;3170;p47"/>
            <p:cNvSpPr/>
            <p:nvPr/>
          </p:nvSpPr>
          <p:spPr>
            <a:xfrm>
              <a:off x="5047532" y="3035061"/>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71" name="Google Shape;3171;p47"/>
            <p:cNvSpPr/>
            <p:nvPr/>
          </p:nvSpPr>
          <p:spPr>
            <a:xfrm>
              <a:off x="5114532" y="3102061"/>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172" name="Google Shape;3172;p47"/>
          <p:cNvGrpSpPr/>
          <p:nvPr/>
        </p:nvGrpSpPr>
        <p:grpSpPr>
          <a:xfrm flipH="1">
            <a:off x="-1749240" y="953937"/>
            <a:ext cx="2872292" cy="2378232"/>
            <a:chOff x="2210400" y="2558550"/>
            <a:chExt cx="971025" cy="804000"/>
          </a:xfrm>
        </p:grpSpPr>
        <p:sp>
          <p:nvSpPr>
            <p:cNvPr id="3173" name="Google Shape;3173;p4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74" name="Google Shape;3174;p4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75" name="Google Shape;3175;p4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76" name="Google Shape;3176;p4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77" name="Google Shape;3177;p4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78" name="Google Shape;3178;p4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79" name="Google Shape;3179;p4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80" name="Google Shape;3180;p4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181" name="Google Shape;3181;p47"/>
          <p:cNvSpPr/>
          <p:nvPr/>
        </p:nvSpPr>
        <p:spPr>
          <a:xfrm flipH="1">
            <a:off x="-1533654" y="503176"/>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82" name="Google Shape;3182;p47"/>
          <p:cNvSpPr/>
          <p:nvPr/>
        </p:nvSpPr>
        <p:spPr>
          <a:xfrm>
            <a:off x="8316930" y="151129"/>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83" name="Google Shape;3183;p47"/>
          <p:cNvSpPr/>
          <p:nvPr/>
        </p:nvSpPr>
        <p:spPr>
          <a:xfrm flipH="1">
            <a:off x="7508346" y="-117482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4660379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only 17">
  <p:cSld name="Title only 17">
    <p:spTree>
      <p:nvGrpSpPr>
        <p:cNvPr id="1" name="Shape 3184"/>
        <p:cNvGrpSpPr/>
        <p:nvPr/>
      </p:nvGrpSpPr>
      <p:grpSpPr>
        <a:xfrm>
          <a:off x="0" y="0"/>
          <a:ext cx="0" cy="0"/>
          <a:chOff x="0" y="0"/>
          <a:chExt cx="0" cy="0"/>
        </a:xfrm>
      </p:grpSpPr>
      <p:grpSp>
        <p:nvGrpSpPr>
          <p:cNvPr id="3185" name="Google Shape;3185;p48"/>
          <p:cNvGrpSpPr/>
          <p:nvPr/>
        </p:nvGrpSpPr>
        <p:grpSpPr>
          <a:xfrm flipH="1">
            <a:off x="-1045390" y="3721199"/>
            <a:ext cx="2872292" cy="2378232"/>
            <a:chOff x="2210400" y="2558550"/>
            <a:chExt cx="971025" cy="804000"/>
          </a:xfrm>
        </p:grpSpPr>
        <p:sp>
          <p:nvSpPr>
            <p:cNvPr id="3186" name="Google Shape;3186;p4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87" name="Google Shape;3187;p4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88" name="Google Shape;3188;p4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89" name="Google Shape;3189;p4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90" name="Google Shape;3190;p4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91" name="Google Shape;3191;p4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92" name="Google Shape;3192;p4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93" name="Google Shape;3193;p4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194" name="Google Shape;3194;p48"/>
          <p:cNvSpPr/>
          <p:nvPr/>
        </p:nvSpPr>
        <p:spPr>
          <a:xfrm flipH="1">
            <a:off x="-1441554" y="-84137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3195" name="Google Shape;3195;p48"/>
          <p:cNvGrpSpPr/>
          <p:nvPr/>
        </p:nvGrpSpPr>
        <p:grpSpPr>
          <a:xfrm flipH="1">
            <a:off x="-447444" y="3"/>
            <a:ext cx="925193" cy="766051"/>
            <a:chOff x="2210400" y="2558550"/>
            <a:chExt cx="971025" cy="804000"/>
          </a:xfrm>
        </p:grpSpPr>
        <p:sp>
          <p:nvSpPr>
            <p:cNvPr id="3196" name="Google Shape;3196;p48"/>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97" name="Google Shape;3197;p48"/>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98" name="Google Shape;3198;p48"/>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99" name="Google Shape;3199;p48"/>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00" name="Google Shape;3200;p48"/>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01" name="Google Shape;3201;p48"/>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02" name="Google Shape;3202;p48"/>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03" name="Google Shape;3203;p48"/>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204" name="Google Shape;3204;p48"/>
          <p:cNvGrpSpPr/>
          <p:nvPr/>
        </p:nvGrpSpPr>
        <p:grpSpPr>
          <a:xfrm flipH="1">
            <a:off x="6334135" y="3690439"/>
            <a:ext cx="2872823" cy="2439739"/>
            <a:chOff x="4665875" y="2808650"/>
            <a:chExt cx="993850" cy="844025"/>
          </a:xfrm>
        </p:grpSpPr>
        <p:sp>
          <p:nvSpPr>
            <p:cNvPr id="3205" name="Google Shape;3205;p48"/>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06" name="Google Shape;3206;p48"/>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07" name="Google Shape;3207;p48"/>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08" name="Google Shape;3208;p48"/>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09" name="Google Shape;3209;p48"/>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10" name="Google Shape;3210;p48"/>
            <p:cNvSpPr/>
            <p:nvPr/>
          </p:nvSpPr>
          <p:spPr>
            <a:xfrm>
              <a:off x="4915725" y="3008700"/>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11" name="Google Shape;3211;p48"/>
            <p:cNvSpPr/>
            <p:nvPr/>
          </p:nvSpPr>
          <p:spPr>
            <a:xfrm>
              <a:off x="4982725" y="3075700"/>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212" name="Google Shape;3212;p48"/>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Tree>
    <p:extLst>
      <p:ext uri="{BB962C8B-B14F-4D97-AF65-F5344CB8AC3E}">
        <p14:creationId xmlns:p14="http://schemas.microsoft.com/office/powerpoint/2010/main" val="371372908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only 18">
  <p:cSld name="Title only 18">
    <p:spTree>
      <p:nvGrpSpPr>
        <p:cNvPr id="1" name="Shape 3213"/>
        <p:cNvGrpSpPr/>
        <p:nvPr/>
      </p:nvGrpSpPr>
      <p:grpSpPr>
        <a:xfrm>
          <a:off x="0" y="0"/>
          <a:ext cx="0" cy="0"/>
          <a:chOff x="0" y="0"/>
          <a:chExt cx="0" cy="0"/>
        </a:xfrm>
      </p:grpSpPr>
      <p:sp>
        <p:nvSpPr>
          <p:cNvPr id="3214" name="Google Shape;3214;p49"/>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3215" name="Google Shape;3215;p49"/>
          <p:cNvGrpSpPr/>
          <p:nvPr/>
        </p:nvGrpSpPr>
        <p:grpSpPr>
          <a:xfrm flipH="1">
            <a:off x="7561735" y="-249776"/>
            <a:ext cx="2872292" cy="2378232"/>
            <a:chOff x="2210400" y="2558550"/>
            <a:chExt cx="971025" cy="804000"/>
          </a:xfrm>
        </p:grpSpPr>
        <p:sp>
          <p:nvSpPr>
            <p:cNvPr id="3216" name="Google Shape;3216;p49"/>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17" name="Google Shape;3217;p49"/>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18" name="Google Shape;3218;p49"/>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19" name="Google Shape;3219;p49"/>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20" name="Google Shape;3220;p49"/>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21" name="Google Shape;3221;p49"/>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22" name="Google Shape;3222;p49"/>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23" name="Google Shape;3223;p49"/>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224" name="Google Shape;3224;p49"/>
          <p:cNvSpPr/>
          <p:nvPr/>
        </p:nvSpPr>
        <p:spPr>
          <a:xfrm flipH="1">
            <a:off x="7466496" y="-68037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3225" name="Google Shape;3225;p49"/>
          <p:cNvGrpSpPr/>
          <p:nvPr/>
        </p:nvGrpSpPr>
        <p:grpSpPr>
          <a:xfrm>
            <a:off x="-1300940" y="3081101"/>
            <a:ext cx="2872823" cy="2439739"/>
            <a:chOff x="4665875" y="2808650"/>
            <a:chExt cx="993850" cy="844025"/>
          </a:xfrm>
        </p:grpSpPr>
        <p:sp>
          <p:nvSpPr>
            <p:cNvPr id="3226" name="Google Shape;3226;p49"/>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27" name="Google Shape;3227;p49"/>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28" name="Google Shape;3228;p49"/>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29" name="Google Shape;3229;p49"/>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30" name="Google Shape;3230;p49"/>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31" name="Google Shape;3231;p49"/>
            <p:cNvSpPr/>
            <p:nvPr/>
          </p:nvSpPr>
          <p:spPr>
            <a:xfrm>
              <a:off x="5047532" y="3035061"/>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32" name="Google Shape;3232;p49"/>
            <p:cNvSpPr/>
            <p:nvPr/>
          </p:nvSpPr>
          <p:spPr>
            <a:xfrm>
              <a:off x="5114532" y="3102061"/>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12102462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only 19">
  <p:cSld name="Title only 19">
    <p:spTree>
      <p:nvGrpSpPr>
        <p:cNvPr id="1" name="Shape 3233"/>
        <p:cNvGrpSpPr/>
        <p:nvPr/>
      </p:nvGrpSpPr>
      <p:grpSpPr>
        <a:xfrm>
          <a:off x="0" y="0"/>
          <a:ext cx="0" cy="0"/>
          <a:chOff x="0" y="0"/>
          <a:chExt cx="0" cy="0"/>
        </a:xfrm>
      </p:grpSpPr>
      <p:sp>
        <p:nvSpPr>
          <p:cNvPr id="3234" name="Google Shape;3234;p50"/>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3235" name="Google Shape;3235;p50"/>
          <p:cNvGrpSpPr/>
          <p:nvPr/>
        </p:nvGrpSpPr>
        <p:grpSpPr>
          <a:xfrm flipH="1">
            <a:off x="6213672" y="-733900"/>
            <a:ext cx="3673270" cy="3119516"/>
            <a:chOff x="4665875" y="2808650"/>
            <a:chExt cx="993850" cy="844025"/>
          </a:xfrm>
        </p:grpSpPr>
        <p:sp>
          <p:nvSpPr>
            <p:cNvPr id="3236" name="Google Shape;3236;p50"/>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37" name="Google Shape;3237;p50"/>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38" name="Google Shape;3238;p50"/>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39" name="Google Shape;3239;p50"/>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40" name="Google Shape;3240;p50"/>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41" name="Google Shape;3241;p50"/>
            <p:cNvSpPr/>
            <p:nvPr/>
          </p:nvSpPr>
          <p:spPr>
            <a:xfrm>
              <a:off x="4967653" y="3046159"/>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42" name="Google Shape;3242;p50"/>
            <p:cNvSpPr/>
            <p:nvPr/>
          </p:nvSpPr>
          <p:spPr>
            <a:xfrm>
              <a:off x="5034653" y="3113159"/>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243" name="Google Shape;3243;p50"/>
          <p:cNvGrpSpPr/>
          <p:nvPr/>
        </p:nvGrpSpPr>
        <p:grpSpPr>
          <a:xfrm>
            <a:off x="166099" y="3667370"/>
            <a:ext cx="547132" cy="548765"/>
            <a:chOff x="6140976" y="2301270"/>
            <a:chExt cx="150775" cy="151225"/>
          </a:xfrm>
        </p:grpSpPr>
        <p:sp>
          <p:nvSpPr>
            <p:cNvPr id="3244" name="Google Shape;3244;p50"/>
            <p:cNvSpPr/>
            <p:nvPr/>
          </p:nvSpPr>
          <p:spPr>
            <a:xfrm>
              <a:off x="6140976" y="230127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45" name="Google Shape;3245;p50"/>
            <p:cNvSpPr/>
            <p:nvPr/>
          </p:nvSpPr>
          <p:spPr>
            <a:xfrm>
              <a:off x="6163776" y="2324294"/>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246" name="Google Shape;3246;p50"/>
          <p:cNvGrpSpPr/>
          <p:nvPr/>
        </p:nvGrpSpPr>
        <p:grpSpPr>
          <a:xfrm flipH="1">
            <a:off x="-1506015" y="2752637"/>
            <a:ext cx="2872292" cy="2378232"/>
            <a:chOff x="2210400" y="2558550"/>
            <a:chExt cx="971025" cy="804000"/>
          </a:xfrm>
        </p:grpSpPr>
        <p:sp>
          <p:nvSpPr>
            <p:cNvPr id="3247" name="Google Shape;3247;p50"/>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48" name="Google Shape;3248;p50"/>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49" name="Google Shape;3249;p50"/>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50" name="Google Shape;3250;p50"/>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51" name="Google Shape;3251;p50"/>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52" name="Google Shape;3252;p50"/>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53" name="Google Shape;3253;p50"/>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54" name="Google Shape;3254;p50"/>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255" name="Google Shape;3255;p50"/>
          <p:cNvGrpSpPr/>
          <p:nvPr/>
        </p:nvGrpSpPr>
        <p:grpSpPr>
          <a:xfrm rot="10800000" flipH="1">
            <a:off x="8319255" y="1588689"/>
            <a:ext cx="2374545" cy="1966102"/>
            <a:chOff x="2210400" y="2558550"/>
            <a:chExt cx="971025" cy="804000"/>
          </a:xfrm>
        </p:grpSpPr>
        <p:grpSp>
          <p:nvGrpSpPr>
            <p:cNvPr id="3256" name="Google Shape;3256;p50"/>
            <p:cNvGrpSpPr/>
            <p:nvPr/>
          </p:nvGrpSpPr>
          <p:grpSpPr>
            <a:xfrm>
              <a:off x="2210400" y="2558550"/>
              <a:ext cx="971025" cy="804000"/>
              <a:chOff x="2210400" y="2558550"/>
              <a:chExt cx="971025" cy="804000"/>
            </a:xfrm>
          </p:grpSpPr>
          <p:sp>
            <p:nvSpPr>
              <p:cNvPr id="3257" name="Google Shape;3257;p50"/>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58" name="Google Shape;3258;p50"/>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59" name="Google Shape;3259;p50"/>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60" name="Google Shape;3260;p50"/>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61" name="Google Shape;3261;p50"/>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62" name="Google Shape;3262;p50"/>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63" name="Google Shape;3263;p50"/>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64" name="Google Shape;3264;p50"/>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265" name="Google Shape;3265;p50"/>
            <p:cNvSpPr/>
            <p:nvPr/>
          </p:nvSpPr>
          <p:spPr>
            <a:xfrm>
              <a:off x="2937150" y="3007525"/>
              <a:ext cx="150775" cy="151225"/>
            </a:xfrm>
            <a:custGeom>
              <a:avLst/>
              <a:gdLst/>
              <a:ahLst/>
              <a:cxnLst/>
              <a:rect l="l" t="t" r="r" b="b"/>
              <a:pathLst>
                <a:path w="6031" h="6049" extrusionOk="0">
                  <a:moveTo>
                    <a:pt x="3015" y="0"/>
                  </a:moveTo>
                  <a:lnTo>
                    <a:pt x="0" y="3034"/>
                  </a:lnTo>
                  <a:lnTo>
                    <a:pt x="3015" y="6049"/>
                  </a:lnTo>
                  <a:lnTo>
                    <a:pt x="6030" y="3034"/>
                  </a:lnTo>
                  <a:lnTo>
                    <a:pt x="3015"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66" name="Google Shape;3266;p50"/>
            <p:cNvSpPr/>
            <p:nvPr/>
          </p:nvSpPr>
          <p:spPr>
            <a:xfrm>
              <a:off x="2931550" y="3002400"/>
              <a:ext cx="161950" cy="161950"/>
            </a:xfrm>
            <a:custGeom>
              <a:avLst/>
              <a:gdLst/>
              <a:ahLst/>
              <a:cxnLst/>
              <a:rect l="l" t="t" r="r" b="b"/>
              <a:pathLst>
                <a:path w="6478" h="6478" extrusionOk="0">
                  <a:moveTo>
                    <a:pt x="447" y="3239"/>
                  </a:moveTo>
                  <a:lnTo>
                    <a:pt x="3239" y="6031"/>
                  </a:lnTo>
                  <a:lnTo>
                    <a:pt x="6031" y="3239"/>
                  </a:lnTo>
                  <a:lnTo>
                    <a:pt x="3239" y="429"/>
                  </a:lnTo>
                  <a:close/>
                  <a:moveTo>
                    <a:pt x="3239" y="6477"/>
                  </a:moveTo>
                  <a:lnTo>
                    <a:pt x="1" y="3239"/>
                  </a:lnTo>
                  <a:lnTo>
                    <a:pt x="3239" y="1"/>
                  </a:lnTo>
                  <a:lnTo>
                    <a:pt x="6477" y="3239"/>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67" name="Google Shape;3267;p50"/>
            <p:cNvSpPr/>
            <p:nvPr/>
          </p:nvSpPr>
          <p:spPr>
            <a:xfrm>
              <a:off x="2959950" y="3030325"/>
              <a:ext cx="105175" cy="105650"/>
            </a:xfrm>
            <a:custGeom>
              <a:avLst/>
              <a:gdLst/>
              <a:ahLst/>
              <a:cxnLst/>
              <a:rect l="l" t="t" r="r" b="b"/>
              <a:pathLst>
                <a:path w="4207" h="4226" extrusionOk="0">
                  <a:moveTo>
                    <a:pt x="428" y="2122"/>
                  </a:moveTo>
                  <a:lnTo>
                    <a:pt x="2103" y="3778"/>
                  </a:lnTo>
                  <a:lnTo>
                    <a:pt x="3778" y="2122"/>
                  </a:lnTo>
                  <a:lnTo>
                    <a:pt x="2103" y="447"/>
                  </a:lnTo>
                  <a:close/>
                  <a:moveTo>
                    <a:pt x="2103" y="4225"/>
                  </a:moveTo>
                  <a:lnTo>
                    <a:pt x="0" y="2122"/>
                  </a:lnTo>
                  <a:lnTo>
                    <a:pt x="2103" y="0"/>
                  </a:lnTo>
                  <a:lnTo>
                    <a:pt x="4206" y="2122"/>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68" name="Google Shape;3268;p50"/>
            <p:cNvSpPr/>
            <p:nvPr/>
          </p:nvSpPr>
          <p:spPr>
            <a:xfrm>
              <a:off x="2830125" y="2950300"/>
              <a:ext cx="500" cy="1425"/>
            </a:xfrm>
            <a:custGeom>
              <a:avLst/>
              <a:gdLst/>
              <a:ahLst/>
              <a:cxnLst/>
              <a:rect l="l" t="t" r="r" b="b"/>
              <a:pathLst>
                <a:path w="20" h="57" extrusionOk="0">
                  <a:moveTo>
                    <a:pt x="19" y="0"/>
                  </a:moveTo>
                  <a:lnTo>
                    <a:pt x="1" y="19"/>
                  </a:lnTo>
                  <a:lnTo>
                    <a:pt x="19" y="5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69" name="Google Shape;3269;p50"/>
            <p:cNvSpPr/>
            <p:nvPr/>
          </p:nvSpPr>
          <p:spPr>
            <a:xfrm>
              <a:off x="2830600" y="2949825"/>
              <a:ext cx="950" cy="2350"/>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70" name="Google Shape;3270;p50"/>
            <p:cNvSpPr/>
            <p:nvPr/>
          </p:nvSpPr>
          <p:spPr>
            <a:xfrm>
              <a:off x="2831525" y="2949375"/>
              <a:ext cx="500" cy="3275"/>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71" name="Google Shape;3271;p50"/>
            <p:cNvSpPr/>
            <p:nvPr/>
          </p:nvSpPr>
          <p:spPr>
            <a:xfrm>
              <a:off x="2832000" y="2948900"/>
              <a:ext cx="475" cy="4225"/>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72" name="Google Shape;3272;p50"/>
            <p:cNvSpPr/>
            <p:nvPr/>
          </p:nvSpPr>
          <p:spPr>
            <a:xfrm>
              <a:off x="2832450" y="2948425"/>
              <a:ext cx="500" cy="5150"/>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73" name="Google Shape;3273;p50"/>
            <p:cNvSpPr/>
            <p:nvPr/>
          </p:nvSpPr>
          <p:spPr>
            <a:xfrm>
              <a:off x="2832925" y="2947500"/>
              <a:ext cx="475" cy="6550"/>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74" name="Google Shape;3274;p50"/>
            <p:cNvSpPr/>
            <p:nvPr/>
          </p:nvSpPr>
          <p:spPr>
            <a:xfrm>
              <a:off x="2833375" y="2947050"/>
              <a:ext cx="500" cy="7925"/>
            </a:xfrm>
            <a:custGeom>
              <a:avLst/>
              <a:gdLst/>
              <a:ahLst/>
              <a:cxnLst/>
              <a:rect l="l" t="t" r="r" b="b"/>
              <a:pathLst>
                <a:path w="20" h="317" extrusionOk="0">
                  <a:moveTo>
                    <a:pt x="20" y="0"/>
                  </a:moveTo>
                  <a:lnTo>
                    <a:pt x="1" y="19"/>
                  </a:lnTo>
                  <a:lnTo>
                    <a:pt x="1" y="279"/>
                  </a:lnTo>
                  <a:lnTo>
                    <a:pt x="20" y="31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75" name="Google Shape;3275;p50"/>
            <p:cNvSpPr/>
            <p:nvPr/>
          </p:nvSpPr>
          <p:spPr>
            <a:xfrm>
              <a:off x="2833850" y="2946575"/>
              <a:ext cx="950" cy="8875"/>
            </a:xfrm>
            <a:custGeom>
              <a:avLst/>
              <a:gdLst/>
              <a:ahLst/>
              <a:cxnLst/>
              <a:rect l="l" t="t" r="r" b="b"/>
              <a:pathLst>
                <a:path w="38" h="355" extrusionOk="0">
                  <a:moveTo>
                    <a:pt x="38" y="0"/>
                  </a:moveTo>
                  <a:lnTo>
                    <a:pt x="1" y="19"/>
                  </a:lnTo>
                  <a:lnTo>
                    <a:pt x="1" y="335"/>
                  </a:lnTo>
                  <a:lnTo>
                    <a:pt x="38" y="35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76" name="Google Shape;3276;p50"/>
            <p:cNvSpPr/>
            <p:nvPr/>
          </p:nvSpPr>
          <p:spPr>
            <a:xfrm>
              <a:off x="2834775" y="2946100"/>
              <a:ext cx="500" cy="9800"/>
            </a:xfrm>
            <a:custGeom>
              <a:avLst/>
              <a:gdLst/>
              <a:ahLst/>
              <a:cxnLst/>
              <a:rect l="l" t="t" r="r" b="b"/>
              <a:pathLst>
                <a:path w="20" h="392" extrusionOk="0">
                  <a:moveTo>
                    <a:pt x="19" y="1"/>
                  </a:moveTo>
                  <a:lnTo>
                    <a:pt x="1" y="19"/>
                  </a:lnTo>
                  <a:lnTo>
                    <a:pt x="1" y="373"/>
                  </a:lnTo>
                  <a:lnTo>
                    <a:pt x="19" y="3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77" name="Google Shape;3277;p50"/>
            <p:cNvSpPr/>
            <p:nvPr/>
          </p:nvSpPr>
          <p:spPr>
            <a:xfrm>
              <a:off x="2835250" y="2945650"/>
              <a:ext cx="500" cy="10725"/>
            </a:xfrm>
            <a:custGeom>
              <a:avLst/>
              <a:gdLst/>
              <a:ahLst/>
              <a:cxnLst/>
              <a:rect l="l" t="t" r="r" b="b"/>
              <a:pathLst>
                <a:path w="20" h="429" extrusionOk="0">
                  <a:moveTo>
                    <a:pt x="19" y="0"/>
                  </a:moveTo>
                  <a:lnTo>
                    <a:pt x="0" y="19"/>
                  </a:lnTo>
                  <a:lnTo>
                    <a:pt x="0"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78" name="Google Shape;3278;p50"/>
            <p:cNvSpPr/>
            <p:nvPr/>
          </p:nvSpPr>
          <p:spPr>
            <a:xfrm>
              <a:off x="2835725" y="2945175"/>
              <a:ext cx="475" cy="11650"/>
            </a:xfrm>
            <a:custGeom>
              <a:avLst/>
              <a:gdLst/>
              <a:ahLst/>
              <a:cxnLst/>
              <a:rect l="l" t="t" r="r" b="b"/>
              <a:pathLst>
                <a:path w="19" h="466" extrusionOk="0">
                  <a:moveTo>
                    <a:pt x="19" y="1"/>
                  </a:moveTo>
                  <a:lnTo>
                    <a:pt x="0" y="19"/>
                  </a:lnTo>
                  <a:lnTo>
                    <a:pt x="0" y="447"/>
                  </a:lnTo>
                  <a:lnTo>
                    <a:pt x="19" y="46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79" name="Google Shape;3279;p50"/>
            <p:cNvSpPr/>
            <p:nvPr/>
          </p:nvSpPr>
          <p:spPr>
            <a:xfrm>
              <a:off x="2836175" y="2944250"/>
              <a:ext cx="500" cy="13050"/>
            </a:xfrm>
            <a:custGeom>
              <a:avLst/>
              <a:gdLst/>
              <a:ahLst/>
              <a:cxnLst/>
              <a:rect l="l" t="t" r="r" b="b"/>
              <a:pathLst>
                <a:path w="20" h="522" extrusionOk="0">
                  <a:moveTo>
                    <a:pt x="19" y="0"/>
                  </a:moveTo>
                  <a:lnTo>
                    <a:pt x="1" y="38"/>
                  </a:lnTo>
                  <a:lnTo>
                    <a:pt x="1" y="503"/>
                  </a:lnTo>
                  <a:lnTo>
                    <a:pt x="19" y="5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80" name="Google Shape;3280;p50"/>
            <p:cNvSpPr/>
            <p:nvPr/>
          </p:nvSpPr>
          <p:spPr>
            <a:xfrm>
              <a:off x="2836650" y="2943775"/>
              <a:ext cx="475" cy="14450"/>
            </a:xfrm>
            <a:custGeom>
              <a:avLst/>
              <a:gdLst/>
              <a:ahLst/>
              <a:cxnLst/>
              <a:rect l="l" t="t" r="r" b="b"/>
              <a:pathLst>
                <a:path w="19" h="578" extrusionOk="0">
                  <a:moveTo>
                    <a:pt x="19" y="1"/>
                  </a:moveTo>
                  <a:lnTo>
                    <a:pt x="0" y="19"/>
                  </a:lnTo>
                  <a:lnTo>
                    <a:pt x="0" y="541"/>
                  </a:lnTo>
                  <a:lnTo>
                    <a:pt x="19" y="57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81" name="Google Shape;3281;p50"/>
            <p:cNvSpPr/>
            <p:nvPr/>
          </p:nvSpPr>
          <p:spPr>
            <a:xfrm>
              <a:off x="2837100" y="2943325"/>
              <a:ext cx="975" cy="15375"/>
            </a:xfrm>
            <a:custGeom>
              <a:avLst/>
              <a:gdLst/>
              <a:ahLst/>
              <a:cxnLst/>
              <a:rect l="l" t="t" r="r" b="b"/>
              <a:pathLst>
                <a:path w="39" h="615" extrusionOk="0">
                  <a:moveTo>
                    <a:pt x="38" y="0"/>
                  </a:moveTo>
                  <a:lnTo>
                    <a:pt x="1" y="19"/>
                  </a:lnTo>
                  <a:lnTo>
                    <a:pt x="1" y="596"/>
                  </a:lnTo>
                  <a:lnTo>
                    <a:pt x="38" y="61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82" name="Google Shape;3282;p50"/>
            <p:cNvSpPr/>
            <p:nvPr/>
          </p:nvSpPr>
          <p:spPr>
            <a:xfrm>
              <a:off x="2838050" y="2942850"/>
              <a:ext cx="475" cy="16300"/>
            </a:xfrm>
            <a:custGeom>
              <a:avLst/>
              <a:gdLst/>
              <a:ahLst/>
              <a:cxnLst/>
              <a:rect l="l" t="t" r="r" b="b"/>
              <a:pathLst>
                <a:path w="19" h="652" extrusionOk="0">
                  <a:moveTo>
                    <a:pt x="19" y="1"/>
                  </a:moveTo>
                  <a:lnTo>
                    <a:pt x="0" y="19"/>
                  </a:lnTo>
                  <a:lnTo>
                    <a:pt x="0" y="633"/>
                  </a:lnTo>
                  <a:lnTo>
                    <a:pt x="19" y="65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83" name="Google Shape;3283;p50"/>
            <p:cNvSpPr/>
            <p:nvPr/>
          </p:nvSpPr>
          <p:spPr>
            <a:xfrm>
              <a:off x="2838500" y="2942375"/>
              <a:ext cx="500" cy="17250"/>
            </a:xfrm>
            <a:custGeom>
              <a:avLst/>
              <a:gdLst/>
              <a:ahLst/>
              <a:cxnLst/>
              <a:rect l="l" t="t" r="r" b="b"/>
              <a:pathLst>
                <a:path w="20" h="690" extrusionOk="0">
                  <a:moveTo>
                    <a:pt x="19" y="1"/>
                  </a:moveTo>
                  <a:lnTo>
                    <a:pt x="1" y="20"/>
                  </a:lnTo>
                  <a:lnTo>
                    <a:pt x="1" y="671"/>
                  </a:lnTo>
                  <a:lnTo>
                    <a:pt x="19" y="69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84" name="Google Shape;3284;p50"/>
            <p:cNvSpPr/>
            <p:nvPr/>
          </p:nvSpPr>
          <p:spPr>
            <a:xfrm>
              <a:off x="2838975" y="2941925"/>
              <a:ext cx="475" cy="18175"/>
            </a:xfrm>
            <a:custGeom>
              <a:avLst/>
              <a:gdLst/>
              <a:ahLst/>
              <a:cxnLst/>
              <a:rect l="l" t="t" r="r" b="b"/>
              <a:pathLst>
                <a:path w="19" h="727" extrusionOk="0">
                  <a:moveTo>
                    <a:pt x="19" y="0"/>
                  </a:moveTo>
                  <a:lnTo>
                    <a:pt x="0" y="19"/>
                  </a:lnTo>
                  <a:lnTo>
                    <a:pt x="0" y="708"/>
                  </a:lnTo>
                  <a:lnTo>
                    <a:pt x="19" y="72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85" name="Google Shape;3285;p50"/>
            <p:cNvSpPr/>
            <p:nvPr/>
          </p:nvSpPr>
          <p:spPr>
            <a:xfrm>
              <a:off x="2839425" y="2941000"/>
              <a:ext cx="500" cy="19550"/>
            </a:xfrm>
            <a:custGeom>
              <a:avLst/>
              <a:gdLst/>
              <a:ahLst/>
              <a:cxnLst/>
              <a:rect l="l" t="t" r="r" b="b"/>
              <a:pathLst>
                <a:path w="20" h="782" extrusionOk="0">
                  <a:moveTo>
                    <a:pt x="20" y="0"/>
                  </a:moveTo>
                  <a:lnTo>
                    <a:pt x="1" y="37"/>
                  </a:lnTo>
                  <a:lnTo>
                    <a:pt x="1" y="763"/>
                  </a:lnTo>
                  <a:lnTo>
                    <a:pt x="20" y="782"/>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86" name="Google Shape;3286;p50"/>
            <p:cNvSpPr/>
            <p:nvPr/>
          </p:nvSpPr>
          <p:spPr>
            <a:xfrm>
              <a:off x="2839900" y="2940525"/>
              <a:ext cx="500" cy="20950"/>
            </a:xfrm>
            <a:custGeom>
              <a:avLst/>
              <a:gdLst/>
              <a:ahLst/>
              <a:cxnLst/>
              <a:rect l="l" t="t" r="r" b="b"/>
              <a:pathLst>
                <a:path w="20" h="838" extrusionOk="0">
                  <a:moveTo>
                    <a:pt x="19" y="1"/>
                  </a:moveTo>
                  <a:lnTo>
                    <a:pt x="1" y="19"/>
                  </a:lnTo>
                  <a:lnTo>
                    <a:pt x="1" y="801"/>
                  </a:lnTo>
                  <a:lnTo>
                    <a:pt x="19" y="83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87" name="Google Shape;3287;p50"/>
            <p:cNvSpPr/>
            <p:nvPr/>
          </p:nvSpPr>
          <p:spPr>
            <a:xfrm>
              <a:off x="2840375" y="2940050"/>
              <a:ext cx="950" cy="21900"/>
            </a:xfrm>
            <a:custGeom>
              <a:avLst/>
              <a:gdLst/>
              <a:ahLst/>
              <a:cxnLst/>
              <a:rect l="l" t="t" r="r" b="b"/>
              <a:pathLst>
                <a:path w="38" h="876" extrusionOk="0">
                  <a:moveTo>
                    <a:pt x="37" y="1"/>
                  </a:moveTo>
                  <a:lnTo>
                    <a:pt x="0" y="20"/>
                  </a:lnTo>
                  <a:lnTo>
                    <a:pt x="0" y="857"/>
                  </a:lnTo>
                  <a:lnTo>
                    <a:pt x="37" y="876"/>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88" name="Google Shape;3288;p50"/>
            <p:cNvSpPr/>
            <p:nvPr/>
          </p:nvSpPr>
          <p:spPr>
            <a:xfrm>
              <a:off x="2841300" y="2939600"/>
              <a:ext cx="475" cy="22825"/>
            </a:xfrm>
            <a:custGeom>
              <a:avLst/>
              <a:gdLst/>
              <a:ahLst/>
              <a:cxnLst/>
              <a:rect l="l" t="t" r="r" b="b"/>
              <a:pathLst>
                <a:path w="19" h="913" extrusionOk="0">
                  <a:moveTo>
                    <a:pt x="19" y="0"/>
                  </a:moveTo>
                  <a:lnTo>
                    <a:pt x="0" y="19"/>
                  </a:lnTo>
                  <a:lnTo>
                    <a:pt x="0" y="894"/>
                  </a:lnTo>
                  <a:lnTo>
                    <a:pt x="19" y="91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89" name="Google Shape;3289;p50"/>
            <p:cNvSpPr/>
            <p:nvPr/>
          </p:nvSpPr>
          <p:spPr>
            <a:xfrm>
              <a:off x="2841750" y="2939125"/>
              <a:ext cx="500" cy="23750"/>
            </a:xfrm>
            <a:custGeom>
              <a:avLst/>
              <a:gdLst/>
              <a:ahLst/>
              <a:cxnLst/>
              <a:rect l="l" t="t" r="r" b="b"/>
              <a:pathLst>
                <a:path w="20" h="950" extrusionOk="0">
                  <a:moveTo>
                    <a:pt x="20" y="1"/>
                  </a:moveTo>
                  <a:lnTo>
                    <a:pt x="1" y="19"/>
                  </a:lnTo>
                  <a:lnTo>
                    <a:pt x="1" y="931"/>
                  </a:lnTo>
                  <a:lnTo>
                    <a:pt x="20" y="950"/>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90" name="Google Shape;3290;p50"/>
            <p:cNvSpPr/>
            <p:nvPr/>
          </p:nvSpPr>
          <p:spPr>
            <a:xfrm>
              <a:off x="2842225" y="2938675"/>
              <a:ext cx="500" cy="24675"/>
            </a:xfrm>
            <a:custGeom>
              <a:avLst/>
              <a:gdLst/>
              <a:ahLst/>
              <a:cxnLst/>
              <a:rect l="l" t="t" r="r" b="b"/>
              <a:pathLst>
                <a:path w="20" h="987" extrusionOk="0">
                  <a:moveTo>
                    <a:pt x="19" y="0"/>
                  </a:moveTo>
                  <a:lnTo>
                    <a:pt x="1" y="19"/>
                  </a:lnTo>
                  <a:lnTo>
                    <a:pt x="1" y="968"/>
                  </a:lnTo>
                  <a:lnTo>
                    <a:pt x="19" y="98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91" name="Google Shape;3291;p50"/>
            <p:cNvSpPr/>
            <p:nvPr/>
          </p:nvSpPr>
          <p:spPr>
            <a:xfrm>
              <a:off x="2842700" y="2937725"/>
              <a:ext cx="475" cy="26100"/>
            </a:xfrm>
            <a:custGeom>
              <a:avLst/>
              <a:gdLst/>
              <a:ahLst/>
              <a:cxnLst/>
              <a:rect l="l" t="t" r="r" b="b"/>
              <a:pathLst>
                <a:path w="19" h="1044" extrusionOk="0">
                  <a:moveTo>
                    <a:pt x="19" y="1"/>
                  </a:moveTo>
                  <a:lnTo>
                    <a:pt x="0" y="38"/>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92" name="Google Shape;3292;p50"/>
            <p:cNvSpPr/>
            <p:nvPr/>
          </p:nvSpPr>
          <p:spPr>
            <a:xfrm>
              <a:off x="2843150" y="2937275"/>
              <a:ext cx="500" cy="27475"/>
            </a:xfrm>
            <a:custGeom>
              <a:avLst/>
              <a:gdLst/>
              <a:ahLst/>
              <a:cxnLst/>
              <a:rect l="l" t="t" r="r" b="b"/>
              <a:pathLst>
                <a:path w="20" h="1099" extrusionOk="0">
                  <a:moveTo>
                    <a:pt x="19" y="0"/>
                  </a:moveTo>
                  <a:lnTo>
                    <a:pt x="1" y="19"/>
                  </a:lnTo>
                  <a:lnTo>
                    <a:pt x="1" y="1061"/>
                  </a:lnTo>
                  <a:lnTo>
                    <a:pt x="19" y="109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93" name="Google Shape;3293;p50"/>
            <p:cNvSpPr/>
            <p:nvPr/>
          </p:nvSpPr>
          <p:spPr>
            <a:xfrm>
              <a:off x="2843625" y="2936800"/>
              <a:ext cx="950" cy="28400"/>
            </a:xfrm>
            <a:custGeom>
              <a:avLst/>
              <a:gdLst/>
              <a:ahLst/>
              <a:cxnLst/>
              <a:rect l="l" t="t" r="r" b="b"/>
              <a:pathLst>
                <a:path w="38" h="1136" extrusionOk="0">
                  <a:moveTo>
                    <a:pt x="38" y="1"/>
                  </a:moveTo>
                  <a:lnTo>
                    <a:pt x="0" y="19"/>
                  </a:lnTo>
                  <a:lnTo>
                    <a:pt x="0" y="1117"/>
                  </a:lnTo>
                  <a:lnTo>
                    <a:pt x="38" y="1136"/>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94" name="Google Shape;3294;p50"/>
            <p:cNvSpPr/>
            <p:nvPr/>
          </p:nvSpPr>
          <p:spPr>
            <a:xfrm>
              <a:off x="2844550" y="2936350"/>
              <a:ext cx="500" cy="29325"/>
            </a:xfrm>
            <a:custGeom>
              <a:avLst/>
              <a:gdLst/>
              <a:ahLst/>
              <a:cxnLst/>
              <a:rect l="l" t="t" r="r" b="b"/>
              <a:pathLst>
                <a:path w="20" h="1173" extrusionOk="0">
                  <a:moveTo>
                    <a:pt x="19" y="0"/>
                  </a:moveTo>
                  <a:lnTo>
                    <a:pt x="1" y="19"/>
                  </a:lnTo>
                  <a:lnTo>
                    <a:pt x="1" y="1154"/>
                  </a:lnTo>
                  <a:lnTo>
                    <a:pt x="19" y="117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95" name="Google Shape;3295;p50"/>
            <p:cNvSpPr/>
            <p:nvPr/>
          </p:nvSpPr>
          <p:spPr>
            <a:xfrm>
              <a:off x="2845025" y="2935875"/>
              <a:ext cx="475" cy="30275"/>
            </a:xfrm>
            <a:custGeom>
              <a:avLst/>
              <a:gdLst/>
              <a:ahLst/>
              <a:cxnLst/>
              <a:rect l="l" t="t" r="r" b="b"/>
              <a:pathLst>
                <a:path w="19" h="1211" extrusionOk="0">
                  <a:moveTo>
                    <a:pt x="19" y="0"/>
                  </a:moveTo>
                  <a:lnTo>
                    <a:pt x="0" y="19"/>
                  </a:lnTo>
                  <a:lnTo>
                    <a:pt x="0" y="1192"/>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96" name="Google Shape;3296;p50"/>
            <p:cNvSpPr/>
            <p:nvPr/>
          </p:nvSpPr>
          <p:spPr>
            <a:xfrm>
              <a:off x="2845475" y="2935400"/>
              <a:ext cx="500" cy="31200"/>
            </a:xfrm>
            <a:custGeom>
              <a:avLst/>
              <a:gdLst/>
              <a:ahLst/>
              <a:cxnLst/>
              <a:rect l="l" t="t" r="r" b="b"/>
              <a:pathLst>
                <a:path w="20" h="1248" extrusionOk="0">
                  <a:moveTo>
                    <a:pt x="19" y="1"/>
                  </a:moveTo>
                  <a:lnTo>
                    <a:pt x="1" y="19"/>
                  </a:lnTo>
                  <a:lnTo>
                    <a:pt x="1" y="1229"/>
                  </a:lnTo>
                  <a:lnTo>
                    <a:pt x="19" y="124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97" name="Google Shape;3297;p50"/>
            <p:cNvSpPr/>
            <p:nvPr/>
          </p:nvSpPr>
          <p:spPr>
            <a:xfrm>
              <a:off x="2845950" y="2934475"/>
              <a:ext cx="500" cy="32600"/>
            </a:xfrm>
            <a:custGeom>
              <a:avLst/>
              <a:gdLst/>
              <a:ahLst/>
              <a:cxnLst/>
              <a:rect l="l" t="t" r="r" b="b"/>
              <a:pathLst>
                <a:path w="20" h="1304" extrusionOk="0">
                  <a:moveTo>
                    <a:pt x="19" y="1"/>
                  </a:moveTo>
                  <a:lnTo>
                    <a:pt x="0" y="38"/>
                  </a:lnTo>
                  <a:lnTo>
                    <a:pt x="0" y="1285"/>
                  </a:lnTo>
                  <a:lnTo>
                    <a:pt x="19" y="130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98" name="Google Shape;3298;p50"/>
            <p:cNvSpPr/>
            <p:nvPr/>
          </p:nvSpPr>
          <p:spPr>
            <a:xfrm>
              <a:off x="2846425" y="2934000"/>
              <a:ext cx="475" cy="34000"/>
            </a:xfrm>
            <a:custGeom>
              <a:avLst/>
              <a:gdLst/>
              <a:ahLst/>
              <a:cxnLst/>
              <a:rect l="l" t="t" r="r" b="b"/>
              <a:pathLst>
                <a:path w="19" h="1360" extrusionOk="0">
                  <a:moveTo>
                    <a:pt x="19" y="1"/>
                  </a:moveTo>
                  <a:lnTo>
                    <a:pt x="0" y="20"/>
                  </a:lnTo>
                  <a:lnTo>
                    <a:pt x="0" y="1322"/>
                  </a:lnTo>
                  <a:lnTo>
                    <a:pt x="19" y="136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299" name="Google Shape;3299;p50"/>
            <p:cNvSpPr/>
            <p:nvPr/>
          </p:nvSpPr>
          <p:spPr>
            <a:xfrm>
              <a:off x="2846875" y="2933550"/>
              <a:ext cx="950" cy="34925"/>
            </a:xfrm>
            <a:custGeom>
              <a:avLst/>
              <a:gdLst/>
              <a:ahLst/>
              <a:cxnLst/>
              <a:rect l="l" t="t" r="r" b="b"/>
              <a:pathLst>
                <a:path w="38" h="1397" extrusionOk="0">
                  <a:moveTo>
                    <a:pt x="38" y="0"/>
                  </a:moveTo>
                  <a:lnTo>
                    <a:pt x="1" y="19"/>
                  </a:lnTo>
                  <a:lnTo>
                    <a:pt x="1" y="1378"/>
                  </a:lnTo>
                  <a:lnTo>
                    <a:pt x="38" y="1396"/>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00" name="Google Shape;3300;p50"/>
            <p:cNvSpPr/>
            <p:nvPr/>
          </p:nvSpPr>
          <p:spPr>
            <a:xfrm>
              <a:off x="2847800" y="2933075"/>
              <a:ext cx="500" cy="35850"/>
            </a:xfrm>
            <a:custGeom>
              <a:avLst/>
              <a:gdLst/>
              <a:ahLst/>
              <a:cxnLst/>
              <a:rect l="l" t="t" r="r" b="b"/>
              <a:pathLst>
                <a:path w="20" h="1434" extrusionOk="0">
                  <a:moveTo>
                    <a:pt x="20" y="1"/>
                  </a:moveTo>
                  <a:lnTo>
                    <a:pt x="1" y="19"/>
                  </a:lnTo>
                  <a:lnTo>
                    <a:pt x="1" y="1415"/>
                  </a:lnTo>
                  <a:lnTo>
                    <a:pt x="20" y="1434"/>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01" name="Google Shape;3301;p50"/>
            <p:cNvSpPr/>
            <p:nvPr/>
          </p:nvSpPr>
          <p:spPr>
            <a:xfrm>
              <a:off x="2848275" y="2932625"/>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02" name="Google Shape;3302;p50"/>
            <p:cNvSpPr/>
            <p:nvPr/>
          </p:nvSpPr>
          <p:spPr>
            <a:xfrm>
              <a:off x="2848750" y="2932150"/>
              <a:ext cx="475" cy="37700"/>
            </a:xfrm>
            <a:custGeom>
              <a:avLst/>
              <a:gdLst/>
              <a:ahLst/>
              <a:cxnLst/>
              <a:rect l="l" t="t" r="r" b="b"/>
              <a:pathLst>
                <a:path w="19" h="1508" extrusionOk="0">
                  <a:moveTo>
                    <a:pt x="19" y="1"/>
                  </a:moveTo>
                  <a:lnTo>
                    <a:pt x="0" y="19"/>
                  </a:lnTo>
                  <a:lnTo>
                    <a:pt x="0" y="1489"/>
                  </a:lnTo>
                  <a:lnTo>
                    <a:pt x="19" y="150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03" name="Google Shape;3303;p50"/>
            <p:cNvSpPr/>
            <p:nvPr/>
          </p:nvSpPr>
          <p:spPr>
            <a:xfrm>
              <a:off x="2849200" y="2931225"/>
              <a:ext cx="500" cy="39100"/>
            </a:xfrm>
            <a:custGeom>
              <a:avLst/>
              <a:gdLst/>
              <a:ahLst/>
              <a:cxnLst/>
              <a:rect l="l" t="t" r="r" b="b"/>
              <a:pathLst>
                <a:path w="20" h="1564" extrusionOk="0">
                  <a:moveTo>
                    <a:pt x="19" y="0"/>
                  </a:moveTo>
                  <a:lnTo>
                    <a:pt x="1" y="38"/>
                  </a:lnTo>
                  <a:lnTo>
                    <a:pt x="1" y="1545"/>
                  </a:lnTo>
                  <a:lnTo>
                    <a:pt x="19" y="156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04" name="Google Shape;3304;p50"/>
            <p:cNvSpPr/>
            <p:nvPr/>
          </p:nvSpPr>
          <p:spPr>
            <a:xfrm>
              <a:off x="2849675" y="2930750"/>
              <a:ext cx="475" cy="40500"/>
            </a:xfrm>
            <a:custGeom>
              <a:avLst/>
              <a:gdLst/>
              <a:ahLst/>
              <a:cxnLst/>
              <a:rect l="l" t="t" r="r" b="b"/>
              <a:pathLst>
                <a:path w="19" h="1620" extrusionOk="0">
                  <a:moveTo>
                    <a:pt x="19" y="1"/>
                  </a:moveTo>
                  <a:lnTo>
                    <a:pt x="0" y="19"/>
                  </a:lnTo>
                  <a:lnTo>
                    <a:pt x="0" y="1583"/>
                  </a:lnTo>
                  <a:lnTo>
                    <a:pt x="19" y="162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05" name="Google Shape;3305;p50"/>
            <p:cNvSpPr/>
            <p:nvPr/>
          </p:nvSpPr>
          <p:spPr>
            <a:xfrm>
              <a:off x="2850125" y="2930300"/>
              <a:ext cx="975" cy="41425"/>
            </a:xfrm>
            <a:custGeom>
              <a:avLst/>
              <a:gdLst/>
              <a:ahLst/>
              <a:cxnLst/>
              <a:rect l="l" t="t" r="r" b="b"/>
              <a:pathLst>
                <a:path w="39" h="1657" extrusionOk="0">
                  <a:moveTo>
                    <a:pt x="38" y="0"/>
                  </a:moveTo>
                  <a:lnTo>
                    <a:pt x="1" y="19"/>
                  </a:lnTo>
                  <a:lnTo>
                    <a:pt x="1" y="1638"/>
                  </a:lnTo>
                  <a:lnTo>
                    <a:pt x="38" y="1656"/>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06" name="Google Shape;3306;p50"/>
            <p:cNvSpPr/>
            <p:nvPr/>
          </p:nvSpPr>
          <p:spPr>
            <a:xfrm>
              <a:off x="2851075" y="2929825"/>
              <a:ext cx="475" cy="42375"/>
            </a:xfrm>
            <a:custGeom>
              <a:avLst/>
              <a:gdLst/>
              <a:ahLst/>
              <a:cxnLst/>
              <a:rect l="l" t="t" r="r" b="b"/>
              <a:pathLst>
                <a:path w="19" h="1695" extrusionOk="0">
                  <a:moveTo>
                    <a:pt x="19" y="0"/>
                  </a:moveTo>
                  <a:lnTo>
                    <a:pt x="0" y="19"/>
                  </a:lnTo>
                  <a:lnTo>
                    <a:pt x="0" y="1675"/>
                  </a:lnTo>
                  <a:lnTo>
                    <a:pt x="19" y="169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07" name="Google Shape;3307;p50"/>
            <p:cNvSpPr/>
            <p:nvPr/>
          </p:nvSpPr>
          <p:spPr>
            <a:xfrm>
              <a:off x="2851525" y="2929350"/>
              <a:ext cx="500" cy="43300"/>
            </a:xfrm>
            <a:custGeom>
              <a:avLst/>
              <a:gdLst/>
              <a:ahLst/>
              <a:cxnLst/>
              <a:rect l="l" t="t" r="r" b="b"/>
              <a:pathLst>
                <a:path w="20" h="1732" extrusionOk="0">
                  <a:moveTo>
                    <a:pt x="19" y="1"/>
                  </a:moveTo>
                  <a:lnTo>
                    <a:pt x="1" y="19"/>
                  </a:lnTo>
                  <a:lnTo>
                    <a:pt x="1"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08" name="Google Shape;3308;p50"/>
            <p:cNvSpPr/>
            <p:nvPr/>
          </p:nvSpPr>
          <p:spPr>
            <a:xfrm>
              <a:off x="2852000" y="2928900"/>
              <a:ext cx="475" cy="44225"/>
            </a:xfrm>
            <a:custGeom>
              <a:avLst/>
              <a:gdLst/>
              <a:ahLst/>
              <a:cxnLst/>
              <a:rect l="l" t="t" r="r" b="b"/>
              <a:pathLst>
                <a:path w="19" h="1769" extrusionOk="0">
                  <a:moveTo>
                    <a:pt x="19" y="0"/>
                  </a:moveTo>
                  <a:lnTo>
                    <a:pt x="0" y="19"/>
                  </a:lnTo>
                  <a:lnTo>
                    <a:pt x="0" y="1750"/>
                  </a:lnTo>
                  <a:lnTo>
                    <a:pt x="19" y="17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09" name="Google Shape;3309;p50"/>
            <p:cNvSpPr/>
            <p:nvPr/>
          </p:nvSpPr>
          <p:spPr>
            <a:xfrm>
              <a:off x="2852475" y="2927975"/>
              <a:ext cx="475" cy="45600"/>
            </a:xfrm>
            <a:custGeom>
              <a:avLst/>
              <a:gdLst/>
              <a:ahLst/>
              <a:cxnLst/>
              <a:rect l="l" t="t" r="r" b="b"/>
              <a:pathLst>
                <a:path w="19" h="1824" extrusionOk="0">
                  <a:moveTo>
                    <a:pt x="19" y="0"/>
                  </a:moveTo>
                  <a:lnTo>
                    <a:pt x="0" y="37"/>
                  </a:lnTo>
                  <a:lnTo>
                    <a:pt x="0" y="1805"/>
                  </a:lnTo>
                  <a:lnTo>
                    <a:pt x="19" y="182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10" name="Google Shape;3310;p50"/>
            <p:cNvSpPr/>
            <p:nvPr/>
          </p:nvSpPr>
          <p:spPr>
            <a:xfrm>
              <a:off x="2852925" y="2927500"/>
              <a:ext cx="500" cy="47025"/>
            </a:xfrm>
            <a:custGeom>
              <a:avLst/>
              <a:gdLst/>
              <a:ahLst/>
              <a:cxnLst/>
              <a:rect l="l" t="t" r="r" b="b"/>
              <a:pathLst>
                <a:path w="20" h="1881" extrusionOk="0">
                  <a:moveTo>
                    <a:pt x="19" y="0"/>
                  </a:moveTo>
                  <a:lnTo>
                    <a:pt x="1" y="19"/>
                  </a:lnTo>
                  <a:lnTo>
                    <a:pt x="1" y="1843"/>
                  </a:lnTo>
                  <a:lnTo>
                    <a:pt x="19" y="18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11" name="Google Shape;3311;p50"/>
            <p:cNvSpPr/>
            <p:nvPr/>
          </p:nvSpPr>
          <p:spPr>
            <a:xfrm>
              <a:off x="2853400" y="2927025"/>
              <a:ext cx="950" cy="47950"/>
            </a:xfrm>
            <a:custGeom>
              <a:avLst/>
              <a:gdLst/>
              <a:ahLst/>
              <a:cxnLst/>
              <a:rect l="l" t="t" r="r" b="b"/>
              <a:pathLst>
                <a:path w="38" h="1918" extrusionOk="0">
                  <a:moveTo>
                    <a:pt x="37" y="1"/>
                  </a:moveTo>
                  <a:lnTo>
                    <a:pt x="0" y="19"/>
                  </a:lnTo>
                  <a:lnTo>
                    <a:pt x="0" y="1899"/>
                  </a:lnTo>
                  <a:lnTo>
                    <a:pt x="37" y="1918"/>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12" name="Google Shape;3312;p50"/>
            <p:cNvSpPr/>
            <p:nvPr/>
          </p:nvSpPr>
          <p:spPr>
            <a:xfrm>
              <a:off x="2854325" y="2926575"/>
              <a:ext cx="500" cy="48875"/>
            </a:xfrm>
            <a:custGeom>
              <a:avLst/>
              <a:gdLst/>
              <a:ahLst/>
              <a:cxnLst/>
              <a:rect l="l" t="t" r="r" b="b"/>
              <a:pathLst>
                <a:path w="20" h="1955" extrusionOk="0">
                  <a:moveTo>
                    <a:pt x="19" y="0"/>
                  </a:moveTo>
                  <a:lnTo>
                    <a:pt x="0" y="19"/>
                  </a:lnTo>
                  <a:lnTo>
                    <a:pt x="0" y="1936"/>
                  </a:lnTo>
                  <a:lnTo>
                    <a:pt x="19" y="19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13" name="Google Shape;3313;p50"/>
            <p:cNvSpPr/>
            <p:nvPr/>
          </p:nvSpPr>
          <p:spPr>
            <a:xfrm>
              <a:off x="2854800" y="2926100"/>
              <a:ext cx="475" cy="49800"/>
            </a:xfrm>
            <a:custGeom>
              <a:avLst/>
              <a:gdLst/>
              <a:ahLst/>
              <a:cxnLst/>
              <a:rect l="l" t="t" r="r" b="b"/>
              <a:pathLst>
                <a:path w="19" h="1992" extrusionOk="0">
                  <a:moveTo>
                    <a:pt x="19" y="1"/>
                  </a:moveTo>
                  <a:lnTo>
                    <a:pt x="0" y="19"/>
                  </a:lnTo>
                  <a:lnTo>
                    <a:pt x="0" y="1973"/>
                  </a:lnTo>
                  <a:lnTo>
                    <a:pt x="19" y="19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14" name="Google Shape;3314;p50"/>
            <p:cNvSpPr/>
            <p:nvPr/>
          </p:nvSpPr>
          <p:spPr>
            <a:xfrm>
              <a:off x="2855250" y="2925625"/>
              <a:ext cx="500" cy="50750"/>
            </a:xfrm>
            <a:custGeom>
              <a:avLst/>
              <a:gdLst/>
              <a:ahLst/>
              <a:cxnLst/>
              <a:rect l="l" t="t" r="r" b="b"/>
              <a:pathLst>
                <a:path w="20" h="2030" extrusionOk="0">
                  <a:moveTo>
                    <a:pt x="19" y="1"/>
                  </a:moveTo>
                  <a:lnTo>
                    <a:pt x="1" y="20"/>
                  </a:lnTo>
                  <a:lnTo>
                    <a:pt x="1" y="2011"/>
                  </a:lnTo>
                  <a:lnTo>
                    <a:pt x="19" y="203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15" name="Google Shape;3315;p50"/>
            <p:cNvSpPr/>
            <p:nvPr/>
          </p:nvSpPr>
          <p:spPr>
            <a:xfrm>
              <a:off x="2855725" y="2924700"/>
              <a:ext cx="475" cy="52150"/>
            </a:xfrm>
            <a:custGeom>
              <a:avLst/>
              <a:gdLst/>
              <a:ahLst/>
              <a:cxnLst/>
              <a:rect l="l" t="t" r="r" b="b"/>
              <a:pathLst>
                <a:path w="19" h="2086" extrusionOk="0">
                  <a:moveTo>
                    <a:pt x="19" y="1"/>
                  </a:moveTo>
                  <a:lnTo>
                    <a:pt x="0" y="38"/>
                  </a:lnTo>
                  <a:lnTo>
                    <a:pt x="0" y="2067"/>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16" name="Google Shape;3316;p50"/>
            <p:cNvSpPr/>
            <p:nvPr/>
          </p:nvSpPr>
          <p:spPr>
            <a:xfrm>
              <a:off x="2856175" y="2924250"/>
              <a:ext cx="500" cy="53525"/>
            </a:xfrm>
            <a:custGeom>
              <a:avLst/>
              <a:gdLst/>
              <a:ahLst/>
              <a:cxnLst/>
              <a:rect l="l" t="t" r="r" b="b"/>
              <a:pathLst>
                <a:path w="20" h="2141" extrusionOk="0">
                  <a:moveTo>
                    <a:pt x="20" y="0"/>
                  </a:moveTo>
                  <a:lnTo>
                    <a:pt x="1" y="19"/>
                  </a:lnTo>
                  <a:lnTo>
                    <a:pt x="1" y="2103"/>
                  </a:lnTo>
                  <a:lnTo>
                    <a:pt x="20" y="2140"/>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17" name="Google Shape;3317;p50"/>
            <p:cNvSpPr/>
            <p:nvPr/>
          </p:nvSpPr>
          <p:spPr>
            <a:xfrm>
              <a:off x="2856650" y="2923775"/>
              <a:ext cx="950" cy="54450"/>
            </a:xfrm>
            <a:custGeom>
              <a:avLst/>
              <a:gdLst/>
              <a:ahLst/>
              <a:cxnLst/>
              <a:rect l="l" t="t" r="r" b="b"/>
              <a:pathLst>
                <a:path w="38" h="2178" extrusionOk="0">
                  <a:moveTo>
                    <a:pt x="38" y="1"/>
                  </a:moveTo>
                  <a:lnTo>
                    <a:pt x="1" y="19"/>
                  </a:lnTo>
                  <a:lnTo>
                    <a:pt x="1" y="2159"/>
                  </a:lnTo>
                  <a:lnTo>
                    <a:pt x="38" y="2178"/>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18" name="Google Shape;3318;p50"/>
            <p:cNvSpPr/>
            <p:nvPr/>
          </p:nvSpPr>
          <p:spPr>
            <a:xfrm>
              <a:off x="2857575" y="2923300"/>
              <a:ext cx="500" cy="55400"/>
            </a:xfrm>
            <a:custGeom>
              <a:avLst/>
              <a:gdLst/>
              <a:ahLst/>
              <a:cxnLst/>
              <a:rect l="l" t="t" r="r" b="b"/>
              <a:pathLst>
                <a:path w="20" h="2216" extrusionOk="0">
                  <a:moveTo>
                    <a:pt x="19" y="1"/>
                  </a:moveTo>
                  <a:lnTo>
                    <a:pt x="1" y="20"/>
                  </a:lnTo>
                  <a:lnTo>
                    <a:pt x="1" y="2197"/>
                  </a:lnTo>
                  <a:lnTo>
                    <a:pt x="19" y="221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19" name="Google Shape;3319;p50"/>
            <p:cNvSpPr/>
            <p:nvPr/>
          </p:nvSpPr>
          <p:spPr>
            <a:xfrm>
              <a:off x="2858050" y="2922850"/>
              <a:ext cx="475" cy="56325"/>
            </a:xfrm>
            <a:custGeom>
              <a:avLst/>
              <a:gdLst/>
              <a:ahLst/>
              <a:cxnLst/>
              <a:rect l="l" t="t" r="r" b="b"/>
              <a:pathLst>
                <a:path w="19" h="2253" extrusionOk="0">
                  <a:moveTo>
                    <a:pt x="19" y="0"/>
                  </a:moveTo>
                  <a:lnTo>
                    <a:pt x="0" y="19"/>
                  </a:lnTo>
                  <a:lnTo>
                    <a:pt x="0" y="2234"/>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20" name="Google Shape;3320;p50"/>
            <p:cNvSpPr/>
            <p:nvPr/>
          </p:nvSpPr>
          <p:spPr>
            <a:xfrm>
              <a:off x="2858500" y="2922375"/>
              <a:ext cx="500" cy="57250"/>
            </a:xfrm>
            <a:custGeom>
              <a:avLst/>
              <a:gdLst/>
              <a:ahLst/>
              <a:cxnLst/>
              <a:rect l="l" t="t" r="r" b="b"/>
              <a:pathLst>
                <a:path w="20" h="2290" extrusionOk="0">
                  <a:moveTo>
                    <a:pt x="20" y="1"/>
                  </a:moveTo>
                  <a:lnTo>
                    <a:pt x="1" y="19"/>
                  </a:lnTo>
                  <a:lnTo>
                    <a:pt x="1" y="2271"/>
                  </a:lnTo>
                  <a:lnTo>
                    <a:pt x="20" y="2290"/>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21" name="Google Shape;3321;p50"/>
            <p:cNvSpPr/>
            <p:nvPr/>
          </p:nvSpPr>
          <p:spPr>
            <a:xfrm>
              <a:off x="2858975" y="2921925"/>
              <a:ext cx="500" cy="58175"/>
            </a:xfrm>
            <a:custGeom>
              <a:avLst/>
              <a:gdLst/>
              <a:ahLst/>
              <a:cxnLst/>
              <a:rect l="l" t="t" r="r" b="b"/>
              <a:pathLst>
                <a:path w="20" h="2327" extrusionOk="0">
                  <a:moveTo>
                    <a:pt x="19" y="0"/>
                  </a:moveTo>
                  <a:lnTo>
                    <a:pt x="1" y="19"/>
                  </a:lnTo>
                  <a:lnTo>
                    <a:pt x="1" y="2308"/>
                  </a:lnTo>
                  <a:lnTo>
                    <a:pt x="19" y="2326"/>
                  </a:lnTo>
                  <a:lnTo>
                    <a:pt x="19" y="2308"/>
                  </a:lnTo>
                  <a:lnTo>
                    <a:pt x="19" y="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22" name="Google Shape;3322;p50"/>
            <p:cNvSpPr/>
            <p:nvPr/>
          </p:nvSpPr>
          <p:spPr>
            <a:xfrm>
              <a:off x="2859450" y="2922375"/>
              <a:ext cx="475" cy="57250"/>
            </a:xfrm>
            <a:custGeom>
              <a:avLst/>
              <a:gdLst/>
              <a:ahLst/>
              <a:cxnLst/>
              <a:rect l="l" t="t" r="r" b="b"/>
              <a:pathLst>
                <a:path w="19" h="2290" extrusionOk="0">
                  <a:moveTo>
                    <a:pt x="0" y="1"/>
                  </a:moveTo>
                  <a:lnTo>
                    <a:pt x="0" y="2290"/>
                  </a:lnTo>
                  <a:lnTo>
                    <a:pt x="19" y="227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23" name="Google Shape;3323;p50"/>
            <p:cNvSpPr/>
            <p:nvPr/>
          </p:nvSpPr>
          <p:spPr>
            <a:xfrm>
              <a:off x="2859900" y="2922850"/>
              <a:ext cx="950" cy="56325"/>
            </a:xfrm>
            <a:custGeom>
              <a:avLst/>
              <a:gdLst/>
              <a:ahLst/>
              <a:cxnLst/>
              <a:rect l="l" t="t" r="r" b="b"/>
              <a:pathLst>
                <a:path w="38" h="2253" extrusionOk="0">
                  <a:moveTo>
                    <a:pt x="1" y="0"/>
                  </a:moveTo>
                  <a:lnTo>
                    <a:pt x="1" y="2252"/>
                  </a:lnTo>
                  <a:lnTo>
                    <a:pt x="38" y="2234"/>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24" name="Google Shape;3324;p50"/>
            <p:cNvSpPr/>
            <p:nvPr/>
          </p:nvSpPr>
          <p:spPr>
            <a:xfrm>
              <a:off x="2860850" y="2923300"/>
              <a:ext cx="475" cy="55400"/>
            </a:xfrm>
            <a:custGeom>
              <a:avLst/>
              <a:gdLst/>
              <a:ahLst/>
              <a:cxnLst/>
              <a:rect l="l" t="t" r="r" b="b"/>
              <a:pathLst>
                <a:path w="19" h="2216" extrusionOk="0">
                  <a:moveTo>
                    <a:pt x="0" y="1"/>
                  </a:moveTo>
                  <a:lnTo>
                    <a:pt x="0" y="2216"/>
                  </a:lnTo>
                  <a:lnTo>
                    <a:pt x="19" y="2197"/>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25" name="Google Shape;3325;p50"/>
            <p:cNvSpPr/>
            <p:nvPr/>
          </p:nvSpPr>
          <p:spPr>
            <a:xfrm>
              <a:off x="2861300" y="2923775"/>
              <a:ext cx="500" cy="54450"/>
            </a:xfrm>
            <a:custGeom>
              <a:avLst/>
              <a:gdLst/>
              <a:ahLst/>
              <a:cxnLst/>
              <a:rect l="l" t="t" r="r" b="b"/>
              <a:pathLst>
                <a:path w="20" h="2178" extrusionOk="0">
                  <a:moveTo>
                    <a:pt x="1" y="1"/>
                  </a:moveTo>
                  <a:lnTo>
                    <a:pt x="1" y="2178"/>
                  </a:lnTo>
                  <a:lnTo>
                    <a:pt x="19" y="2159"/>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26" name="Google Shape;3326;p50"/>
            <p:cNvSpPr/>
            <p:nvPr/>
          </p:nvSpPr>
          <p:spPr>
            <a:xfrm>
              <a:off x="2861775" y="2924250"/>
              <a:ext cx="475" cy="53525"/>
            </a:xfrm>
            <a:custGeom>
              <a:avLst/>
              <a:gdLst/>
              <a:ahLst/>
              <a:cxnLst/>
              <a:rect l="l" t="t" r="r" b="b"/>
              <a:pathLst>
                <a:path w="19" h="2141" extrusionOk="0">
                  <a:moveTo>
                    <a:pt x="0" y="0"/>
                  </a:moveTo>
                  <a:lnTo>
                    <a:pt x="0" y="2140"/>
                  </a:lnTo>
                  <a:lnTo>
                    <a:pt x="19" y="210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27" name="Google Shape;3327;p50"/>
            <p:cNvSpPr/>
            <p:nvPr/>
          </p:nvSpPr>
          <p:spPr>
            <a:xfrm>
              <a:off x="2862225" y="2924700"/>
              <a:ext cx="500" cy="52150"/>
            </a:xfrm>
            <a:custGeom>
              <a:avLst/>
              <a:gdLst/>
              <a:ahLst/>
              <a:cxnLst/>
              <a:rect l="l" t="t" r="r" b="b"/>
              <a:pathLst>
                <a:path w="20" h="2086" extrusionOk="0">
                  <a:moveTo>
                    <a:pt x="1" y="1"/>
                  </a:moveTo>
                  <a:lnTo>
                    <a:pt x="1" y="2085"/>
                  </a:lnTo>
                  <a:lnTo>
                    <a:pt x="19" y="2067"/>
                  </a:lnTo>
                  <a:lnTo>
                    <a:pt x="19"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28" name="Google Shape;3328;p50"/>
            <p:cNvSpPr/>
            <p:nvPr/>
          </p:nvSpPr>
          <p:spPr>
            <a:xfrm>
              <a:off x="2862700" y="2925625"/>
              <a:ext cx="950" cy="50750"/>
            </a:xfrm>
            <a:custGeom>
              <a:avLst/>
              <a:gdLst/>
              <a:ahLst/>
              <a:cxnLst/>
              <a:rect l="l" t="t" r="r" b="b"/>
              <a:pathLst>
                <a:path w="38" h="2030" extrusionOk="0">
                  <a:moveTo>
                    <a:pt x="0" y="1"/>
                  </a:moveTo>
                  <a:lnTo>
                    <a:pt x="0" y="2030"/>
                  </a:lnTo>
                  <a:lnTo>
                    <a:pt x="38" y="2011"/>
                  </a:lnTo>
                  <a:lnTo>
                    <a:pt x="38"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29" name="Google Shape;3329;p50"/>
            <p:cNvSpPr/>
            <p:nvPr/>
          </p:nvSpPr>
          <p:spPr>
            <a:xfrm>
              <a:off x="2863625" y="2926100"/>
              <a:ext cx="500" cy="49800"/>
            </a:xfrm>
            <a:custGeom>
              <a:avLst/>
              <a:gdLst/>
              <a:ahLst/>
              <a:cxnLst/>
              <a:rect l="l" t="t" r="r" b="b"/>
              <a:pathLst>
                <a:path w="20" h="1992" extrusionOk="0">
                  <a:moveTo>
                    <a:pt x="1" y="1"/>
                  </a:moveTo>
                  <a:lnTo>
                    <a:pt x="1" y="1992"/>
                  </a:lnTo>
                  <a:lnTo>
                    <a:pt x="19" y="197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30" name="Google Shape;3330;p50"/>
            <p:cNvSpPr/>
            <p:nvPr/>
          </p:nvSpPr>
          <p:spPr>
            <a:xfrm>
              <a:off x="2864100" y="2926575"/>
              <a:ext cx="475" cy="48875"/>
            </a:xfrm>
            <a:custGeom>
              <a:avLst/>
              <a:gdLst/>
              <a:ahLst/>
              <a:cxnLst/>
              <a:rect l="l" t="t" r="r" b="b"/>
              <a:pathLst>
                <a:path w="19" h="1955" extrusionOk="0">
                  <a:moveTo>
                    <a:pt x="0" y="0"/>
                  </a:moveTo>
                  <a:lnTo>
                    <a:pt x="0" y="1954"/>
                  </a:lnTo>
                  <a:lnTo>
                    <a:pt x="19" y="1936"/>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31" name="Google Shape;3331;p50"/>
            <p:cNvSpPr/>
            <p:nvPr/>
          </p:nvSpPr>
          <p:spPr>
            <a:xfrm>
              <a:off x="2864550" y="2927025"/>
              <a:ext cx="500" cy="47950"/>
            </a:xfrm>
            <a:custGeom>
              <a:avLst/>
              <a:gdLst/>
              <a:ahLst/>
              <a:cxnLst/>
              <a:rect l="l" t="t" r="r" b="b"/>
              <a:pathLst>
                <a:path w="20" h="1918" extrusionOk="0">
                  <a:moveTo>
                    <a:pt x="1" y="1"/>
                  </a:moveTo>
                  <a:lnTo>
                    <a:pt x="1" y="1918"/>
                  </a:lnTo>
                  <a:lnTo>
                    <a:pt x="19" y="1899"/>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32" name="Google Shape;3332;p50"/>
            <p:cNvSpPr/>
            <p:nvPr/>
          </p:nvSpPr>
          <p:spPr>
            <a:xfrm>
              <a:off x="2865025" y="2927500"/>
              <a:ext cx="500" cy="47025"/>
            </a:xfrm>
            <a:custGeom>
              <a:avLst/>
              <a:gdLst/>
              <a:ahLst/>
              <a:cxnLst/>
              <a:rect l="l" t="t" r="r" b="b"/>
              <a:pathLst>
                <a:path w="20" h="1881" extrusionOk="0">
                  <a:moveTo>
                    <a:pt x="0" y="0"/>
                  </a:moveTo>
                  <a:lnTo>
                    <a:pt x="0" y="1880"/>
                  </a:lnTo>
                  <a:lnTo>
                    <a:pt x="19" y="184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33" name="Google Shape;3333;p50"/>
            <p:cNvSpPr/>
            <p:nvPr/>
          </p:nvSpPr>
          <p:spPr>
            <a:xfrm>
              <a:off x="2865500" y="2927975"/>
              <a:ext cx="475" cy="45600"/>
            </a:xfrm>
            <a:custGeom>
              <a:avLst/>
              <a:gdLst/>
              <a:ahLst/>
              <a:cxnLst/>
              <a:rect l="l" t="t" r="r" b="b"/>
              <a:pathLst>
                <a:path w="19" h="1824" extrusionOk="0">
                  <a:moveTo>
                    <a:pt x="0" y="0"/>
                  </a:moveTo>
                  <a:lnTo>
                    <a:pt x="0" y="1824"/>
                  </a:lnTo>
                  <a:lnTo>
                    <a:pt x="19" y="1805"/>
                  </a:lnTo>
                  <a:lnTo>
                    <a:pt x="19" y="37"/>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34" name="Google Shape;3334;p50"/>
            <p:cNvSpPr/>
            <p:nvPr/>
          </p:nvSpPr>
          <p:spPr>
            <a:xfrm>
              <a:off x="2865950" y="2928900"/>
              <a:ext cx="950" cy="44225"/>
            </a:xfrm>
            <a:custGeom>
              <a:avLst/>
              <a:gdLst/>
              <a:ahLst/>
              <a:cxnLst/>
              <a:rect l="l" t="t" r="r" b="b"/>
              <a:pathLst>
                <a:path w="38" h="1769" extrusionOk="0">
                  <a:moveTo>
                    <a:pt x="1" y="0"/>
                  </a:moveTo>
                  <a:lnTo>
                    <a:pt x="1" y="1768"/>
                  </a:lnTo>
                  <a:lnTo>
                    <a:pt x="38" y="1750"/>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35" name="Google Shape;3335;p50"/>
            <p:cNvSpPr/>
            <p:nvPr/>
          </p:nvSpPr>
          <p:spPr>
            <a:xfrm>
              <a:off x="2866875" y="2929350"/>
              <a:ext cx="500" cy="43300"/>
            </a:xfrm>
            <a:custGeom>
              <a:avLst/>
              <a:gdLst/>
              <a:ahLst/>
              <a:cxnLst/>
              <a:rect l="l" t="t" r="r" b="b"/>
              <a:pathLst>
                <a:path w="20" h="1732" extrusionOk="0">
                  <a:moveTo>
                    <a:pt x="1" y="1"/>
                  </a:moveTo>
                  <a:lnTo>
                    <a:pt x="1" y="1732"/>
                  </a:lnTo>
                  <a:lnTo>
                    <a:pt x="20" y="1713"/>
                  </a:lnTo>
                  <a:lnTo>
                    <a:pt x="20"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36" name="Google Shape;3336;p50"/>
            <p:cNvSpPr/>
            <p:nvPr/>
          </p:nvSpPr>
          <p:spPr>
            <a:xfrm>
              <a:off x="2867350" y="2929825"/>
              <a:ext cx="500" cy="42375"/>
            </a:xfrm>
            <a:custGeom>
              <a:avLst/>
              <a:gdLst/>
              <a:ahLst/>
              <a:cxnLst/>
              <a:rect l="l" t="t" r="r" b="b"/>
              <a:pathLst>
                <a:path w="20" h="1695" extrusionOk="0">
                  <a:moveTo>
                    <a:pt x="1" y="0"/>
                  </a:moveTo>
                  <a:lnTo>
                    <a:pt x="1" y="1694"/>
                  </a:lnTo>
                  <a:lnTo>
                    <a:pt x="19" y="167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37" name="Google Shape;3337;p50"/>
            <p:cNvSpPr/>
            <p:nvPr/>
          </p:nvSpPr>
          <p:spPr>
            <a:xfrm>
              <a:off x="2867825" y="2930300"/>
              <a:ext cx="475" cy="41425"/>
            </a:xfrm>
            <a:custGeom>
              <a:avLst/>
              <a:gdLst/>
              <a:ahLst/>
              <a:cxnLst/>
              <a:rect l="l" t="t" r="r" b="b"/>
              <a:pathLst>
                <a:path w="19" h="1657" extrusionOk="0">
                  <a:moveTo>
                    <a:pt x="0" y="0"/>
                  </a:moveTo>
                  <a:lnTo>
                    <a:pt x="0" y="1656"/>
                  </a:lnTo>
                  <a:lnTo>
                    <a:pt x="19" y="1638"/>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38" name="Google Shape;3338;p50"/>
            <p:cNvSpPr/>
            <p:nvPr/>
          </p:nvSpPr>
          <p:spPr>
            <a:xfrm>
              <a:off x="2868275" y="2930750"/>
              <a:ext cx="500" cy="40500"/>
            </a:xfrm>
            <a:custGeom>
              <a:avLst/>
              <a:gdLst/>
              <a:ahLst/>
              <a:cxnLst/>
              <a:rect l="l" t="t" r="r" b="b"/>
              <a:pathLst>
                <a:path w="20" h="1620" extrusionOk="0">
                  <a:moveTo>
                    <a:pt x="1" y="1"/>
                  </a:moveTo>
                  <a:lnTo>
                    <a:pt x="1" y="1620"/>
                  </a:lnTo>
                  <a:lnTo>
                    <a:pt x="19" y="158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39" name="Google Shape;3339;p50"/>
            <p:cNvSpPr/>
            <p:nvPr/>
          </p:nvSpPr>
          <p:spPr>
            <a:xfrm>
              <a:off x="2868750" y="2931225"/>
              <a:ext cx="475" cy="39100"/>
            </a:xfrm>
            <a:custGeom>
              <a:avLst/>
              <a:gdLst/>
              <a:ahLst/>
              <a:cxnLst/>
              <a:rect l="l" t="t" r="r" b="b"/>
              <a:pathLst>
                <a:path w="19" h="1564" extrusionOk="0">
                  <a:moveTo>
                    <a:pt x="0" y="0"/>
                  </a:moveTo>
                  <a:lnTo>
                    <a:pt x="0" y="1564"/>
                  </a:lnTo>
                  <a:lnTo>
                    <a:pt x="19" y="1545"/>
                  </a:lnTo>
                  <a:lnTo>
                    <a:pt x="19" y="38"/>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40" name="Google Shape;3340;p50"/>
            <p:cNvSpPr/>
            <p:nvPr/>
          </p:nvSpPr>
          <p:spPr>
            <a:xfrm>
              <a:off x="2869200" y="2932150"/>
              <a:ext cx="975" cy="37700"/>
            </a:xfrm>
            <a:custGeom>
              <a:avLst/>
              <a:gdLst/>
              <a:ahLst/>
              <a:cxnLst/>
              <a:rect l="l" t="t" r="r" b="b"/>
              <a:pathLst>
                <a:path w="39" h="1508" extrusionOk="0">
                  <a:moveTo>
                    <a:pt x="1" y="1"/>
                  </a:moveTo>
                  <a:lnTo>
                    <a:pt x="1" y="1508"/>
                  </a:lnTo>
                  <a:lnTo>
                    <a:pt x="38" y="1489"/>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41" name="Google Shape;3341;p50"/>
            <p:cNvSpPr/>
            <p:nvPr/>
          </p:nvSpPr>
          <p:spPr>
            <a:xfrm>
              <a:off x="2870150" y="2932625"/>
              <a:ext cx="475" cy="36775"/>
            </a:xfrm>
            <a:custGeom>
              <a:avLst/>
              <a:gdLst/>
              <a:ahLst/>
              <a:cxnLst/>
              <a:rect l="l" t="t" r="r" b="b"/>
              <a:pathLst>
                <a:path w="19" h="1471" extrusionOk="0">
                  <a:moveTo>
                    <a:pt x="0" y="0"/>
                  </a:moveTo>
                  <a:lnTo>
                    <a:pt x="0" y="1470"/>
                  </a:lnTo>
                  <a:lnTo>
                    <a:pt x="19" y="1452"/>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42" name="Google Shape;3342;p50"/>
            <p:cNvSpPr/>
            <p:nvPr/>
          </p:nvSpPr>
          <p:spPr>
            <a:xfrm>
              <a:off x="2870600" y="2933075"/>
              <a:ext cx="500" cy="35850"/>
            </a:xfrm>
            <a:custGeom>
              <a:avLst/>
              <a:gdLst/>
              <a:ahLst/>
              <a:cxnLst/>
              <a:rect l="l" t="t" r="r" b="b"/>
              <a:pathLst>
                <a:path w="20" h="1434" extrusionOk="0">
                  <a:moveTo>
                    <a:pt x="1" y="1"/>
                  </a:moveTo>
                  <a:lnTo>
                    <a:pt x="1" y="1434"/>
                  </a:lnTo>
                  <a:lnTo>
                    <a:pt x="19" y="1415"/>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43" name="Google Shape;3343;p50"/>
            <p:cNvSpPr/>
            <p:nvPr/>
          </p:nvSpPr>
          <p:spPr>
            <a:xfrm>
              <a:off x="2871075" y="2933550"/>
              <a:ext cx="500" cy="34925"/>
            </a:xfrm>
            <a:custGeom>
              <a:avLst/>
              <a:gdLst/>
              <a:ahLst/>
              <a:cxnLst/>
              <a:rect l="l" t="t" r="r" b="b"/>
              <a:pathLst>
                <a:path w="20" h="1397" extrusionOk="0">
                  <a:moveTo>
                    <a:pt x="0" y="0"/>
                  </a:moveTo>
                  <a:lnTo>
                    <a:pt x="0" y="1396"/>
                  </a:lnTo>
                  <a:lnTo>
                    <a:pt x="19" y="1378"/>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44" name="Google Shape;3344;p50"/>
            <p:cNvSpPr/>
            <p:nvPr/>
          </p:nvSpPr>
          <p:spPr>
            <a:xfrm>
              <a:off x="2871550" y="2934000"/>
              <a:ext cx="475" cy="34000"/>
            </a:xfrm>
            <a:custGeom>
              <a:avLst/>
              <a:gdLst/>
              <a:ahLst/>
              <a:cxnLst/>
              <a:rect l="l" t="t" r="r" b="b"/>
              <a:pathLst>
                <a:path w="19" h="1360" extrusionOk="0">
                  <a:moveTo>
                    <a:pt x="0" y="1"/>
                  </a:moveTo>
                  <a:lnTo>
                    <a:pt x="0" y="1360"/>
                  </a:lnTo>
                  <a:lnTo>
                    <a:pt x="19" y="1322"/>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45" name="Google Shape;3345;p50"/>
            <p:cNvSpPr/>
            <p:nvPr/>
          </p:nvSpPr>
          <p:spPr>
            <a:xfrm>
              <a:off x="2872000" y="2934475"/>
              <a:ext cx="500" cy="32600"/>
            </a:xfrm>
            <a:custGeom>
              <a:avLst/>
              <a:gdLst/>
              <a:ahLst/>
              <a:cxnLst/>
              <a:rect l="l" t="t" r="r" b="b"/>
              <a:pathLst>
                <a:path w="20" h="1304" extrusionOk="0">
                  <a:moveTo>
                    <a:pt x="1" y="1"/>
                  </a:moveTo>
                  <a:lnTo>
                    <a:pt x="1" y="1303"/>
                  </a:lnTo>
                  <a:lnTo>
                    <a:pt x="19" y="1285"/>
                  </a:lnTo>
                  <a:lnTo>
                    <a:pt x="19"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46" name="Google Shape;3346;p50"/>
            <p:cNvSpPr/>
            <p:nvPr/>
          </p:nvSpPr>
          <p:spPr>
            <a:xfrm>
              <a:off x="2872475" y="2935400"/>
              <a:ext cx="950" cy="31200"/>
            </a:xfrm>
            <a:custGeom>
              <a:avLst/>
              <a:gdLst/>
              <a:ahLst/>
              <a:cxnLst/>
              <a:rect l="l" t="t" r="r" b="b"/>
              <a:pathLst>
                <a:path w="38" h="1248" extrusionOk="0">
                  <a:moveTo>
                    <a:pt x="0" y="1"/>
                  </a:moveTo>
                  <a:lnTo>
                    <a:pt x="0" y="1248"/>
                  </a:lnTo>
                  <a:lnTo>
                    <a:pt x="37" y="1229"/>
                  </a:lnTo>
                  <a:lnTo>
                    <a:pt x="37"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47" name="Google Shape;3347;p50"/>
            <p:cNvSpPr/>
            <p:nvPr/>
          </p:nvSpPr>
          <p:spPr>
            <a:xfrm>
              <a:off x="2873400" y="2935875"/>
              <a:ext cx="500" cy="30275"/>
            </a:xfrm>
            <a:custGeom>
              <a:avLst/>
              <a:gdLst/>
              <a:ahLst/>
              <a:cxnLst/>
              <a:rect l="l" t="t" r="r" b="b"/>
              <a:pathLst>
                <a:path w="20" h="1211" extrusionOk="0">
                  <a:moveTo>
                    <a:pt x="0" y="0"/>
                  </a:moveTo>
                  <a:lnTo>
                    <a:pt x="0" y="1210"/>
                  </a:lnTo>
                  <a:lnTo>
                    <a:pt x="19" y="1192"/>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48" name="Google Shape;3348;p50"/>
            <p:cNvSpPr/>
            <p:nvPr/>
          </p:nvSpPr>
          <p:spPr>
            <a:xfrm>
              <a:off x="2873875" y="2936350"/>
              <a:ext cx="475" cy="29325"/>
            </a:xfrm>
            <a:custGeom>
              <a:avLst/>
              <a:gdLst/>
              <a:ahLst/>
              <a:cxnLst/>
              <a:rect l="l" t="t" r="r" b="b"/>
              <a:pathLst>
                <a:path w="19" h="1173" extrusionOk="0">
                  <a:moveTo>
                    <a:pt x="0" y="0"/>
                  </a:moveTo>
                  <a:lnTo>
                    <a:pt x="0" y="1173"/>
                  </a:lnTo>
                  <a:lnTo>
                    <a:pt x="19" y="1154"/>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49" name="Google Shape;3349;p50"/>
            <p:cNvSpPr/>
            <p:nvPr/>
          </p:nvSpPr>
          <p:spPr>
            <a:xfrm>
              <a:off x="2874325" y="2936800"/>
              <a:ext cx="500" cy="28400"/>
            </a:xfrm>
            <a:custGeom>
              <a:avLst/>
              <a:gdLst/>
              <a:ahLst/>
              <a:cxnLst/>
              <a:rect l="l" t="t" r="r" b="b"/>
              <a:pathLst>
                <a:path w="20" h="1136" extrusionOk="0">
                  <a:moveTo>
                    <a:pt x="1" y="1"/>
                  </a:moveTo>
                  <a:lnTo>
                    <a:pt x="1" y="1136"/>
                  </a:lnTo>
                  <a:lnTo>
                    <a:pt x="19" y="1117"/>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50" name="Google Shape;3350;p50"/>
            <p:cNvSpPr/>
            <p:nvPr/>
          </p:nvSpPr>
          <p:spPr>
            <a:xfrm>
              <a:off x="2874800" y="2937275"/>
              <a:ext cx="475" cy="27475"/>
            </a:xfrm>
            <a:custGeom>
              <a:avLst/>
              <a:gdLst/>
              <a:ahLst/>
              <a:cxnLst/>
              <a:rect l="l" t="t" r="r" b="b"/>
              <a:pathLst>
                <a:path w="19" h="1099" extrusionOk="0">
                  <a:moveTo>
                    <a:pt x="0" y="0"/>
                  </a:moveTo>
                  <a:lnTo>
                    <a:pt x="0" y="1098"/>
                  </a:lnTo>
                  <a:lnTo>
                    <a:pt x="19" y="106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51" name="Google Shape;3351;p50"/>
            <p:cNvSpPr/>
            <p:nvPr/>
          </p:nvSpPr>
          <p:spPr>
            <a:xfrm>
              <a:off x="2875250" y="2937725"/>
              <a:ext cx="500" cy="26100"/>
            </a:xfrm>
            <a:custGeom>
              <a:avLst/>
              <a:gdLst/>
              <a:ahLst/>
              <a:cxnLst/>
              <a:rect l="l" t="t" r="r" b="b"/>
              <a:pathLst>
                <a:path w="20" h="1044" extrusionOk="0">
                  <a:moveTo>
                    <a:pt x="1" y="1"/>
                  </a:moveTo>
                  <a:lnTo>
                    <a:pt x="1" y="1043"/>
                  </a:lnTo>
                  <a:lnTo>
                    <a:pt x="20" y="1024"/>
                  </a:lnTo>
                  <a:lnTo>
                    <a:pt x="20"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52" name="Google Shape;3352;p50"/>
            <p:cNvSpPr/>
            <p:nvPr/>
          </p:nvSpPr>
          <p:spPr>
            <a:xfrm>
              <a:off x="2875725" y="2938675"/>
              <a:ext cx="950" cy="24675"/>
            </a:xfrm>
            <a:custGeom>
              <a:avLst/>
              <a:gdLst/>
              <a:ahLst/>
              <a:cxnLst/>
              <a:rect l="l" t="t" r="r" b="b"/>
              <a:pathLst>
                <a:path w="38" h="987" extrusionOk="0">
                  <a:moveTo>
                    <a:pt x="1" y="0"/>
                  </a:moveTo>
                  <a:lnTo>
                    <a:pt x="1" y="986"/>
                  </a:lnTo>
                  <a:lnTo>
                    <a:pt x="38" y="968"/>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53" name="Google Shape;3353;p50"/>
            <p:cNvSpPr/>
            <p:nvPr/>
          </p:nvSpPr>
          <p:spPr>
            <a:xfrm>
              <a:off x="2876650" y="2939125"/>
              <a:ext cx="500" cy="23750"/>
            </a:xfrm>
            <a:custGeom>
              <a:avLst/>
              <a:gdLst/>
              <a:ahLst/>
              <a:cxnLst/>
              <a:rect l="l" t="t" r="r" b="b"/>
              <a:pathLst>
                <a:path w="20" h="950" extrusionOk="0">
                  <a:moveTo>
                    <a:pt x="1" y="1"/>
                  </a:moveTo>
                  <a:lnTo>
                    <a:pt x="1" y="950"/>
                  </a:lnTo>
                  <a:lnTo>
                    <a:pt x="19" y="93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54" name="Google Shape;3354;p50"/>
            <p:cNvSpPr/>
            <p:nvPr/>
          </p:nvSpPr>
          <p:spPr>
            <a:xfrm>
              <a:off x="2877125" y="2939600"/>
              <a:ext cx="475" cy="22825"/>
            </a:xfrm>
            <a:custGeom>
              <a:avLst/>
              <a:gdLst/>
              <a:ahLst/>
              <a:cxnLst/>
              <a:rect l="l" t="t" r="r" b="b"/>
              <a:pathLst>
                <a:path w="19" h="913" extrusionOk="0">
                  <a:moveTo>
                    <a:pt x="0" y="0"/>
                  </a:moveTo>
                  <a:lnTo>
                    <a:pt x="0" y="912"/>
                  </a:lnTo>
                  <a:lnTo>
                    <a:pt x="19" y="894"/>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55" name="Google Shape;3355;p50"/>
            <p:cNvSpPr/>
            <p:nvPr/>
          </p:nvSpPr>
          <p:spPr>
            <a:xfrm>
              <a:off x="2877575" y="2940050"/>
              <a:ext cx="500" cy="21900"/>
            </a:xfrm>
            <a:custGeom>
              <a:avLst/>
              <a:gdLst/>
              <a:ahLst/>
              <a:cxnLst/>
              <a:rect l="l" t="t" r="r" b="b"/>
              <a:pathLst>
                <a:path w="20" h="876" extrusionOk="0">
                  <a:moveTo>
                    <a:pt x="1" y="1"/>
                  </a:moveTo>
                  <a:lnTo>
                    <a:pt x="1" y="876"/>
                  </a:lnTo>
                  <a:lnTo>
                    <a:pt x="20" y="857"/>
                  </a:lnTo>
                  <a:lnTo>
                    <a:pt x="20"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56" name="Google Shape;3356;p50"/>
            <p:cNvSpPr/>
            <p:nvPr/>
          </p:nvSpPr>
          <p:spPr>
            <a:xfrm>
              <a:off x="2878050" y="2940525"/>
              <a:ext cx="500" cy="20950"/>
            </a:xfrm>
            <a:custGeom>
              <a:avLst/>
              <a:gdLst/>
              <a:ahLst/>
              <a:cxnLst/>
              <a:rect l="l" t="t" r="r" b="b"/>
              <a:pathLst>
                <a:path w="20" h="838" extrusionOk="0">
                  <a:moveTo>
                    <a:pt x="1" y="1"/>
                  </a:moveTo>
                  <a:lnTo>
                    <a:pt x="1" y="838"/>
                  </a:lnTo>
                  <a:lnTo>
                    <a:pt x="19" y="80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57" name="Google Shape;3357;p50"/>
            <p:cNvSpPr/>
            <p:nvPr/>
          </p:nvSpPr>
          <p:spPr>
            <a:xfrm>
              <a:off x="2878525" y="2941000"/>
              <a:ext cx="475" cy="19550"/>
            </a:xfrm>
            <a:custGeom>
              <a:avLst/>
              <a:gdLst/>
              <a:ahLst/>
              <a:cxnLst/>
              <a:rect l="l" t="t" r="r" b="b"/>
              <a:pathLst>
                <a:path w="19" h="782" extrusionOk="0">
                  <a:moveTo>
                    <a:pt x="0" y="0"/>
                  </a:moveTo>
                  <a:lnTo>
                    <a:pt x="0" y="782"/>
                  </a:lnTo>
                  <a:lnTo>
                    <a:pt x="19" y="763"/>
                  </a:lnTo>
                  <a:lnTo>
                    <a:pt x="19" y="37"/>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58" name="Google Shape;3358;p50"/>
            <p:cNvSpPr/>
            <p:nvPr/>
          </p:nvSpPr>
          <p:spPr>
            <a:xfrm>
              <a:off x="2878975" y="2941925"/>
              <a:ext cx="975" cy="18175"/>
            </a:xfrm>
            <a:custGeom>
              <a:avLst/>
              <a:gdLst/>
              <a:ahLst/>
              <a:cxnLst/>
              <a:rect l="l" t="t" r="r" b="b"/>
              <a:pathLst>
                <a:path w="39" h="727" extrusionOk="0">
                  <a:moveTo>
                    <a:pt x="1" y="0"/>
                  </a:moveTo>
                  <a:lnTo>
                    <a:pt x="1" y="726"/>
                  </a:lnTo>
                  <a:lnTo>
                    <a:pt x="38" y="708"/>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59" name="Google Shape;3359;p50"/>
            <p:cNvSpPr/>
            <p:nvPr/>
          </p:nvSpPr>
          <p:spPr>
            <a:xfrm>
              <a:off x="2879925" y="2942375"/>
              <a:ext cx="475" cy="17250"/>
            </a:xfrm>
            <a:custGeom>
              <a:avLst/>
              <a:gdLst/>
              <a:ahLst/>
              <a:cxnLst/>
              <a:rect l="l" t="t" r="r" b="b"/>
              <a:pathLst>
                <a:path w="19" h="690" extrusionOk="0">
                  <a:moveTo>
                    <a:pt x="0" y="1"/>
                  </a:moveTo>
                  <a:lnTo>
                    <a:pt x="0" y="690"/>
                  </a:lnTo>
                  <a:lnTo>
                    <a:pt x="19" y="671"/>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60" name="Google Shape;3360;p50"/>
            <p:cNvSpPr/>
            <p:nvPr/>
          </p:nvSpPr>
          <p:spPr>
            <a:xfrm>
              <a:off x="2880375" y="2942850"/>
              <a:ext cx="500" cy="16300"/>
            </a:xfrm>
            <a:custGeom>
              <a:avLst/>
              <a:gdLst/>
              <a:ahLst/>
              <a:cxnLst/>
              <a:rect l="l" t="t" r="r" b="b"/>
              <a:pathLst>
                <a:path w="20" h="652" extrusionOk="0">
                  <a:moveTo>
                    <a:pt x="1" y="1"/>
                  </a:moveTo>
                  <a:lnTo>
                    <a:pt x="1" y="652"/>
                  </a:lnTo>
                  <a:lnTo>
                    <a:pt x="19" y="63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61" name="Google Shape;3361;p50"/>
            <p:cNvSpPr/>
            <p:nvPr/>
          </p:nvSpPr>
          <p:spPr>
            <a:xfrm>
              <a:off x="2880850" y="2943325"/>
              <a:ext cx="475" cy="15375"/>
            </a:xfrm>
            <a:custGeom>
              <a:avLst/>
              <a:gdLst/>
              <a:ahLst/>
              <a:cxnLst/>
              <a:rect l="l" t="t" r="r" b="b"/>
              <a:pathLst>
                <a:path w="19" h="615" extrusionOk="0">
                  <a:moveTo>
                    <a:pt x="0" y="0"/>
                  </a:moveTo>
                  <a:lnTo>
                    <a:pt x="0" y="614"/>
                  </a:lnTo>
                  <a:lnTo>
                    <a:pt x="19" y="596"/>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62" name="Google Shape;3362;p50"/>
            <p:cNvSpPr/>
            <p:nvPr/>
          </p:nvSpPr>
          <p:spPr>
            <a:xfrm>
              <a:off x="2881300" y="2943775"/>
              <a:ext cx="500" cy="14450"/>
            </a:xfrm>
            <a:custGeom>
              <a:avLst/>
              <a:gdLst/>
              <a:ahLst/>
              <a:cxnLst/>
              <a:rect l="l" t="t" r="r" b="b"/>
              <a:pathLst>
                <a:path w="20" h="578" extrusionOk="0">
                  <a:moveTo>
                    <a:pt x="1" y="1"/>
                  </a:moveTo>
                  <a:lnTo>
                    <a:pt x="1" y="578"/>
                  </a:lnTo>
                  <a:lnTo>
                    <a:pt x="19" y="54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63" name="Google Shape;3363;p50"/>
            <p:cNvSpPr/>
            <p:nvPr/>
          </p:nvSpPr>
          <p:spPr>
            <a:xfrm>
              <a:off x="2881775" y="2944250"/>
              <a:ext cx="500" cy="13050"/>
            </a:xfrm>
            <a:custGeom>
              <a:avLst/>
              <a:gdLst/>
              <a:ahLst/>
              <a:cxnLst/>
              <a:rect l="l" t="t" r="r" b="b"/>
              <a:pathLst>
                <a:path w="20" h="522" extrusionOk="0">
                  <a:moveTo>
                    <a:pt x="0" y="0"/>
                  </a:moveTo>
                  <a:lnTo>
                    <a:pt x="0" y="522"/>
                  </a:lnTo>
                  <a:lnTo>
                    <a:pt x="19" y="503"/>
                  </a:lnTo>
                  <a:lnTo>
                    <a:pt x="19" y="38"/>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64" name="Google Shape;3364;p50"/>
            <p:cNvSpPr/>
            <p:nvPr/>
          </p:nvSpPr>
          <p:spPr>
            <a:xfrm>
              <a:off x="2882250" y="2945175"/>
              <a:ext cx="950" cy="11650"/>
            </a:xfrm>
            <a:custGeom>
              <a:avLst/>
              <a:gdLst/>
              <a:ahLst/>
              <a:cxnLst/>
              <a:rect l="l" t="t" r="r" b="b"/>
              <a:pathLst>
                <a:path w="38" h="466" extrusionOk="0">
                  <a:moveTo>
                    <a:pt x="0" y="1"/>
                  </a:moveTo>
                  <a:lnTo>
                    <a:pt x="0" y="466"/>
                  </a:lnTo>
                  <a:lnTo>
                    <a:pt x="37" y="447"/>
                  </a:lnTo>
                  <a:lnTo>
                    <a:pt x="37"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65" name="Google Shape;3365;p50"/>
            <p:cNvSpPr/>
            <p:nvPr/>
          </p:nvSpPr>
          <p:spPr>
            <a:xfrm>
              <a:off x="2883175" y="2945650"/>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66" name="Google Shape;3366;p50"/>
            <p:cNvSpPr/>
            <p:nvPr/>
          </p:nvSpPr>
          <p:spPr>
            <a:xfrm>
              <a:off x="2883625" y="2946100"/>
              <a:ext cx="500" cy="9800"/>
            </a:xfrm>
            <a:custGeom>
              <a:avLst/>
              <a:gdLst/>
              <a:ahLst/>
              <a:cxnLst/>
              <a:rect l="l" t="t" r="r" b="b"/>
              <a:pathLst>
                <a:path w="20" h="392" extrusionOk="0">
                  <a:moveTo>
                    <a:pt x="1" y="1"/>
                  </a:moveTo>
                  <a:lnTo>
                    <a:pt x="1" y="392"/>
                  </a:lnTo>
                  <a:lnTo>
                    <a:pt x="20" y="373"/>
                  </a:lnTo>
                  <a:lnTo>
                    <a:pt x="20"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67" name="Google Shape;3367;p50"/>
            <p:cNvSpPr/>
            <p:nvPr/>
          </p:nvSpPr>
          <p:spPr>
            <a:xfrm>
              <a:off x="2884100" y="2946575"/>
              <a:ext cx="500" cy="8875"/>
            </a:xfrm>
            <a:custGeom>
              <a:avLst/>
              <a:gdLst/>
              <a:ahLst/>
              <a:cxnLst/>
              <a:rect l="l" t="t" r="r" b="b"/>
              <a:pathLst>
                <a:path w="20" h="355" extrusionOk="0">
                  <a:moveTo>
                    <a:pt x="1" y="0"/>
                  </a:moveTo>
                  <a:lnTo>
                    <a:pt x="1" y="354"/>
                  </a:lnTo>
                  <a:lnTo>
                    <a:pt x="19" y="33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68" name="Google Shape;3368;p50"/>
            <p:cNvSpPr/>
            <p:nvPr/>
          </p:nvSpPr>
          <p:spPr>
            <a:xfrm>
              <a:off x="2884575" y="2947050"/>
              <a:ext cx="475" cy="7925"/>
            </a:xfrm>
            <a:custGeom>
              <a:avLst/>
              <a:gdLst/>
              <a:ahLst/>
              <a:cxnLst/>
              <a:rect l="l" t="t" r="r" b="b"/>
              <a:pathLst>
                <a:path w="19" h="317" extrusionOk="0">
                  <a:moveTo>
                    <a:pt x="0" y="0"/>
                  </a:moveTo>
                  <a:lnTo>
                    <a:pt x="0" y="316"/>
                  </a:lnTo>
                  <a:lnTo>
                    <a:pt x="19" y="27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69" name="Google Shape;3369;p50"/>
            <p:cNvSpPr/>
            <p:nvPr/>
          </p:nvSpPr>
          <p:spPr>
            <a:xfrm>
              <a:off x="2885025" y="2947500"/>
              <a:ext cx="500" cy="6550"/>
            </a:xfrm>
            <a:custGeom>
              <a:avLst/>
              <a:gdLst/>
              <a:ahLst/>
              <a:cxnLst/>
              <a:rect l="l" t="t" r="r" b="b"/>
              <a:pathLst>
                <a:path w="20" h="262" extrusionOk="0">
                  <a:moveTo>
                    <a:pt x="1" y="1"/>
                  </a:moveTo>
                  <a:lnTo>
                    <a:pt x="1" y="261"/>
                  </a:lnTo>
                  <a:lnTo>
                    <a:pt x="19" y="243"/>
                  </a:lnTo>
                  <a:lnTo>
                    <a:pt x="19" y="38"/>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70" name="Google Shape;3370;p50"/>
            <p:cNvSpPr/>
            <p:nvPr/>
          </p:nvSpPr>
          <p:spPr>
            <a:xfrm>
              <a:off x="2885500" y="2948425"/>
              <a:ext cx="950" cy="5150"/>
            </a:xfrm>
            <a:custGeom>
              <a:avLst/>
              <a:gdLst/>
              <a:ahLst/>
              <a:cxnLst/>
              <a:rect l="l" t="t" r="r" b="b"/>
              <a:pathLst>
                <a:path w="38" h="206" extrusionOk="0">
                  <a:moveTo>
                    <a:pt x="0" y="1"/>
                  </a:moveTo>
                  <a:lnTo>
                    <a:pt x="0" y="206"/>
                  </a:lnTo>
                  <a:lnTo>
                    <a:pt x="38" y="187"/>
                  </a:lnTo>
                  <a:lnTo>
                    <a:pt x="38"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71" name="Google Shape;3371;p50"/>
            <p:cNvSpPr/>
            <p:nvPr/>
          </p:nvSpPr>
          <p:spPr>
            <a:xfrm>
              <a:off x="2886425" y="2948900"/>
              <a:ext cx="500" cy="4225"/>
            </a:xfrm>
            <a:custGeom>
              <a:avLst/>
              <a:gdLst/>
              <a:ahLst/>
              <a:cxnLst/>
              <a:rect l="l" t="t" r="r" b="b"/>
              <a:pathLst>
                <a:path w="20" h="169" extrusionOk="0">
                  <a:moveTo>
                    <a:pt x="1" y="1"/>
                  </a:moveTo>
                  <a:lnTo>
                    <a:pt x="1" y="168"/>
                  </a:lnTo>
                  <a:lnTo>
                    <a:pt x="19" y="149"/>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72" name="Google Shape;3372;p50"/>
            <p:cNvSpPr/>
            <p:nvPr/>
          </p:nvSpPr>
          <p:spPr>
            <a:xfrm>
              <a:off x="2886900" y="2949375"/>
              <a:ext cx="475" cy="3275"/>
            </a:xfrm>
            <a:custGeom>
              <a:avLst/>
              <a:gdLst/>
              <a:ahLst/>
              <a:cxnLst/>
              <a:rect l="l" t="t" r="r" b="b"/>
              <a:pathLst>
                <a:path w="19" h="131" extrusionOk="0">
                  <a:moveTo>
                    <a:pt x="0" y="0"/>
                  </a:moveTo>
                  <a:lnTo>
                    <a:pt x="0" y="130"/>
                  </a:lnTo>
                  <a:lnTo>
                    <a:pt x="19" y="112"/>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73" name="Google Shape;3373;p50"/>
            <p:cNvSpPr/>
            <p:nvPr/>
          </p:nvSpPr>
          <p:spPr>
            <a:xfrm>
              <a:off x="2887350" y="2949825"/>
              <a:ext cx="500" cy="2350"/>
            </a:xfrm>
            <a:custGeom>
              <a:avLst/>
              <a:gdLst/>
              <a:ahLst/>
              <a:cxnLst/>
              <a:rect l="l" t="t" r="r" b="b"/>
              <a:pathLst>
                <a:path w="20" h="94" extrusionOk="0">
                  <a:moveTo>
                    <a:pt x="1" y="1"/>
                  </a:moveTo>
                  <a:lnTo>
                    <a:pt x="1" y="94"/>
                  </a:lnTo>
                  <a:lnTo>
                    <a:pt x="19" y="75"/>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74" name="Google Shape;3374;p50"/>
            <p:cNvSpPr/>
            <p:nvPr/>
          </p:nvSpPr>
          <p:spPr>
            <a:xfrm>
              <a:off x="2887825" y="2950300"/>
              <a:ext cx="500" cy="1425"/>
            </a:xfrm>
            <a:custGeom>
              <a:avLst/>
              <a:gdLst/>
              <a:ahLst/>
              <a:cxnLst/>
              <a:rect l="l" t="t" r="r" b="b"/>
              <a:pathLst>
                <a:path w="20" h="57" extrusionOk="0">
                  <a:moveTo>
                    <a:pt x="0" y="0"/>
                  </a:moveTo>
                  <a:lnTo>
                    <a:pt x="0" y="56"/>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397058946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only 20">
  <p:cSld name="Title only 20">
    <p:spTree>
      <p:nvGrpSpPr>
        <p:cNvPr id="1" name="Shape 3375"/>
        <p:cNvGrpSpPr/>
        <p:nvPr/>
      </p:nvGrpSpPr>
      <p:grpSpPr>
        <a:xfrm>
          <a:off x="0" y="0"/>
          <a:ext cx="0" cy="0"/>
          <a:chOff x="0" y="0"/>
          <a:chExt cx="0" cy="0"/>
        </a:xfrm>
      </p:grpSpPr>
      <p:sp>
        <p:nvSpPr>
          <p:cNvPr id="3376" name="Google Shape;3376;p51"/>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3377" name="Google Shape;3377;p51"/>
          <p:cNvGrpSpPr/>
          <p:nvPr/>
        </p:nvGrpSpPr>
        <p:grpSpPr>
          <a:xfrm>
            <a:off x="7450142" y="1055621"/>
            <a:ext cx="2514088" cy="2081645"/>
            <a:chOff x="3573297" y="232872"/>
            <a:chExt cx="5470164" cy="4529254"/>
          </a:xfrm>
        </p:grpSpPr>
        <p:sp>
          <p:nvSpPr>
            <p:cNvPr id="3378" name="Google Shape;3378;p51"/>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79" name="Google Shape;3379;p51"/>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80" name="Google Shape;3380;p51"/>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81" name="Google Shape;3381;p51"/>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82" name="Google Shape;3382;p51"/>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83" name="Google Shape;3383;p51"/>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84" name="Google Shape;3384;p51"/>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85" name="Google Shape;3385;p51"/>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386" name="Google Shape;3386;p51"/>
          <p:cNvGrpSpPr/>
          <p:nvPr/>
        </p:nvGrpSpPr>
        <p:grpSpPr>
          <a:xfrm>
            <a:off x="6428065" y="-1266695"/>
            <a:ext cx="4084025" cy="3381541"/>
            <a:chOff x="3573297" y="232872"/>
            <a:chExt cx="5470164" cy="4529254"/>
          </a:xfrm>
        </p:grpSpPr>
        <p:sp>
          <p:nvSpPr>
            <p:cNvPr id="3387" name="Google Shape;3387;p51"/>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88" name="Google Shape;3388;p51"/>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89" name="Google Shape;3389;p51"/>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90" name="Google Shape;3390;p51"/>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91" name="Google Shape;3391;p51"/>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92" name="Google Shape;3392;p51"/>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93" name="Google Shape;3393;p51"/>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94" name="Google Shape;3394;p51"/>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395" name="Google Shape;3395;p51"/>
          <p:cNvGrpSpPr/>
          <p:nvPr/>
        </p:nvGrpSpPr>
        <p:grpSpPr>
          <a:xfrm rot="10800000">
            <a:off x="-1422378" y="1382639"/>
            <a:ext cx="2872292" cy="2378232"/>
            <a:chOff x="2210400" y="2558550"/>
            <a:chExt cx="971025" cy="804000"/>
          </a:xfrm>
        </p:grpSpPr>
        <p:sp>
          <p:nvSpPr>
            <p:cNvPr id="3396" name="Google Shape;3396;p51"/>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97" name="Google Shape;3397;p51"/>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98" name="Google Shape;3398;p51"/>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399" name="Google Shape;3399;p51"/>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00" name="Google Shape;3400;p51"/>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01" name="Google Shape;3401;p51"/>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02" name="Google Shape;3402;p51"/>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03" name="Google Shape;3403;p51"/>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404" name="Google Shape;3404;p51"/>
          <p:cNvGrpSpPr/>
          <p:nvPr/>
        </p:nvGrpSpPr>
        <p:grpSpPr>
          <a:xfrm>
            <a:off x="7404074" y="-156496"/>
            <a:ext cx="1162531" cy="1161127"/>
            <a:chOff x="7253149" y="3334154"/>
            <a:chExt cx="1162531" cy="1161127"/>
          </a:xfrm>
        </p:grpSpPr>
        <p:sp>
          <p:nvSpPr>
            <p:cNvPr id="3405" name="Google Shape;3405;p51"/>
            <p:cNvSpPr/>
            <p:nvPr/>
          </p:nvSpPr>
          <p:spPr>
            <a:xfrm>
              <a:off x="7422442" y="35027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3406" name="Google Shape;3406;p51"/>
            <p:cNvGrpSpPr/>
            <p:nvPr/>
          </p:nvGrpSpPr>
          <p:grpSpPr>
            <a:xfrm>
              <a:off x="7253149" y="3334154"/>
              <a:ext cx="1162531" cy="1161127"/>
              <a:chOff x="2651171" y="2397773"/>
              <a:chExt cx="2099568" cy="2097033"/>
            </a:xfrm>
          </p:grpSpPr>
          <p:sp>
            <p:nvSpPr>
              <p:cNvPr id="3407" name="Google Shape;3407;p51"/>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08" name="Google Shape;3408;p51"/>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spTree>
    <p:extLst>
      <p:ext uri="{BB962C8B-B14F-4D97-AF65-F5344CB8AC3E}">
        <p14:creationId xmlns:p14="http://schemas.microsoft.com/office/powerpoint/2010/main" val="29844274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only 21">
  <p:cSld name="Title only 21">
    <p:spTree>
      <p:nvGrpSpPr>
        <p:cNvPr id="1" name="Shape 3409"/>
        <p:cNvGrpSpPr/>
        <p:nvPr/>
      </p:nvGrpSpPr>
      <p:grpSpPr>
        <a:xfrm>
          <a:off x="0" y="0"/>
          <a:ext cx="0" cy="0"/>
          <a:chOff x="0" y="0"/>
          <a:chExt cx="0" cy="0"/>
        </a:xfrm>
      </p:grpSpPr>
      <p:sp>
        <p:nvSpPr>
          <p:cNvPr id="3410" name="Google Shape;3410;p52"/>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3411" name="Google Shape;3411;p52"/>
          <p:cNvSpPr/>
          <p:nvPr/>
        </p:nvSpPr>
        <p:spPr>
          <a:xfrm>
            <a:off x="7902933" y="278477"/>
            <a:ext cx="724127" cy="726303"/>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3412" name="Google Shape;3412;p52"/>
          <p:cNvGrpSpPr/>
          <p:nvPr/>
        </p:nvGrpSpPr>
        <p:grpSpPr>
          <a:xfrm>
            <a:off x="7196706" y="-242480"/>
            <a:ext cx="2136578" cy="1768212"/>
            <a:chOff x="5440750" y="1669400"/>
            <a:chExt cx="971525" cy="804025"/>
          </a:xfrm>
        </p:grpSpPr>
        <p:sp>
          <p:nvSpPr>
            <p:cNvPr id="3413" name="Google Shape;3413;p52"/>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14" name="Google Shape;3414;p52"/>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15" name="Google Shape;3415;p52"/>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16" name="Google Shape;3416;p52"/>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17" name="Google Shape;3417;p52"/>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18" name="Google Shape;3418;p52"/>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19" name="Google Shape;3419;p52"/>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20" name="Google Shape;3420;p52"/>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21" name="Google Shape;3421;p52"/>
            <p:cNvSpPr/>
            <p:nvPr/>
          </p:nvSpPr>
          <p:spPr>
            <a:xfrm>
              <a:off x="6140976" y="230127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22" name="Google Shape;3422;p52"/>
            <p:cNvSpPr/>
            <p:nvPr/>
          </p:nvSpPr>
          <p:spPr>
            <a:xfrm>
              <a:off x="6135401" y="2295919"/>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23" name="Google Shape;3423;p52"/>
            <p:cNvSpPr/>
            <p:nvPr/>
          </p:nvSpPr>
          <p:spPr>
            <a:xfrm>
              <a:off x="6163776" y="2324294"/>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424" name="Google Shape;3424;p52"/>
          <p:cNvGrpSpPr/>
          <p:nvPr/>
        </p:nvGrpSpPr>
        <p:grpSpPr>
          <a:xfrm flipH="1">
            <a:off x="7410929" y="1564936"/>
            <a:ext cx="2429466" cy="2063219"/>
            <a:chOff x="4665875" y="2808650"/>
            <a:chExt cx="993850" cy="844025"/>
          </a:xfrm>
        </p:grpSpPr>
        <p:sp>
          <p:nvSpPr>
            <p:cNvPr id="3425" name="Google Shape;3425;p52"/>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26" name="Google Shape;3426;p52"/>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27" name="Google Shape;3427;p52"/>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28" name="Google Shape;3428;p52"/>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29" name="Google Shape;3429;p52"/>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0" name="Google Shape;3430;p52"/>
            <p:cNvSpPr/>
            <p:nvPr/>
          </p:nvSpPr>
          <p:spPr>
            <a:xfrm>
              <a:off x="4967653" y="3046159"/>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1" name="Google Shape;3431;p52"/>
            <p:cNvSpPr/>
            <p:nvPr/>
          </p:nvSpPr>
          <p:spPr>
            <a:xfrm>
              <a:off x="5034653" y="3113159"/>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432" name="Google Shape;3432;p52"/>
          <p:cNvGrpSpPr/>
          <p:nvPr/>
        </p:nvGrpSpPr>
        <p:grpSpPr>
          <a:xfrm>
            <a:off x="-1805843" y="3135376"/>
            <a:ext cx="3525470" cy="3410618"/>
            <a:chOff x="5440750" y="1669400"/>
            <a:chExt cx="971525" cy="939875"/>
          </a:xfrm>
        </p:grpSpPr>
        <p:sp>
          <p:nvSpPr>
            <p:cNvPr id="3433" name="Google Shape;3433;p52"/>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4" name="Google Shape;3434;p52"/>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5" name="Google Shape;3435;p52"/>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6" name="Google Shape;3436;p52"/>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7" name="Google Shape;3437;p52"/>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8" name="Google Shape;3438;p52"/>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39" name="Google Shape;3439;p52"/>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0" name="Google Shape;3440;p52"/>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1" name="Google Shape;3441;p52"/>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2" name="Google Shape;3442;p52"/>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3" name="Google Shape;3443;p52"/>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4" name="Google Shape;3444;p52"/>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445" name="Google Shape;3445;p52"/>
          <p:cNvGrpSpPr/>
          <p:nvPr/>
        </p:nvGrpSpPr>
        <p:grpSpPr>
          <a:xfrm rot="-5400000" flipH="1">
            <a:off x="-1112664" y="1645985"/>
            <a:ext cx="2695006" cy="2887947"/>
            <a:chOff x="5440750" y="1669400"/>
            <a:chExt cx="975815" cy="1045676"/>
          </a:xfrm>
        </p:grpSpPr>
        <p:sp>
          <p:nvSpPr>
            <p:cNvPr id="3446" name="Google Shape;3446;p52"/>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7" name="Google Shape;3447;p52"/>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8" name="Google Shape;3448;p52"/>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49" name="Google Shape;3449;p52"/>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0" name="Google Shape;3450;p52"/>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1" name="Google Shape;3451;p52"/>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2" name="Google Shape;3452;p52"/>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3" name="Google Shape;3453;p52"/>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4" name="Google Shape;3454;p52"/>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5" name="Google Shape;3455;p52"/>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6" name="Google Shape;3456;p52"/>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57" name="Google Shape;3457;p52"/>
            <p:cNvSpPr/>
            <p:nvPr/>
          </p:nvSpPr>
          <p:spPr>
            <a:xfrm>
              <a:off x="6107140" y="2405651"/>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191114657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only 22">
  <p:cSld name="Title only 22">
    <p:spTree>
      <p:nvGrpSpPr>
        <p:cNvPr id="1" name="Shape 3458"/>
        <p:cNvGrpSpPr/>
        <p:nvPr/>
      </p:nvGrpSpPr>
      <p:grpSpPr>
        <a:xfrm>
          <a:off x="0" y="0"/>
          <a:ext cx="0" cy="0"/>
          <a:chOff x="0" y="0"/>
          <a:chExt cx="0" cy="0"/>
        </a:xfrm>
      </p:grpSpPr>
      <p:sp>
        <p:nvSpPr>
          <p:cNvPr id="3459" name="Google Shape;3459;p53"/>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3460" name="Google Shape;3460;p53"/>
          <p:cNvGrpSpPr/>
          <p:nvPr/>
        </p:nvGrpSpPr>
        <p:grpSpPr>
          <a:xfrm flipH="1">
            <a:off x="-576603" y="2748350"/>
            <a:ext cx="3673270" cy="3119516"/>
            <a:chOff x="4665875" y="2808650"/>
            <a:chExt cx="993850" cy="844025"/>
          </a:xfrm>
        </p:grpSpPr>
        <p:sp>
          <p:nvSpPr>
            <p:cNvPr id="3461" name="Google Shape;3461;p53"/>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2" name="Google Shape;3462;p53"/>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3" name="Google Shape;3463;p53"/>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4" name="Google Shape;3464;p53"/>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5" name="Google Shape;3465;p53"/>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6" name="Google Shape;3466;p53"/>
            <p:cNvSpPr/>
            <p:nvPr/>
          </p:nvSpPr>
          <p:spPr>
            <a:xfrm>
              <a:off x="4967653" y="3046159"/>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67" name="Google Shape;3467;p53"/>
            <p:cNvSpPr/>
            <p:nvPr/>
          </p:nvSpPr>
          <p:spPr>
            <a:xfrm>
              <a:off x="5034653" y="3113159"/>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468" name="Google Shape;3468;p53"/>
          <p:cNvSpPr/>
          <p:nvPr/>
        </p:nvSpPr>
        <p:spPr>
          <a:xfrm rot="-5400000" flipH="1">
            <a:off x="-235158" y="2569542"/>
            <a:ext cx="854570" cy="854570"/>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3469" name="Google Shape;3469;p53"/>
          <p:cNvGrpSpPr/>
          <p:nvPr/>
        </p:nvGrpSpPr>
        <p:grpSpPr>
          <a:xfrm flipH="1">
            <a:off x="7615485" y="-230651"/>
            <a:ext cx="2872292" cy="2378232"/>
            <a:chOff x="2210400" y="2558550"/>
            <a:chExt cx="971025" cy="804000"/>
          </a:xfrm>
        </p:grpSpPr>
        <p:sp>
          <p:nvSpPr>
            <p:cNvPr id="3470" name="Google Shape;3470;p53"/>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1" name="Google Shape;3471;p53"/>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2" name="Google Shape;3472;p53"/>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3" name="Google Shape;3473;p53"/>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4" name="Google Shape;3474;p53"/>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5" name="Google Shape;3475;p53"/>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6" name="Google Shape;3476;p53"/>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77" name="Google Shape;3477;p53"/>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328679493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only 23">
  <p:cSld name="Title only 23">
    <p:spTree>
      <p:nvGrpSpPr>
        <p:cNvPr id="1" name="Shape 3478"/>
        <p:cNvGrpSpPr/>
        <p:nvPr/>
      </p:nvGrpSpPr>
      <p:grpSpPr>
        <a:xfrm>
          <a:off x="0" y="0"/>
          <a:ext cx="0" cy="0"/>
          <a:chOff x="0" y="0"/>
          <a:chExt cx="0" cy="0"/>
        </a:xfrm>
      </p:grpSpPr>
      <p:sp>
        <p:nvSpPr>
          <p:cNvPr id="3479" name="Google Shape;3479;p54"/>
          <p:cNvSpPr txBox="1">
            <a:spLocks noGrp="1"/>
          </p:cNvSpPr>
          <p:nvPr>
            <p:ph type="title"/>
          </p:nvPr>
        </p:nvSpPr>
        <p:spPr>
          <a:xfrm>
            <a:off x="713225" y="539500"/>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grpSp>
        <p:nvGrpSpPr>
          <p:cNvPr id="3480" name="Google Shape;3480;p54"/>
          <p:cNvGrpSpPr/>
          <p:nvPr/>
        </p:nvGrpSpPr>
        <p:grpSpPr>
          <a:xfrm>
            <a:off x="133235" y="3602547"/>
            <a:ext cx="2216073" cy="1834889"/>
            <a:chOff x="2210400" y="2558550"/>
            <a:chExt cx="971025" cy="804000"/>
          </a:xfrm>
        </p:grpSpPr>
        <p:sp>
          <p:nvSpPr>
            <p:cNvPr id="3481" name="Google Shape;3481;p54"/>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2" name="Google Shape;3482;p54"/>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3" name="Google Shape;3483;p54"/>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4" name="Google Shape;3484;p54"/>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5" name="Google Shape;3485;p54"/>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6" name="Google Shape;3486;p54"/>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7" name="Google Shape;3487;p54"/>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88" name="Google Shape;3488;p54"/>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489" name="Google Shape;3489;p54"/>
          <p:cNvGrpSpPr/>
          <p:nvPr/>
        </p:nvGrpSpPr>
        <p:grpSpPr>
          <a:xfrm>
            <a:off x="-129394" y="4095741"/>
            <a:ext cx="849275" cy="848250"/>
            <a:chOff x="2651171" y="2397773"/>
            <a:chExt cx="2099568" cy="2097033"/>
          </a:xfrm>
        </p:grpSpPr>
        <p:sp>
          <p:nvSpPr>
            <p:cNvPr id="3490" name="Google Shape;3490;p54"/>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91" name="Google Shape;3491;p54"/>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492" name="Google Shape;3492;p54"/>
          <p:cNvGrpSpPr/>
          <p:nvPr/>
        </p:nvGrpSpPr>
        <p:grpSpPr>
          <a:xfrm flipH="1">
            <a:off x="7973043" y="3602546"/>
            <a:ext cx="2514088" cy="2081645"/>
            <a:chOff x="3573297" y="232872"/>
            <a:chExt cx="5470164" cy="4529254"/>
          </a:xfrm>
        </p:grpSpPr>
        <p:sp>
          <p:nvSpPr>
            <p:cNvPr id="3493" name="Google Shape;3493;p54"/>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94" name="Google Shape;3494;p54"/>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95" name="Google Shape;3495;p54"/>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96" name="Google Shape;3496;p54"/>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97" name="Google Shape;3497;p54"/>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98" name="Google Shape;3498;p54"/>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499" name="Google Shape;3499;p54"/>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00" name="Google Shape;3500;p54"/>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01" name="Google Shape;3501;p54"/>
            <p:cNvSpPr/>
            <p:nvPr/>
          </p:nvSpPr>
          <p:spPr>
            <a:xfrm>
              <a:off x="7064427" y="2439737"/>
              <a:ext cx="2817" cy="8028"/>
            </a:xfrm>
            <a:custGeom>
              <a:avLst/>
              <a:gdLst/>
              <a:ahLst/>
              <a:cxnLst/>
              <a:rect l="l" t="t" r="r" b="b"/>
              <a:pathLst>
                <a:path w="20" h="57" extrusionOk="0">
                  <a:moveTo>
                    <a:pt x="19" y="0"/>
                  </a:moveTo>
                  <a:lnTo>
                    <a:pt x="1" y="19"/>
                  </a:lnTo>
                  <a:lnTo>
                    <a:pt x="19" y="56"/>
                  </a:lnTo>
                  <a:lnTo>
                    <a:pt x="19"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02" name="Google Shape;3502;p54"/>
            <p:cNvSpPr/>
            <p:nvPr/>
          </p:nvSpPr>
          <p:spPr>
            <a:xfrm>
              <a:off x="7067102" y="2437061"/>
              <a:ext cx="5352" cy="13238"/>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03" name="Google Shape;3503;p54"/>
            <p:cNvSpPr/>
            <p:nvPr/>
          </p:nvSpPr>
          <p:spPr>
            <a:xfrm>
              <a:off x="7072313" y="2434526"/>
              <a:ext cx="2817" cy="18449"/>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04" name="Google Shape;3504;p54"/>
            <p:cNvSpPr/>
            <p:nvPr/>
          </p:nvSpPr>
          <p:spPr>
            <a:xfrm>
              <a:off x="7074989" y="2431850"/>
              <a:ext cx="2676" cy="23801"/>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05" name="Google Shape;3505;p54"/>
            <p:cNvSpPr/>
            <p:nvPr/>
          </p:nvSpPr>
          <p:spPr>
            <a:xfrm>
              <a:off x="7077524" y="2429174"/>
              <a:ext cx="2817" cy="29012"/>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06" name="Google Shape;3506;p54"/>
            <p:cNvSpPr/>
            <p:nvPr/>
          </p:nvSpPr>
          <p:spPr>
            <a:xfrm>
              <a:off x="7080200" y="2423963"/>
              <a:ext cx="2676" cy="36899"/>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507" name="Google Shape;3507;p54"/>
          <p:cNvGrpSpPr/>
          <p:nvPr/>
        </p:nvGrpSpPr>
        <p:grpSpPr>
          <a:xfrm flipH="1">
            <a:off x="7134117" y="4530929"/>
            <a:ext cx="1162531" cy="1161127"/>
            <a:chOff x="7253149" y="3334154"/>
            <a:chExt cx="1162531" cy="1161127"/>
          </a:xfrm>
        </p:grpSpPr>
        <p:sp>
          <p:nvSpPr>
            <p:cNvPr id="3508" name="Google Shape;3508;p54"/>
            <p:cNvSpPr/>
            <p:nvPr/>
          </p:nvSpPr>
          <p:spPr>
            <a:xfrm>
              <a:off x="7422442" y="35027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3509" name="Google Shape;3509;p54"/>
            <p:cNvGrpSpPr/>
            <p:nvPr/>
          </p:nvGrpSpPr>
          <p:grpSpPr>
            <a:xfrm>
              <a:off x="7253149" y="3334154"/>
              <a:ext cx="1162531" cy="1161127"/>
              <a:chOff x="2651171" y="2397773"/>
              <a:chExt cx="2099568" cy="2097033"/>
            </a:xfrm>
          </p:grpSpPr>
          <p:sp>
            <p:nvSpPr>
              <p:cNvPr id="3510" name="Google Shape;3510;p54"/>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11" name="Google Shape;3511;p54"/>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spTree>
    <p:extLst>
      <p:ext uri="{BB962C8B-B14F-4D97-AF65-F5344CB8AC3E}">
        <p14:creationId xmlns:p14="http://schemas.microsoft.com/office/powerpoint/2010/main" val="374047093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3512"/>
        <p:cNvGrpSpPr/>
        <p:nvPr/>
      </p:nvGrpSpPr>
      <p:grpSpPr>
        <a:xfrm>
          <a:off x="0" y="0"/>
          <a:ext cx="0" cy="0"/>
          <a:chOff x="0" y="0"/>
          <a:chExt cx="0" cy="0"/>
        </a:xfrm>
      </p:grpSpPr>
      <p:sp>
        <p:nvSpPr>
          <p:cNvPr id="3513" name="Google Shape;3513;p55"/>
          <p:cNvSpPr txBox="1"/>
          <p:nvPr/>
        </p:nvSpPr>
        <p:spPr>
          <a:xfrm>
            <a:off x="5438950" y="3352325"/>
            <a:ext cx="2431200" cy="8835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r>
              <a:rPr kumimoji="0" lang="en" sz="1200" b="0" i="0" u="none" strike="noStrike" kern="0" cap="none" spc="0" normalizeH="0" baseline="0" noProof="0">
                <a:ln>
                  <a:noFill/>
                </a:ln>
                <a:solidFill>
                  <a:srgbClr val="FFFFFF"/>
                </a:solidFill>
                <a:effectLst/>
                <a:uLnTx/>
                <a:uFillTx/>
                <a:latin typeface="Dosis"/>
                <a:ea typeface="Dosis"/>
                <a:cs typeface="Dosis"/>
                <a:sym typeface="Dosis"/>
              </a:rPr>
              <a:t>CREDITS: This presentation template was created by </a:t>
            </a:r>
            <a:r>
              <a:rPr kumimoji="0" lang="en" sz="1200" b="0" i="0" u="none" strike="noStrike" kern="0" cap="none" spc="0" normalizeH="0" baseline="0" noProof="0">
                <a:ln>
                  <a:noFill/>
                </a:ln>
                <a:solidFill>
                  <a:srgbClr val="FFFFFF"/>
                </a:solidFill>
                <a:effectLst/>
                <a:uLnTx/>
                <a:uFill>
                  <a:noFill/>
                </a:uFill>
                <a:latin typeface="Dosis"/>
                <a:ea typeface="Dosis"/>
                <a:cs typeface="Dosis"/>
                <a:sym typeface="Dosis"/>
                <a:hlinkClick r:id="rId2">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Slidesgo</a:t>
            </a:r>
            <a:r>
              <a:rPr kumimoji="0" lang="en" sz="1200" b="0" i="0" u="none" strike="noStrike" kern="0" cap="none" spc="0" normalizeH="0" baseline="0" noProof="0">
                <a:ln>
                  <a:noFill/>
                </a:ln>
                <a:solidFill>
                  <a:srgbClr val="FFFFFF"/>
                </a:solidFill>
                <a:effectLst/>
                <a:uLnTx/>
                <a:uFillTx/>
                <a:latin typeface="Dosis"/>
                <a:ea typeface="Dosis"/>
                <a:cs typeface="Dosis"/>
                <a:sym typeface="Dosis"/>
              </a:rPr>
              <a:t>, including icons by </a:t>
            </a:r>
            <a:r>
              <a:rPr kumimoji="0" lang="en" sz="1200" b="0" i="0" u="none" strike="noStrike" kern="0" cap="none" spc="0" normalizeH="0" baseline="0" noProof="0">
                <a:ln>
                  <a:noFill/>
                </a:ln>
                <a:solidFill>
                  <a:srgbClr val="FFFFFF"/>
                </a:solidFill>
                <a:effectLst/>
                <a:uLnTx/>
                <a:uFill>
                  <a:noFill/>
                </a:uFill>
                <a:latin typeface="Dosis"/>
                <a:ea typeface="Dosis"/>
                <a:cs typeface="Dosis"/>
                <a:sym typeface="Dosis"/>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Flaticon</a:t>
            </a:r>
            <a:r>
              <a:rPr kumimoji="0" lang="en" sz="1200" b="0" i="0" u="none" strike="noStrike" kern="0" cap="none" spc="0" normalizeH="0" baseline="0" noProof="0">
                <a:ln>
                  <a:noFill/>
                </a:ln>
                <a:solidFill>
                  <a:srgbClr val="FFFFFF"/>
                </a:solidFill>
                <a:effectLst/>
                <a:uLnTx/>
                <a:uFillTx/>
                <a:latin typeface="Dosis"/>
                <a:ea typeface="Dosis"/>
                <a:cs typeface="Dosis"/>
                <a:sym typeface="Dosis"/>
              </a:rPr>
              <a:t> and infographics &amp; images by </a:t>
            </a:r>
            <a:r>
              <a:rPr kumimoji="0" lang="en" sz="1200" b="0" i="0" u="none" strike="noStrike" kern="0" cap="none" spc="0" normalizeH="0" baseline="0" noProof="0">
                <a:ln>
                  <a:noFill/>
                </a:ln>
                <a:solidFill>
                  <a:srgbClr val="FFFFFF"/>
                </a:solidFill>
                <a:effectLst/>
                <a:uLnTx/>
                <a:uFill>
                  <a:noFill/>
                </a:uFill>
                <a:latin typeface="Dosis"/>
                <a:ea typeface="Dosis"/>
                <a:cs typeface="Dosis"/>
                <a:sym typeface="Dosis"/>
                <a:hlinkClick r:id="rId4">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Freepik</a:t>
            </a:r>
            <a:endParaRPr kumimoji="0" sz="1200" b="0" i="0" u="none" strike="noStrike" kern="0" cap="none" spc="0" normalizeH="0" baseline="0" noProof="0">
              <a:ln>
                <a:noFill/>
              </a:ln>
              <a:solidFill>
                <a:srgbClr val="FFFFFF"/>
              </a:solidFill>
              <a:effectLst/>
              <a:uLnTx/>
              <a:uFillTx/>
              <a:latin typeface="Dosis"/>
              <a:ea typeface="Dosis"/>
              <a:cs typeface="Dosis"/>
              <a:sym typeface="Dosis"/>
            </a:endParaRPr>
          </a:p>
        </p:txBody>
      </p:sp>
      <p:sp>
        <p:nvSpPr>
          <p:cNvPr id="3514" name="Google Shape;3514;p55"/>
          <p:cNvSpPr txBox="1">
            <a:spLocks noGrp="1"/>
          </p:cNvSpPr>
          <p:nvPr>
            <p:ph type="subTitle" idx="1"/>
          </p:nvPr>
        </p:nvSpPr>
        <p:spPr>
          <a:xfrm>
            <a:off x="5426600" y="1706250"/>
            <a:ext cx="2526300" cy="82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3515" name="Google Shape;3515;p55"/>
          <p:cNvSpPr txBox="1"/>
          <p:nvPr/>
        </p:nvSpPr>
        <p:spPr>
          <a:xfrm>
            <a:off x="713225" y="3650075"/>
            <a:ext cx="4284000" cy="5187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300"/>
              </a:spcBef>
              <a:spcAft>
                <a:spcPts val="0"/>
              </a:spcAft>
              <a:buClr>
                <a:srgbClr val="000000"/>
              </a:buClr>
              <a:buSzTx/>
              <a:buFont typeface="Arial"/>
              <a:buNone/>
              <a:tabLst/>
              <a:defRPr/>
            </a:pPr>
            <a:endParaRPr kumimoji="0" sz="1400" b="0" i="0" u="none" strike="noStrike" kern="0" cap="none" spc="0" normalizeH="0" baseline="0" noProof="0">
              <a:ln>
                <a:noFill/>
              </a:ln>
              <a:solidFill>
                <a:srgbClr val="674EA7"/>
              </a:solidFill>
              <a:effectLst/>
              <a:uLnTx/>
              <a:uFillTx/>
              <a:latin typeface="Quattrocento"/>
              <a:ea typeface="Quattrocento"/>
              <a:cs typeface="Quattrocento"/>
              <a:sym typeface="Quattrocento"/>
            </a:endParaRPr>
          </a:p>
        </p:txBody>
      </p:sp>
      <p:sp>
        <p:nvSpPr>
          <p:cNvPr id="3516" name="Google Shape;3516;p55"/>
          <p:cNvSpPr/>
          <p:nvPr/>
        </p:nvSpPr>
        <p:spPr>
          <a:xfrm flipH="1">
            <a:off x="668071" y="1736201"/>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3517" name="Google Shape;3517;p55"/>
          <p:cNvGrpSpPr/>
          <p:nvPr/>
        </p:nvGrpSpPr>
        <p:grpSpPr>
          <a:xfrm>
            <a:off x="-580335" y="539505"/>
            <a:ext cx="4084025" cy="3381541"/>
            <a:chOff x="3573297" y="232872"/>
            <a:chExt cx="5470164" cy="4529254"/>
          </a:xfrm>
        </p:grpSpPr>
        <p:sp>
          <p:nvSpPr>
            <p:cNvPr id="3518" name="Google Shape;3518;p55"/>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19" name="Google Shape;3519;p55"/>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20" name="Google Shape;3520;p55"/>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21" name="Google Shape;3521;p55"/>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22" name="Google Shape;3522;p55"/>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23" name="Google Shape;3523;p55"/>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24" name="Google Shape;3524;p55"/>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25" name="Google Shape;3525;p55"/>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526" name="Google Shape;3526;p55"/>
          <p:cNvGrpSpPr/>
          <p:nvPr/>
        </p:nvGrpSpPr>
        <p:grpSpPr>
          <a:xfrm>
            <a:off x="503142" y="2963321"/>
            <a:ext cx="2514088" cy="2081645"/>
            <a:chOff x="3573297" y="232872"/>
            <a:chExt cx="5470164" cy="4529254"/>
          </a:xfrm>
        </p:grpSpPr>
        <p:sp>
          <p:nvSpPr>
            <p:cNvPr id="3527" name="Google Shape;3527;p55"/>
            <p:cNvSpPr/>
            <p:nvPr/>
          </p:nvSpPr>
          <p:spPr>
            <a:xfrm>
              <a:off x="3969040"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28" name="Google Shape;3528;p55"/>
            <p:cNvSpPr/>
            <p:nvPr/>
          </p:nvSpPr>
          <p:spPr>
            <a:xfrm>
              <a:off x="3835388" y="232872"/>
              <a:ext cx="4531929" cy="4529254"/>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29" name="Google Shape;3529;p55"/>
            <p:cNvSpPr/>
            <p:nvPr/>
          </p:nvSpPr>
          <p:spPr>
            <a:xfrm>
              <a:off x="3704272" y="232872"/>
              <a:ext cx="4529394" cy="4529254"/>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30" name="Google Shape;3530;p55"/>
            <p:cNvSpPr/>
            <p:nvPr/>
          </p:nvSpPr>
          <p:spPr>
            <a:xfrm>
              <a:off x="357329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31" name="Google Shape;3531;p55"/>
            <p:cNvSpPr/>
            <p:nvPr/>
          </p:nvSpPr>
          <p:spPr>
            <a:xfrm>
              <a:off x="4514207" y="232872"/>
              <a:ext cx="4529254" cy="4529254"/>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32" name="Google Shape;3532;p55"/>
            <p:cNvSpPr/>
            <p:nvPr/>
          </p:nvSpPr>
          <p:spPr>
            <a:xfrm>
              <a:off x="4380556" y="232872"/>
              <a:ext cx="4529254" cy="4529254"/>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33" name="Google Shape;3533;p55"/>
            <p:cNvSpPr/>
            <p:nvPr/>
          </p:nvSpPr>
          <p:spPr>
            <a:xfrm>
              <a:off x="4249440" y="232872"/>
              <a:ext cx="4529394" cy="4529254"/>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34" name="Google Shape;3534;p55"/>
            <p:cNvSpPr/>
            <p:nvPr/>
          </p:nvSpPr>
          <p:spPr>
            <a:xfrm>
              <a:off x="4115789" y="232872"/>
              <a:ext cx="4531929" cy="4529254"/>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35" name="Google Shape;3535;p55"/>
            <p:cNvSpPr/>
            <p:nvPr/>
          </p:nvSpPr>
          <p:spPr>
            <a:xfrm>
              <a:off x="7064427" y="2439737"/>
              <a:ext cx="2817" cy="8028"/>
            </a:xfrm>
            <a:custGeom>
              <a:avLst/>
              <a:gdLst/>
              <a:ahLst/>
              <a:cxnLst/>
              <a:rect l="l" t="t" r="r" b="b"/>
              <a:pathLst>
                <a:path w="20" h="57" extrusionOk="0">
                  <a:moveTo>
                    <a:pt x="19" y="0"/>
                  </a:moveTo>
                  <a:lnTo>
                    <a:pt x="1" y="19"/>
                  </a:lnTo>
                  <a:lnTo>
                    <a:pt x="19" y="5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36" name="Google Shape;3536;p55"/>
            <p:cNvSpPr/>
            <p:nvPr/>
          </p:nvSpPr>
          <p:spPr>
            <a:xfrm>
              <a:off x="7067102" y="2437061"/>
              <a:ext cx="5352" cy="13238"/>
            </a:xfrm>
            <a:custGeom>
              <a:avLst/>
              <a:gdLst/>
              <a:ahLst/>
              <a:cxnLst/>
              <a:rect l="l" t="t" r="r" b="b"/>
              <a:pathLst>
                <a:path w="38" h="94" extrusionOk="0">
                  <a:moveTo>
                    <a:pt x="38" y="1"/>
                  </a:moveTo>
                  <a:lnTo>
                    <a:pt x="0" y="19"/>
                  </a:lnTo>
                  <a:lnTo>
                    <a:pt x="0" y="75"/>
                  </a:lnTo>
                  <a:lnTo>
                    <a:pt x="38" y="9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37" name="Google Shape;3537;p55"/>
            <p:cNvSpPr/>
            <p:nvPr/>
          </p:nvSpPr>
          <p:spPr>
            <a:xfrm>
              <a:off x="7072313" y="2434526"/>
              <a:ext cx="2817" cy="18449"/>
            </a:xfrm>
            <a:custGeom>
              <a:avLst/>
              <a:gdLst/>
              <a:ahLst/>
              <a:cxnLst/>
              <a:rect l="l" t="t" r="r" b="b"/>
              <a:pathLst>
                <a:path w="20" h="131" extrusionOk="0">
                  <a:moveTo>
                    <a:pt x="19" y="0"/>
                  </a:moveTo>
                  <a:lnTo>
                    <a:pt x="1" y="19"/>
                  </a:lnTo>
                  <a:lnTo>
                    <a:pt x="1" y="112"/>
                  </a:lnTo>
                  <a:lnTo>
                    <a:pt x="19" y="13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38" name="Google Shape;3538;p55"/>
            <p:cNvSpPr/>
            <p:nvPr/>
          </p:nvSpPr>
          <p:spPr>
            <a:xfrm>
              <a:off x="7074989" y="2431850"/>
              <a:ext cx="2676" cy="23801"/>
            </a:xfrm>
            <a:custGeom>
              <a:avLst/>
              <a:gdLst/>
              <a:ahLst/>
              <a:cxnLst/>
              <a:rect l="l" t="t" r="r" b="b"/>
              <a:pathLst>
                <a:path w="19" h="169" extrusionOk="0">
                  <a:moveTo>
                    <a:pt x="19" y="1"/>
                  </a:moveTo>
                  <a:lnTo>
                    <a:pt x="0" y="19"/>
                  </a:lnTo>
                  <a:lnTo>
                    <a:pt x="0" y="149"/>
                  </a:lnTo>
                  <a:lnTo>
                    <a:pt x="19" y="16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39" name="Google Shape;3539;p55"/>
            <p:cNvSpPr/>
            <p:nvPr/>
          </p:nvSpPr>
          <p:spPr>
            <a:xfrm>
              <a:off x="7077524" y="2429174"/>
              <a:ext cx="2817" cy="29012"/>
            </a:xfrm>
            <a:custGeom>
              <a:avLst/>
              <a:gdLst/>
              <a:ahLst/>
              <a:cxnLst/>
              <a:rect l="l" t="t" r="r" b="b"/>
              <a:pathLst>
                <a:path w="20" h="206" extrusionOk="0">
                  <a:moveTo>
                    <a:pt x="19" y="1"/>
                  </a:moveTo>
                  <a:lnTo>
                    <a:pt x="1" y="20"/>
                  </a:lnTo>
                  <a:lnTo>
                    <a:pt x="1" y="187"/>
                  </a:lnTo>
                  <a:lnTo>
                    <a:pt x="19" y="20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40" name="Google Shape;3540;p55"/>
            <p:cNvSpPr/>
            <p:nvPr/>
          </p:nvSpPr>
          <p:spPr>
            <a:xfrm>
              <a:off x="7080200" y="2423963"/>
              <a:ext cx="2676" cy="36899"/>
            </a:xfrm>
            <a:custGeom>
              <a:avLst/>
              <a:gdLst/>
              <a:ahLst/>
              <a:cxnLst/>
              <a:rect l="l" t="t" r="r" b="b"/>
              <a:pathLst>
                <a:path w="19" h="262" extrusionOk="0">
                  <a:moveTo>
                    <a:pt x="19" y="1"/>
                  </a:moveTo>
                  <a:lnTo>
                    <a:pt x="0" y="38"/>
                  </a:lnTo>
                  <a:lnTo>
                    <a:pt x="0" y="243"/>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41" name="Google Shape;3541;p55"/>
            <p:cNvSpPr/>
            <p:nvPr/>
          </p:nvSpPr>
          <p:spPr>
            <a:xfrm>
              <a:off x="7082735" y="2421428"/>
              <a:ext cx="2817" cy="44645"/>
            </a:xfrm>
            <a:custGeom>
              <a:avLst/>
              <a:gdLst/>
              <a:ahLst/>
              <a:cxnLst/>
              <a:rect l="l" t="t" r="r" b="b"/>
              <a:pathLst>
                <a:path w="20" h="317" extrusionOk="0">
                  <a:moveTo>
                    <a:pt x="20" y="0"/>
                  </a:moveTo>
                  <a:lnTo>
                    <a:pt x="1" y="19"/>
                  </a:lnTo>
                  <a:lnTo>
                    <a:pt x="1" y="279"/>
                  </a:lnTo>
                  <a:lnTo>
                    <a:pt x="20" y="31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42" name="Google Shape;3542;p55"/>
            <p:cNvSpPr/>
            <p:nvPr/>
          </p:nvSpPr>
          <p:spPr>
            <a:xfrm>
              <a:off x="7085411" y="2418752"/>
              <a:ext cx="5352" cy="49996"/>
            </a:xfrm>
            <a:custGeom>
              <a:avLst/>
              <a:gdLst/>
              <a:ahLst/>
              <a:cxnLst/>
              <a:rect l="l" t="t" r="r" b="b"/>
              <a:pathLst>
                <a:path w="38" h="355" extrusionOk="0">
                  <a:moveTo>
                    <a:pt x="38" y="0"/>
                  </a:moveTo>
                  <a:lnTo>
                    <a:pt x="1" y="19"/>
                  </a:lnTo>
                  <a:lnTo>
                    <a:pt x="1" y="335"/>
                  </a:lnTo>
                  <a:lnTo>
                    <a:pt x="38" y="35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43" name="Google Shape;3543;p55"/>
            <p:cNvSpPr/>
            <p:nvPr/>
          </p:nvSpPr>
          <p:spPr>
            <a:xfrm>
              <a:off x="7090622" y="2416076"/>
              <a:ext cx="2817" cy="55207"/>
            </a:xfrm>
            <a:custGeom>
              <a:avLst/>
              <a:gdLst/>
              <a:ahLst/>
              <a:cxnLst/>
              <a:rect l="l" t="t" r="r" b="b"/>
              <a:pathLst>
                <a:path w="20" h="392" extrusionOk="0">
                  <a:moveTo>
                    <a:pt x="19" y="1"/>
                  </a:moveTo>
                  <a:lnTo>
                    <a:pt x="1" y="19"/>
                  </a:lnTo>
                  <a:lnTo>
                    <a:pt x="1" y="373"/>
                  </a:lnTo>
                  <a:lnTo>
                    <a:pt x="19" y="39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44" name="Google Shape;3544;p55"/>
            <p:cNvSpPr/>
            <p:nvPr/>
          </p:nvSpPr>
          <p:spPr>
            <a:xfrm>
              <a:off x="7093298" y="2413541"/>
              <a:ext cx="2817" cy="60418"/>
            </a:xfrm>
            <a:custGeom>
              <a:avLst/>
              <a:gdLst/>
              <a:ahLst/>
              <a:cxnLst/>
              <a:rect l="l" t="t" r="r" b="b"/>
              <a:pathLst>
                <a:path w="20" h="429" extrusionOk="0">
                  <a:moveTo>
                    <a:pt x="19" y="0"/>
                  </a:moveTo>
                  <a:lnTo>
                    <a:pt x="0" y="19"/>
                  </a:lnTo>
                  <a:lnTo>
                    <a:pt x="0"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45" name="Google Shape;3545;p55"/>
            <p:cNvSpPr/>
            <p:nvPr/>
          </p:nvSpPr>
          <p:spPr>
            <a:xfrm>
              <a:off x="7095973" y="2410866"/>
              <a:ext cx="2676" cy="65629"/>
            </a:xfrm>
            <a:custGeom>
              <a:avLst/>
              <a:gdLst/>
              <a:ahLst/>
              <a:cxnLst/>
              <a:rect l="l" t="t" r="r" b="b"/>
              <a:pathLst>
                <a:path w="19" h="466" extrusionOk="0">
                  <a:moveTo>
                    <a:pt x="19" y="1"/>
                  </a:moveTo>
                  <a:lnTo>
                    <a:pt x="0" y="19"/>
                  </a:lnTo>
                  <a:lnTo>
                    <a:pt x="0" y="447"/>
                  </a:lnTo>
                  <a:lnTo>
                    <a:pt x="19" y="46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46" name="Google Shape;3546;p55"/>
            <p:cNvSpPr/>
            <p:nvPr/>
          </p:nvSpPr>
          <p:spPr>
            <a:xfrm>
              <a:off x="7098508" y="2405655"/>
              <a:ext cx="2817" cy="73516"/>
            </a:xfrm>
            <a:custGeom>
              <a:avLst/>
              <a:gdLst/>
              <a:ahLst/>
              <a:cxnLst/>
              <a:rect l="l" t="t" r="r" b="b"/>
              <a:pathLst>
                <a:path w="20" h="522" extrusionOk="0">
                  <a:moveTo>
                    <a:pt x="19" y="0"/>
                  </a:moveTo>
                  <a:lnTo>
                    <a:pt x="1" y="38"/>
                  </a:lnTo>
                  <a:lnTo>
                    <a:pt x="1" y="503"/>
                  </a:lnTo>
                  <a:lnTo>
                    <a:pt x="19" y="5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47" name="Google Shape;3547;p55"/>
            <p:cNvSpPr/>
            <p:nvPr/>
          </p:nvSpPr>
          <p:spPr>
            <a:xfrm>
              <a:off x="7101184" y="2402979"/>
              <a:ext cx="2676" cy="81403"/>
            </a:xfrm>
            <a:custGeom>
              <a:avLst/>
              <a:gdLst/>
              <a:ahLst/>
              <a:cxnLst/>
              <a:rect l="l" t="t" r="r" b="b"/>
              <a:pathLst>
                <a:path w="19" h="578" extrusionOk="0">
                  <a:moveTo>
                    <a:pt x="19" y="1"/>
                  </a:moveTo>
                  <a:lnTo>
                    <a:pt x="0" y="19"/>
                  </a:lnTo>
                  <a:lnTo>
                    <a:pt x="0" y="541"/>
                  </a:lnTo>
                  <a:lnTo>
                    <a:pt x="19" y="57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48" name="Google Shape;3548;p55"/>
            <p:cNvSpPr/>
            <p:nvPr/>
          </p:nvSpPr>
          <p:spPr>
            <a:xfrm>
              <a:off x="7103719" y="2400444"/>
              <a:ext cx="5493" cy="86614"/>
            </a:xfrm>
            <a:custGeom>
              <a:avLst/>
              <a:gdLst/>
              <a:ahLst/>
              <a:cxnLst/>
              <a:rect l="l" t="t" r="r" b="b"/>
              <a:pathLst>
                <a:path w="39" h="615" extrusionOk="0">
                  <a:moveTo>
                    <a:pt x="38" y="0"/>
                  </a:moveTo>
                  <a:lnTo>
                    <a:pt x="1" y="19"/>
                  </a:lnTo>
                  <a:lnTo>
                    <a:pt x="1" y="596"/>
                  </a:lnTo>
                  <a:lnTo>
                    <a:pt x="38" y="61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549" name="Google Shape;3549;p55"/>
          <p:cNvSpPr/>
          <p:nvPr/>
        </p:nvSpPr>
        <p:spPr>
          <a:xfrm>
            <a:off x="1167719" y="9"/>
            <a:ext cx="801132" cy="801132"/>
          </a:xfrm>
          <a:custGeom>
            <a:avLst/>
            <a:gdLst/>
            <a:ahLst/>
            <a:cxnLst/>
            <a:rect l="l" t="t" r="r" b="b"/>
            <a:pathLst>
              <a:path w="12377" h="12377" extrusionOk="0">
                <a:moveTo>
                  <a:pt x="6179" y="1"/>
                </a:moveTo>
                <a:lnTo>
                  <a:pt x="0" y="6179"/>
                </a:lnTo>
                <a:lnTo>
                  <a:pt x="6179" y="12377"/>
                </a:lnTo>
                <a:lnTo>
                  <a:pt x="12376" y="6179"/>
                </a:lnTo>
                <a:lnTo>
                  <a:pt x="6179" y="1"/>
                </a:lnTo>
                <a:close/>
              </a:path>
            </a:pathLst>
          </a:custGeom>
          <a:gradFill>
            <a:gsLst>
              <a:gs pos="0">
                <a:srgbClr val="4E29AA"/>
              </a:gs>
              <a:gs pos="100000">
                <a:srgbClr val="1F133E"/>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3550" name="Google Shape;3550;p55"/>
          <p:cNvGrpSpPr/>
          <p:nvPr/>
        </p:nvGrpSpPr>
        <p:grpSpPr>
          <a:xfrm flipH="1">
            <a:off x="3109182" y="2293566"/>
            <a:ext cx="1066559" cy="1066631"/>
            <a:chOff x="4915725" y="3008700"/>
            <a:chExt cx="368975" cy="369000"/>
          </a:xfrm>
        </p:grpSpPr>
        <p:sp>
          <p:nvSpPr>
            <p:cNvPr id="3551" name="Google Shape;3551;p55"/>
            <p:cNvSpPr/>
            <p:nvPr/>
          </p:nvSpPr>
          <p:spPr>
            <a:xfrm>
              <a:off x="4915725" y="3008700"/>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52" name="Google Shape;3552;p55"/>
            <p:cNvSpPr/>
            <p:nvPr/>
          </p:nvSpPr>
          <p:spPr>
            <a:xfrm>
              <a:off x="4982725" y="3075700"/>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553" name="Google Shape;3553;p55"/>
          <p:cNvGrpSpPr/>
          <p:nvPr/>
        </p:nvGrpSpPr>
        <p:grpSpPr>
          <a:xfrm>
            <a:off x="407981" y="-215984"/>
            <a:ext cx="849275" cy="848250"/>
            <a:chOff x="2651171" y="2397773"/>
            <a:chExt cx="2099568" cy="2097033"/>
          </a:xfrm>
        </p:grpSpPr>
        <p:sp>
          <p:nvSpPr>
            <p:cNvPr id="3554" name="Google Shape;3554;p55"/>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55" name="Google Shape;3555;p55"/>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556" name="Google Shape;3556;p55"/>
          <p:cNvGrpSpPr/>
          <p:nvPr/>
        </p:nvGrpSpPr>
        <p:grpSpPr>
          <a:xfrm flipH="1">
            <a:off x="8178167" y="86029"/>
            <a:ext cx="1162531" cy="1161127"/>
            <a:chOff x="7253149" y="3334154"/>
            <a:chExt cx="1162531" cy="1161127"/>
          </a:xfrm>
        </p:grpSpPr>
        <p:sp>
          <p:nvSpPr>
            <p:cNvPr id="3557" name="Google Shape;3557;p55"/>
            <p:cNvSpPr/>
            <p:nvPr/>
          </p:nvSpPr>
          <p:spPr>
            <a:xfrm>
              <a:off x="7422442" y="3502766"/>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3558" name="Google Shape;3558;p55"/>
            <p:cNvGrpSpPr/>
            <p:nvPr/>
          </p:nvGrpSpPr>
          <p:grpSpPr>
            <a:xfrm>
              <a:off x="7253149" y="3334154"/>
              <a:ext cx="1162531" cy="1161127"/>
              <a:chOff x="2651171" y="2397773"/>
              <a:chExt cx="2099568" cy="2097033"/>
            </a:xfrm>
          </p:grpSpPr>
          <p:sp>
            <p:nvSpPr>
              <p:cNvPr id="3559" name="Google Shape;3559;p55"/>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60" name="Google Shape;3560;p55"/>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sp>
        <p:nvSpPr>
          <p:cNvPr id="3561" name="Google Shape;3561;p55"/>
          <p:cNvSpPr txBox="1">
            <a:spLocks noGrp="1"/>
          </p:cNvSpPr>
          <p:nvPr>
            <p:ph type="ctrTitle"/>
          </p:nvPr>
        </p:nvSpPr>
        <p:spPr>
          <a:xfrm>
            <a:off x="713231" y="857975"/>
            <a:ext cx="3621300" cy="821400"/>
          </a:xfrm>
          <a:prstGeom prst="rect">
            <a:avLst/>
          </a:prstGeom>
        </p:spPr>
        <p:txBody>
          <a:bodyPr spcFirstLastPara="1" wrap="square" lIns="91425" tIns="91425" rIns="91425" bIns="91425" anchor="ctr" anchorCtr="0">
            <a:noAutofit/>
          </a:bodyPr>
          <a:lstStyle>
            <a:lvl1pPr lvl="0" rtl="0">
              <a:spcBef>
                <a:spcPts val="0"/>
              </a:spcBef>
              <a:spcAft>
                <a:spcPts val="0"/>
              </a:spcAft>
              <a:buSzPts val="5200"/>
              <a:buNone/>
              <a:defRPr sz="7000" b="1"/>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Tree>
    <p:extLst>
      <p:ext uri="{BB962C8B-B14F-4D97-AF65-F5344CB8AC3E}">
        <p14:creationId xmlns:p14="http://schemas.microsoft.com/office/powerpoint/2010/main" val="219576262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3562"/>
        <p:cNvGrpSpPr/>
        <p:nvPr/>
      </p:nvGrpSpPr>
      <p:grpSpPr>
        <a:xfrm>
          <a:off x="0" y="0"/>
          <a:ext cx="0" cy="0"/>
          <a:chOff x="0" y="0"/>
          <a:chExt cx="0" cy="0"/>
        </a:xfrm>
      </p:grpSpPr>
      <p:sp>
        <p:nvSpPr>
          <p:cNvPr id="3563" name="Google Shape;3563;p56"/>
          <p:cNvSpPr/>
          <p:nvPr/>
        </p:nvSpPr>
        <p:spPr>
          <a:xfrm flipH="1">
            <a:off x="102342" y="102777"/>
            <a:ext cx="724127" cy="726303"/>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3564" name="Google Shape;3564;p56"/>
          <p:cNvGrpSpPr/>
          <p:nvPr/>
        </p:nvGrpSpPr>
        <p:grpSpPr>
          <a:xfrm flipH="1">
            <a:off x="-603882" y="-418180"/>
            <a:ext cx="2136578" cy="1768212"/>
            <a:chOff x="5440750" y="1669400"/>
            <a:chExt cx="971525" cy="804025"/>
          </a:xfrm>
        </p:grpSpPr>
        <p:sp>
          <p:nvSpPr>
            <p:cNvPr id="3565" name="Google Shape;3565;p56"/>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66" name="Google Shape;3566;p56"/>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67" name="Google Shape;3567;p56"/>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68" name="Google Shape;3568;p56"/>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69" name="Google Shape;3569;p56"/>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70" name="Google Shape;3570;p56"/>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71" name="Google Shape;3571;p56"/>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72" name="Google Shape;3572;p56"/>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73" name="Google Shape;3573;p56"/>
            <p:cNvSpPr/>
            <p:nvPr/>
          </p:nvSpPr>
          <p:spPr>
            <a:xfrm>
              <a:off x="6140976" y="230127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74" name="Google Shape;3574;p56"/>
            <p:cNvSpPr/>
            <p:nvPr/>
          </p:nvSpPr>
          <p:spPr>
            <a:xfrm>
              <a:off x="6135401" y="2295919"/>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75" name="Google Shape;3575;p56"/>
            <p:cNvSpPr/>
            <p:nvPr/>
          </p:nvSpPr>
          <p:spPr>
            <a:xfrm>
              <a:off x="6163776" y="2324294"/>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576" name="Google Shape;3576;p56"/>
          <p:cNvGrpSpPr/>
          <p:nvPr/>
        </p:nvGrpSpPr>
        <p:grpSpPr>
          <a:xfrm>
            <a:off x="-1110993" y="1389236"/>
            <a:ext cx="2429466" cy="2063219"/>
            <a:chOff x="4665875" y="2808650"/>
            <a:chExt cx="993850" cy="844025"/>
          </a:xfrm>
        </p:grpSpPr>
        <p:sp>
          <p:nvSpPr>
            <p:cNvPr id="3577" name="Google Shape;3577;p56"/>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78" name="Google Shape;3578;p56"/>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79" name="Google Shape;3579;p56"/>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80" name="Google Shape;3580;p56"/>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81" name="Google Shape;3581;p56"/>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82" name="Google Shape;3582;p56"/>
            <p:cNvSpPr/>
            <p:nvPr/>
          </p:nvSpPr>
          <p:spPr>
            <a:xfrm>
              <a:off x="4967653" y="3046159"/>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83" name="Google Shape;3583;p56"/>
            <p:cNvSpPr/>
            <p:nvPr/>
          </p:nvSpPr>
          <p:spPr>
            <a:xfrm>
              <a:off x="5034653" y="3113159"/>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584" name="Google Shape;3584;p56"/>
          <p:cNvGrpSpPr/>
          <p:nvPr/>
        </p:nvGrpSpPr>
        <p:grpSpPr>
          <a:xfrm flipH="1">
            <a:off x="6738226" y="2911751"/>
            <a:ext cx="3525470" cy="3410618"/>
            <a:chOff x="5440750" y="1669400"/>
            <a:chExt cx="971525" cy="939875"/>
          </a:xfrm>
        </p:grpSpPr>
        <p:sp>
          <p:nvSpPr>
            <p:cNvPr id="3585" name="Google Shape;3585;p56"/>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86" name="Google Shape;3586;p56"/>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87" name="Google Shape;3587;p56"/>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88" name="Google Shape;3588;p56"/>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89" name="Google Shape;3589;p56"/>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90" name="Google Shape;3590;p56"/>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91" name="Google Shape;3591;p56"/>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92" name="Google Shape;3592;p56"/>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93" name="Google Shape;3593;p56"/>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94" name="Google Shape;3594;p56"/>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95" name="Google Shape;3595;p56"/>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96" name="Google Shape;3596;p56"/>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597" name="Google Shape;3597;p56"/>
          <p:cNvGrpSpPr/>
          <p:nvPr/>
        </p:nvGrpSpPr>
        <p:grpSpPr>
          <a:xfrm rot="5400000">
            <a:off x="6875511" y="1422360"/>
            <a:ext cx="2695006" cy="2887947"/>
            <a:chOff x="5440750" y="1669400"/>
            <a:chExt cx="975815" cy="1045676"/>
          </a:xfrm>
        </p:grpSpPr>
        <p:sp>
          <p:nvSpPr>
            <p:cNvPr id="3598" name="Google Shape;3598;p56"/>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599" name="Google Shape;3599;p56"/>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00" name="Google Shape;3600;p56"/>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01" name="Google Shape;3601;p56"/>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02" name="Google Shape;3602;p56"/>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03" name="Google Shape;3603;p56"/>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04" name="Google Shape;3604;p56"/>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05" name="Google Shape;3605;p56"/>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06" name="Google Shape;3606;p56"/>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07" name="Google Shape;3607;p56"/>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08" name="Google Shape;3608;p56"/>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09" name="Google Shape;3609;p56"/>
            <p:cNvSpPr/>
            <p:nvPr/>
          </p:nvSpPr>
          <p:spPr>
            <a:xfrm>
              <a:off x="6107140" y="2405651"/>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287022350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3610"/>
        <p:cNvGrpSpPr/>
        <p:nvPr/>
      </p:nvGrpSpPr>
      <p:grpSpPr>
        <a:xfrm>
          <a:off x="0" y="0"/>
          <a:ext cx="0" cy="0"/>
          <a:chOff x="0" y="0"/>
          <a:chExt cx="0" cy="0"/>
        </a:xfrm>
      </p:grpSpPr>
      <p:grpSp>
        <p:nvGrpSpPr>
          <p:cNvPr id="3611" name="Google Shape;3611;p57"/>
          <p:cNvGrpSpPr/>
          <p:nvPr/>
        </p:nvGrpSpPr>
        <p:grpSpPr>
          <a:xfrm rot="10800000" flipH="1">
            <a:off x="-1215840" y="503176"/>
            <a:ext cx="2872823" cy="2439739"/>
            <a:chOff x="4665875" y="2808650"/>
            <a:chExt cx="993850" cy="844025"/>
          </a:xfrm>
        </p:grpSpPr>
        <p:sp>
          <p:nvSpPr>
            <p:cNvPr id="3612" name="Google Shape;3612;p57"/>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13" name="Google Shape;3613;p57"/>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14" name="Google Shape;3614;p57"/>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15" name="Google Shape;3615;p57"/>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16" name="Google Shape;3616;p57"/>
            <p:cNvSpPr/>
            <p:nvPr/>
          </p:nvSpPr>
          <p:spPr>
            <a:xfrm>
              <a:off x="4665875" y="2808650"/>
              <a:ext cx="844500" cy="844025"/>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17" name="Google Shape;3617;p57"/>
            <p:cNvSpPr/>
            <p:nvPr/>
          </p:nvSpPr>
          <p:spPr>
            <a:xfrm>
              <a:off x="5047532" y="3035061"/>
              <a:ext cx="368975" cy="369000"/>
            </a:xfrm>
            <a:custGeom>
              <a:avLst/>
              <a:gdLst/>
              <a:ahLst/>
              <a:cxnLst/>
              <a:rect l="l" t="t" r="r" b="b"/>
              <a:pathLst>
                <a:path w="14759" h="14760" extrusionOk="0">
                  <a:moveTo>
                    <a:pt x="429" y="7371"/>
                  </a:moveTo>
                  <a:lnTo>
                    <a:pt x="7370" y="14331"/>
                  </a:lnTo>
                  <a:lnTo>
                    <a:pt x="14331" y="7371"/>
                  </a:lnTo>
                  <a:lnTo>
                    <a:pt x="7370" y="429"/>
                  </a:lnTo>
                  <a:close/>
                  <a:moveTo>
                    <a:pt x="7370" y="14759"/>
                  </a:moveTo>
                  <a:lnTo>
                    <a:pt x="1" y="7371"/>
                  </a:lnTo>
                  <a:lnTo>
                    <a:pt x="7370" y="1"/>
                  </a:lnTo>
                  <a:lnTo>
                    <a:pt x="14759" y="737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18" name="Google Shape;3618;p57"/>
            <p:cNvSpPr/>
            <p:nvPr/>
          </p:nvSpPr>
          <p:spPr>
            <a:xfrm>
              <a:off x="5114532" y="3102061"/>
              <a:ext cx="234975" cy="235000"/>
            </a:xfrm>
            <a:custGeom>
              <a:avLst/>
              <a:gdLst/>
              <a:ahLst/>
              <a:cxnLst/>
              <a:rect l="l" t="t" r="r" b="b"/>
              <a:pathLst>
                <a:path w="9399" h="9400" extrusionOk="0">
                  <a:moveTo>
                    <a:pt x="447" y="4691"/>
                  </a:moveTo>
                  <a:lnTo>
                    <a:pt x="4690" y="8953"/>
                  </a:lnTo>
                  <a:lnTo>
                    <a:pt x="8952" y="4691"/>
                  </a:lnTo>
                  <a:lnTo>
                    <a:pt x="4690" y="448"/>
                  </a:lnTo>
                  <a:close/>
                  <a:moveTo>
                    <a:pt x="4690" y="9399"/>
                  </a:moveTo>
                  <a:lnTo>
                    <a:pt x="0" y="4691"/>
                  </a:lnTo>
                  <a:lnTo>
                    <a:pt x="4690" y="1"/>
                  </a:lnTo>
                  <a:lnTo>
                    <a:pt x="9399" y="4691"/>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3619" name="Google Shape;3619;p57"/>
          <p:cNvGrpSpPr/>
          <p:nvPr/>
        </p:nvGrpSpPr>
        <p:grpSpPr>
          <a:xfrm rot="10800000" flipH="1">
            <a:off x="-309809" y="2691848"/>
            <a:ext cx="2872292" cy="2378232"/>
            <a:chOff x="2210400" y="2558550"/>
            <a:chExt cx="971025" cy="804000"/>
          </a:xfrm>
        </p:grpSpPr>
        <p:sp>
          <p:nvSpPr>
            <p:cNvPr id="3620" name="Google Shape;3620;p5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21" name="Google Shape;3621;p5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22" name="Google Shape;3622;p5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23" name="Google Shape;3623;p5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24" name="Google Shape;3624;p5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25" name="Google Shape;3625;p5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26" name="Google Shape;3626;p5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27" name="Google Shape;3627;p5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3628" name="Google Shape;3628;p57"/>
          <p:cNvSpPr/>
          <p:nvPr/>
        </p:nvSpPr>
        <p:spPr>
          <a:xfrm rot="10800000" flipH="1">
            <a:off x="-94215" y="3081101"/>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29" name="Google Shape;3629;p57"/>
          <p:cNvSpPr/>
          <p:nvPr/>
        </p:nvSpPr>
        <p:spPr>
          <a:xfrm>
            <a:off x="8316930" y="151129"/>
            <a:ext cx="823936" cy="823879"/>
          </a:xfrm>
          <a:custGeom>
            <a:avLst/>
            <a:gdLst/>
            <a:ahLst/>
            <a:cxnLst/>
            <a:rect l="l" t="t" r="r" b="b"/>
            <a:pathLst>
              <a:path w="14462" h="14461" extrusionOk="0">
                <a:moveTo>
                  <a:pt x="7222" y="0"/>
                </a:moveTo>
                <a:lnTo>
                  <a:pt x="1" y="7221"/>
                </a:lnTo>
                <a:lnTo>
                  <a:pt x="7222" y="14461"/>
                </a:lnTo>
                <a:lnTo>
                  <a:pt x="14461" y="7221"/>
                </a:lnTo>
                <a:lnTo>
                  <a:pt x="7222"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30" name="Google Shape;3630;p57"/>
          <p:cNvSpPr/>
          <p:nvPr/>
        </p:nvSpPr>
        <p:spPr>
          <a:xfrm flipH="1">
            <a:off x="7508346" y="-1174824"/>
            <a:ext cx="2441112" cy="2439739"/>
          </a:xfrm>
          <a:custGeom>
            <a:avLst/>
            <a:gdLst/>
            <a:ahLst/>
            <a:cxnLst/>
            <a:rect l="l" t="t" r="r" b="b"/>
            <a:pathLst>
              <a:path w="33780" h="33761" extrusionOk="0">
                <a:moveTo>
                  <a:pt x="1322" y="16880"/>
                </a:moveTo>
                <a:lnTo>
                  <a:pt x="16899" y="32439"/>
                </a:lnTo>
                <a:lnTo>
                  <a:pt x="32458" y="16880"/>
                </a:lnTo>
                <a:lnTo>
                  <a:pt x="16899" y="1303"/>
                </a:lnTo>
                <a:close/>
                <a:moveTo>
                  <a:pt x="16899" y="33760"/>
                </a:moveTo>
                <a:lnTo>
                  <a:pt x="1" y="16880"/>
                </a:lnTo>
                <a:lnTo>
                  <a:pt x="16899" y="0"/>
                </a:lnTo>
                <a:lnTo>
                  <a:pt x="33779" y="16880"/>
                </a:lnTo>
                <a:close/>
              </a:path>
            </a:pathLst>
          </a:custGeom>
          <a:gradFill>
            <a:gsLst>
              <a:gs pos="0">
                <a:schemeClr val="dk2"/>
              </a:gs>
              <a:gs pos="100000">
                <a:srgbClr val="00FFFF"/>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3631" name="Google Shape;3631;p57"/>
          <p:cNvGrpSpPr/>
          <p:nvPr/>
        </p:nvGrpSpPr>
        <p:grpSpPr>
          <a:xfrm flipH="1">
            <a:off x="6947190" y="-119799"/>
            <a:ext cx="3563418" cy="3276021"/>
            <a:chOff x="4765450" y="2817950"/>
            <a:chExt cx="894275" cy="822150"/>
          </a:xfrm>
        </p:grpSpPr>
        <p:sp>
          <p:nvSpPr>
            <p:cNvPr id="3632" name="Google Shape;3632;p57"/>
            <p:cNvSpPr/>
            <p:nvPr/>
          </p:nvSpPr>
          <p:spPr>
            <a:xfrm>
              <a:off x="4837550" y="2817950"/>
              <a:ext cx="822175" cy="822150"/>
            </a:xfrm>
            <a:custGeom>
              <a:avLst/>
              <a:gdLst/>
              <a:ahLst/>
              <a:cxnLst/>
              <a:rect l="l" t="t" r="r" b="b"/>
              <a:pathLst>
                <a:path w="32887" h="32886" extrusionOk="0">
                  <a:moveTo>
                    <a:pt x="429" y="16452"/>
                  </a:moveTo>
                  <a:lnTo>
                    <a:pt x="16434" y="32458"/>
                  </a:lnTo>
                  <a:lnTo>
                    <a:pt x="32439"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33" name="Google Shape;3633;p57"/>
            <p:cNvSpPr/>
            <p:nvPr/>
          </p:nvSpPr>
          <p:spPr>
            <a:xfrm>
              <a:off x="4813375"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34" name="Google Shape;3634;p57"/>
            <p:cNvSpPr/>
            <p:nvPr/>
          </p:nvSpPr>
          <p:spPr>
            <a:xfrm>
              <a:off x="4789625" y="2817950"/>
              <a:ext cx="822175" cy="822150"/>
            </a:xfrm>
            <a:custGeom>
              <a:avLst/>
              <a:gdLst/>
              <a:ahLst/>
              <a:cxnLst/>
              <a:rect l="l" t="t" r="r" b="b"/>
              <a:pathLst>
                <a:path w="32887" h="32886" extrusionOk="0">
                  <a:moveTo>
                    <a:pt x="429" y="16452"/>
                  </a:moveTo>
                  <a:lnTo>
                    <a:pt x="16434" y="32458"/>
                  </a:lnTo>
                  <a:lnTo>
                    <a:pt x="32440" y="16452"/>
                  </a:lnTo>
                  <a:lnTo>
                    <a:pt x="16434" y="447"/>
                  </a:lnTo>
                  <a:close/>
                  <a:moveTo>
                    <a:pt x="16434" y="32886"/>
                  </a:moveTo>
                  <a:lnTo>
                    <a:pt x="1" y="16452"/>
                  </a:lnTo>
                  <a:lnTo>
                    <a:pt x="16434" y="1"/>
                  </a:lnTo>
                  <a:lnTo>
                    <a:pt x="32886"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35" name="Google Shape;3635;p57"/>
            <p:cNvSpPr/>
            <p:nvPr/>
          </p:nvSpPr>
          <p:spPr>
            <a:xfrm>
              <a:off x="4765450" y="2817950"/>
              <a:ext cx="822150" cy="822150"/>
            </a:xfrm>
            <a:custGeom>
              <a:avLst/>
              <a:gdLst/>
              <a:ahLst/>
              <a:cxnLst/>
              <a:rect l="l" t="t" r="r" b="b"/>
              <a:pathLst>
                <a:path w="32886" h="32886" extrusionOk="0">
                  <a:moveTo>
                    <a:pt x="447" y="16452"/>
                  </a:moveTo>
                  <a:lnTo>
                    <a:pt x="16452" y="32458"/>
                  </a:lnTo>
                  <a:lnTo>
                    <a:pt x="32457" y="16452"/>
                  </a:lnTo>
                  <a:lnTo>
                    <a:pt x="16452" y="447"/>
                  </a:lnTo>
                  <a:close/>
                  <a:moveTo>
                    <a:pt x="16452" y="32886"/>
                  </a:moveTo>
                  <a:lnTo>
                    <a:pt x="0" y="16452"/>
                  </a:lnTo>
                  <a:lnTo>
                    <a:pt x="16452" y="1"/>
                  </a:lnTo>
                  <a:lnTo>
                    <a:pt x="32885" y="16452"/>
                  </a:lnTo>
                  <a:close/>
                </a:path>
              </a:pathLst>
            </a:custGeom>
            <a:gradFill>
              <a:gsLst>
                <a:gs pos="0">
                  <a:srgbClr val="674EA7"/>
                </a:gs>
                <a:gs pos="100000">
                  <a:srgbClr val="351C75"/>
                </a:gs>
              </a:gsLst>
              <a:lin ang="5400700"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179741643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776"/>
        <p:cNvGrpSpPr/>
        <p:nvPr/>
      </p:nvGrpSpPr>
      <p:grpSpPr>
        <a:xfrm>
          <a:off x="0" y="0"/>
          <a:ext cx="0" cy="0"/>
          <a:chOff x="0" y="0"/>
          <a:chExt cx="0" cy="0"/>
        </a:xfrm>
      </p:grpSpPr>
      <p:grpSp>
        <p:nvGrpSpPr>
          <p:cNvPr id="777" name="Google Shape;777;p7"/>
          <p:cNvGrpSpPr/>
          <p:nvPr/>
        </p:nvGrpSpPr>
        <p:grpSpPr>
          <a:xfrm rot="10800000" flipH="1">
            <a:off x="5403910" y="-52745"/>
            <a:ext cx="4015313" cy="3884503"/>
            <a:chOff x="5440750" y="1669400"/>
            <a:chExt cx="971525" cy="939875"/>
          </a:xfrm>
        </p:grpSpPr>
        <p:sp>
          <p:nvSpPr>
            <p:cNvPr id="778" name="Google Shape;778;p7"/>
            <p:cNvSpPr/>
            <p:nvPr/>
          </p:nvSpPr>
          <p:spPr>
            <a:xfrm>
              <a:off x="5511025" y="1669400"/>
              <a:ext cx="804475" cy="804025"/>
            </a:xfrm>
            <a:custGeom>
              <a:avLst/>
              <a:gdLst/>
              <a:ahLst/>
              <a:cxnLst/>
              <a:rect l="l" t="t" r="r" b="b"/>
              <a:pathLst>
                <a:path w="32179" h="32161" extrusionOk="0">
                  <a:moveTo>
                    <a:pt x="447" y="16081"/>
                  </a:moveTo>
                  <a:lnTo>
                    <a:pt x="16098" y="31714"/>
                  </a:lnTo>
                  <a:lnTo>
                    <a:pt x="31731" y="16081"/>
                  </a:lnTo>
                  <a:lnTo>
                    <a:pt x="16098" y="429"/>
                  </a:lnTo>
                  <a:close/>
                  <a:moveTo>
                    <a:pt x="16098" y="32160"/>
                  </a:moveTo>
                  <a:lnTo>
                    <a:pt x="0" y="16081"/>
                  </a:lnTo>
                  <a:lnTo>
                    <a:pt x="16098"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79" name="Google Shape;779;p7"/>
            <p:cNvSpPr/>
            <p:nvPr/>
          </p:nvSpPr>
          <p:spPr>
            <a:xfrm>
              <a:off x="5487750"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80" name="Google Shape;780;p7"/>
            <p:cNvSpPr/>
            <p:nvPr/>
          </p:nvSpPr>
          <p:spPr>
            <a:xfrm>
              <a:off x="5464475" y="1669400"/>
              <a:ext cx="804025" cy="804025"/>
            </a:xfrm>
            <a:custGeom>
              <a:avLst/>
              <a:gdLst/>
              <a:ahLst/>
              <a:cxnLst/>
              <a:rect l="l" t="t" r="r" b="b"/>
              <a:pathLst>
                <a:path w="32161" h="32161" extrusionOk="0">
                  <a:moveTo>
                    <a:pt x="429" y="16081"/>
                  </a:moveTo>
                  <a:lnTo>
                    <a:pt x="16081" y="31714"/>
                  </a:lnTo>
                  <a:lnTo>
                    <a:pt x="31714"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81" name="Google Shape;781;p7"/>
            <p:cNvSpPr/>
            <p:nvPr/>
          </p:nvSpPr>
          <p:spPr>
            <a:xfrm>
              <a:off x="5440750" y="1669400"/>
              <a:ext cx="804475" cy="804025"/>
            </a:xfrm>
            <a:custGeom>
              <a:avLst/>
              <a:gdLst/>
              <a:ahLst/>
              <a:cxnLst/>
              <a:rect l="l" t="t" r="r" b="b"/>
              <a:pathLst>
                <a:path w="32179" h="32161" extrusionOk="0">
                  <a:moveTo>
                    <a:pt x="447" y="16081"/>
                  </a:moveTo>
                  <a:lnTo>
                    <a:pt x="16081" y="31714"/>
                  </a:lnTo>
                  <a:lnTo>
                    <a:pt x="31732" y="16081"/>
                  </a:lnTo>
                  <a:lnTo>
                    <a:pt x="16081" y="429"/>
                  </a:lnTo>
                  <a:close/>
                  <a:moveTo>
                    <a:pt x="16081" y="32160"/>
                  </a:moveTo>
                  <a:lnTo>
                    <a:pt x="1" y="16081"/>
                  </a:lnTo>
                  <a:lnTo>
                    <a:pt x="16081" y="1"/>
                  </a:lnTo>
                  <a:lnTo>
                    <a:pt x="3217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82" name="Google Shape;782;p7"/>
            <p:cNvSpPr/>
            <p:nvPr/>
          </p:nvSpPr>
          <p:spPr>
            <a:xfrm>
              <a:off x="5607800" y="1669400"/>
              <a:ext cx="804475" cy="804025"/>
            </a:xfrm>
            <a:custGeom>
              <a:avLst/>
              <a:gdLst/>
              <a:ahLst/>
              <a:cxnLst/>
              <a:rect l="l" t="t" r="r" b="b"/>
              <a:pathLst>
                <a:path w="32179" h="32161" extrusionOk="0">
                  <a:moveTo>
                    <a:pt x="447" y="16081"/>
                  </a:moveTo>
                  <a:lnTo>
                    <a:pt x="16080" y="31714"/>
                  </a:lnTo>
                  <a:lnTo>
                    <a:pt x="31731" y="16081"/>
                  </a:lnTo>
                  <a:lnTo>
                    <a:pt x="16080" y="429"/>
                  </a:lnTo>
                  <a:close/>
                  <a:moveTo>
                    <a:pt x="16080" y="32160"/>
                  </a:moveTo>
                  <a:lnTo>
                    <a:pt x="0" y="16081"/>
                  </a:lnTo>
                  <a:lnTo>
                    <a:pt x="16080" y="1"/>
                  </a:lnTo>
                  <a:lnTo>
                    <a:pt x="32178"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83" name="Google Shape;783;p7"/>
            <p:cNvSpPr/>
            <p:nvPr/>
          </p:nvSpPr>
          <p:spPr>
            <a:xfrm>
              <a:off x="5584525" y="1669400"/>
              <a:ext cx="804000" cy="804025"/>
            </a:xfrm>
            <a:custGeom>
              <a:avLst/>
              <a:gdLst/>
              <a:ahLst/>
              <a:cxnLst/>
              <a:rect l="l" t="t" r="r" b="b"/>
              <a:pathLst>
                <a:path w="32160" h="32161" extrusionOk="0">
                  <a:moveTo>
                    <a:pt x="447" y="16081"/>
                  </a:moveTo>
                  <a:lnTo>
                    <a:pt x="16080" y="31714"/>
                  </a:lnTo>
                  <a:lnTo>
                    <a:pt x="31732" y="16081"/>
                  </a:lnTo>
                  <a:lnTo>
                    <a:pt x="16080" y="429"/>
                  </a:lnTo>
                  <a:close/>
                  <a:moveTo>
                    <a:pt x="16080" y="32160"/>
                  </a:moveTo>
                  <a:lnTo>
                    <a:pt x="1" y="16081"/>
                  </a:lnTo>
                  <a:lnTo>
                    <a:pt x="16080"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84" name="Google Shape;784;p7"/>
            <p:cNvSpPr/>
            <p:nvPr/>
          </p:nvSpPr>
          <p:spPr>
            <a:xfrm>
              <a:off x="5561275" y="1669400"/>
              <a:ext cx="804000" cy="804025"/>
            </a:xfrm>
            <a:custGeom>
              <a:avLst/>
              <a:gdLst/>
              <a:ahLst/>
              <a:cxnLst/>
              <a:rect l="l" t="t" r="r" b="b"/>
              <a:pathLst>
                <a:path w="32160" h="32161" extrusionOk="0">
                  <a:moveTo>
                    <a:pt x="428" y="16081"/>
                  </a:moveTo>
                  <a:lnTo>
                    <a:pt x="16080" y="31714"/>
                  </a:lnTo>
                  <a:lnTo>
                    <a:pt x="31713" y="16081"/>
                  </a:lnTo>
                  <a:lnTo>
                    <a:pt x="16080" y="429"/>
                  </a:lnTo>
                  <a:close/>
                  <a:moveTo>
                    <a:pt x="16080" y="32160"/>
                  </a:moveTo>
                  <a:lnTo>
                    <a:pt x="0" y="16081"/>
                  </a:lnTo>
                  <a:lnTo>
                    <a:pt x="16080" y="1"/>
                  </a:lnTo>
                  <a:lnTo>
                    <a:pt x="32159"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85" name="Google Shape;785;p7"/>
            <p:cNvSpPr/>
            <p:nvPr/>
          </p:nvSpPr>
          <p:spPr>
            <a:xfrm>
              <a:off x="5537525" y="1669400"/>
              <a:ext cx="804025" cy="804025"/>
            </a:xfrm>
            <a:custGeom>
              <a:avLst/>
              <a:gdLst/>
              <a:ahLst/>
              <a:cxnLst/>
              <a:rect l="l" t="t" r="r" b="b"/>
              <a:pathLst>
                <a:path w="32161" h="32161" extrusionOk="0">
                  <a:moveTo>
                    <a:pt x="448" y="16081"/>
                  </a:moveTo>
                  <a:lnTo>
                    <a:pt x="16081" y="31714"/>
                  </a:lnTo>
                  <a:lnTo>
                    <a:pt x="31732" y="16081"/>
                  </a:lnTo>
                  <a:lnTo>
                    <a:pt x="16081" y="429"/>
                  </a:lnTo>
                  <a:close/>
                  <a:moveTo>
                    <a:pt x="16081" y="32160"/>
                  </a:moveTo>
                  <a:lnTo>
                    <a:pt x="1" y="16081"/>
                  </a:lnTo>
                  <a:lnTo>
                    <a:pt x="16081" y="1"/>
                  </a:lnTo>
                  <a:lnTo>
                    <a:pt x="32160" y="1608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86" name="Google Shape;786;p7"/>
            <p:cNvSpPr/>
            <p:nvPr/>
          </p:nvSpPr>
          <p:spPr>
            <a:xfrm>
              <a:off x="6167975" y="2118400"/>
              <a:ext cx="150775" cy="151225"/>
            </a:xfrm>
            <a:custGeom>
              <a:avLst/>
              <a:gdLst/>
              <a:ahLst/>
              <a:cxnLst/>
              <a:rect l="l" t="t" r="r" b="b"/>
              <a:pathLst>
                <a:path w="6031" h="6049" extrusionOk="0">
                  <a:moveTo>
                    <a:pt x="3015" y="0"/>
                  </a:moveTo>
                  <a:lnTo>
                    <a:pt x="0" y="3015"/>
                  </a:lnTo>
                  <a:lnTo>
                    <a:pt x="3015" y="6049"/>
                  </a:lnTo>
                  <a:lnTo>
                    <a:pt x="6030" y="3015"/>
                  </a:lnTo>
                  <a:lnTo>
                    <a:pt x="3015" y="0"/>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87" name="Google Shape;787;p7"/>
            <p:cNvSpPr/>
            <p:nvPr/>
          </p:nvSpPr>
          <p:spPr>
            <a:xfrm>
              <a:off x="6162400" y="2112825"/>
              <a:ext cx="161925" cy="161925"/>
            </a:xfrm>
            <a:custGeom>
              <a:avLst/>
              <a:gdLst/>
              <a:ahLst/>
              <a:cxnLst/>
              <a:rect l="l" t="t" r="r" b="b"/>
              <a:pathLst>
                <a:path w="6477" h="6477" extrusionOk="0">
                  <a:moveTo>
                    <a:pt x="428" y="3238"/>
                  </a:moveTo>
                  <a:lnTo>
                    <a:pt x="3238" y="6049"/>
                  </a:lnTo>
                  <a:lnTo>
                    <a:pt x="6030" y="3238"/>
                  </a:lnTo>
                  <a:lnTo>
                    <a:pt x="3238" y="447"/>
                  </a:lnTo>
                  <a:close/>
                  <a:moveTo>
                    <a:pt x="3238" y="6477"/>
                  </a:moveTo>
                  <a:lnTo>
                    <a:pt x="0" y="3238"/>
                  </a:lnTo>
                  <a:lnTo>
                    <a:pt x="3238" y="0"/>
                  </a:lnTo>
                  <a:lnTo>
                    <a:pt x="6477" y="3238"/>
                  </a:lnTo>
                  <a:close/>
                </a:path>
              </a:pathLst>
            </a:custGeom>
            <a:gradFill>
              <a:gsLst>
                <a:gs pos="0">
                  <a:srgbClr val="674EA7"/>
                </a:gs>
                <a:gs pos="100000">
                  <a:srgbClr val="00FFFF"/>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88" name="Google Shape;788;p7"/>
            <p:cNvSpPr/>
            <p:nvPr/>
          </p:nvSpPr>
          <p:spPr>
            <a:xfrm>
              <a:off x="6190775" y="2141200"/>
              <a:ext cx="105175" cy="105175"/>
            </a:xfrm>
            <a:custGeom>
              <a:avLst/>
              <a:gdLst/>
              <a:ahLst/>
              <a:cxnLst/>
              <a:rect l="l" t="t" r="r" b="b"/>
              <a:pathLst>
                <a:path w="4207" h="4207" extrusionOk="0">
                  <a:moveTo>
                    <a:pt x="428" y="2103"/>
                  </a:moveTo>
                  <a:lnTo>
                    <a:pt x="2103" y="3778"/>
                  </a:lnTo>
                  <a:lnTo>
                    <a:pt x="3760" y="2103"/>
                  </a:lnTo>
                  <a:lnTo>
                    <a:pt x="2103" y="447"/>
                  </a:lnTo>
                  <a:close/>
                  <a:moveTo>
                    <a:pt x="2103" y="4206"/>
                  </a:moveTo>
                  <a:lnTo>
                    <a:pt x="0" y="2103"/>
                  </a:lnTo>
                  <a:lnTo>
                    <a:pt x="2103" y="0"/>
                  </a:lnTo>
                  <a:lnTo>
                    <a:pt x="4206" y="2103"/>
                  </a:lnTo>
                  <a:close/>
                </a:path>
              </a:pathLst>
            </a:custGeom>
            <a:gradFill>
              <a:gsLst>
                <a:gs pos="0">
                  <a:srgbClr val="4E29AA"/>
                </a:gs>
                <a:gs pos="100000">
                  <a:srgbClr val="674EA7"/>
                </a:gs>
              </a:gsLst>
              <a:lin ang="1619866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89" name="Google Shape;789;p7"/>
            <p:cNvSpPr/>
            <p:nvPr/>
          </p:nvSpPr>
          <p:spPr>
            <a:xfrm>
              <a:off x="6060950" y="2061175"/>
              <a:ext cx="500" cy="950"/>
            </a:xfrm>
            <a:custGeom>
              <a:avLst/>
              <a:gdLst/>
              <a:ahLst/>
              <a:cxnLst/>
              <a:rect l="l" t="t" r="r" b="b"/>
              <a:pathLst>
                <a:path w="20" h="38" extrusionOk="0">
                  <a:moveTo>
                    <a:pt x="20" y="0"/>
                  </a:moveTo>
                  <a:lnTo>
                    <a:pt x="1" y="19"/>
                  </a:lnTo>
                  <a:lnTo>
                    <a:pt x="20" y="3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0" name="Google Shape;790;p7"/>
            <p:cNvSpPr/>
            <p:nvPr/>
          </p:nvSpPr>
          <p:spPr>
            <a:xfrm>
              <a:off x="6061425" y="2060700"/>
              <a:ext cx="500" cy="2350"/>
            </a:xfrm>
            <a:custGeom>
              <a:avLst/>
              <a:gdLst/>
              <a:ahLst/>
              <a:cxnLst/>
              <a:rect l="l" t="t" r="r" b="b"/>
              <a:pathLst>
                <a:path w="20" h="94" extrusionOk="0">
                  <a:moveTo>
                    <a:pt x="19" y="1"/>
                  </a:moveTo>
                  <a:lnTo>
                    <a:pt x="1" y="19"/>
                  </a:lnTo>
                  <a:lnTo>
                    <a:pt x="1" y="56"/>
                  </a:lnTo>
                  <a:lnTo>
                    <a:pt x="19" y="94"/>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1" name="Google Shape;791;p7"/>
            <p:cNvSpPr/>
            <p:nvPr/>
          </p:nvSpPr>
          <p:spPr>
            <a:xfrm>
              <a:off x="6061900" y="2060225"/>
              <a:ext cx="950" cy="3300"/>
            </a:xfrm>
            <a:custGeom>
              <a:avLst/>
              <a:gdLst/>
              <a:ahLst/>
              <a:cxnLst/>
              <a:rect l="l" t="t" r="r" b="b"/>
              <a:pathLst>
                <a:path w="38" h="132" extrusionOk="0">
                  <a:moveTo>
                    <a:pt x="37" y="1"/>
                  </a:moveTo>
                  <a:lnTo>
                    <a:pt x="0" y="20"/>
                  </a:lnTo>
                  <a:lnTo>
                    <a:pt x="0" y="113"/>
                  </a:lnTo>
                  <a:lnTo>
                    <a:pt x="37" y="131"/>
                  </a:lnTo>
                  <a:lnTo>
                    <a:pt x="37"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2" name="Google Shape;792;p7"/>
            <p:cNvSpPr/>
            <p:nvPr/>
          </p:nvSpPr>
          <p:spPr>
            <a:xfrm>
              <a:off x="6062825" y="2059775"/>
              <a:ext cx="500" cy="4200"/>
            </a:xfrm>
            <a:custGeom>
              <a:avLst/>
              <a:gdLst/>
              <a:ahLst/>
              <a:cxnLst/>
              <a:rect l="l" t="t" r="r" b="b"/>
              <a:pathLst>
                <a:path w="20" h="168" extrusionOk="0">
                  <a:moveTo>
                    <a:pt x="19" y="0"/>
                  </a:moveTo>
                  <a:lnTo>
                    <a:pt x="0" y="19"/>
                  </a:lnTo>
                  <a:lnTo>
                    <a:pt x="0" y="149"/>
                  </a:lnTo>
                  <a:lnTo>
                    <a:pt x="19" y="16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3" name="Google Shape;793;p7"/>
            <p:cNvSpPr/>
            <p:nvPr/>
          </p:nvSpPr>
          <p:spPr>
            <a:xfrm>
              <a:off x="6063300" y="2058850"/>
              <a:ext cx="475" cy="5600"/>
            </a:xfrm>
            <a:custGeom>
              <a:avLst/>
              <a:gdLst/>
              <a:ahLst/>
              <a:cxnLst/>
              <a:rect l="l" t="t" r="r" b="b"/>
              <a:pathLst>
                <a:path w="19" h="224" extrusionOk="0">
                  <a:moveTo>
                    <a:pt x="19" y="0"/>
                  </a:moveTo>
                  <a:lnTo>
                    <a:pt x="0" y="37"/>
                  </a:lnTo>
                  <a:lnTo>
                    <a:pt x="0" y="205"/>
                  </a:lnTo>
                  <a:lnTo>
                    <a:pt x="19" y="22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4" name="Google Shape;794;p7"/>
            <p:cNvSpPr/>
            <p:nvPr/>
          </p:nvSpPr>
          <p:spPr>
            <a:xfrm>
              <a:off x="6063750" y="2058375"/>
              <a:ext cx="500" cy="6550"/>
            </a:xfrm>
            <a:custGeom>
              <a:avLst/>
              <a:gdLst/>
              <a:ahLst/>
              <a:cxnLst/>
              <a:rect l="l" t="t" r="r" b="b"/>
              <a:pathLst>
                <a:path w="20" h="262" extrusionOk="0">
                  <a:moveTo>
                    <a:pt x="19" y="1"/>
                  </a:moveTo>
                  <a:lnTo>
                    <a:pt x="1" y="19"/>
                  </a:lnTo>
                  <a:lnTo>
                    <a:pt x="1" y="242"/>
                  </a:lnTo>
                  <a:lnTo>
                    <a:pt x="19" y="26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5" name="Google Shape;795;p7"/>
            <p:cNvSpPr/>
            <p:nvPr/>
          </p:nvSpPr>
          <p:spPr>
            <a:xfrm>
              <a:off x="6064225" y="2057900"/>
              <a:ext cx="475" cy="7475"/>
            </a:xfrm>
            <a:custGeom>
              <a:avLst/>
              <a:gdLst/>
              <a:ahLst/>
              <a:cxnLst/>
              <a:rect l="l" t="t" r="r" b="b"/>
              <a:pathLst>
                <a:path w="19" h="299" extrusionOk="0">
                  <a:moveTo>
                    <a:pt x="19" y="1"/>
                  </a:moveTo>
                  <a:lnTo>
                    <a:pt x="0" y="20"/>
                  </a:lnTo>
                  <a:lnTo>
                    <a:pt x="0" y="280"/>
                  </a:lnTo>
                  <a:lnTo>
                    <a:pt x="19" y="29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6" name="Google Shape;796;p7"/>
            <p:cNvSpPr/>
            <p:nvPr/>
          </p:nvSpPr>
          <p:spPr>
            <a:xfrm>
              <a:off x="6064675" y="2057450"/>
              <a:ext cx="500" cy="8850"/>
            </a:xfrm>
            <a:custGeom>
              <a:avLst/>
              <a:gdLst/>
              <a:ahLst/>
              <a:cxnLst/>
              <a:rect l="l" t="t" r="r" b="b"/>
              <a:pathLst>
                <a:path w="20" h="354" extrusionOk="0">
                  <a:moveTo>
                    <a:pt x="19" y="0"/>
                  </a:moveTo>
                  <a:lnTo>
                    <a:pt x="1" y="19"/>
                  </a:lnTo>
                  <a:lnTo>
                    <a:pt x="1" y="317"/>
                  </a:lnTo>
                  <a:lnTo>
                    <a:pt x="19" y="35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7" name="Google Shape;797;p7"/>
            <p:cNvSpPr/>
            <p:nvPr/>
          </p:nvSpPr>
          <p:spPr>
            <a:xfrm>
              <a:off x="6065150" y="2056975"/>
              <a:ext cx="950" cy="9800"/>
            </a:xfrm>
            <a:custGeom>
              <a:avLst/>
              <a:gdLst/>
              <a:ahLst/>
              <a:cxnLst/>
              <a:rect l="l" t="t" r="r" b="b"/>
              <a:pathLst>
                <a:path w="38" h="392" extrusionOk="0">
                  <a:moveTo>
                    <a:pt x="38" y="1"/>
                  </a:moveTo>
                  <a:lnTo>
                    <a:pt x="0" y="19"/>
                  </a:lnTo>
                  <a:lnTo>
                    <a:pt x="0" y="373"/>
                  </a:lnTo>
                  <a:lnTo>
                    <a:pt x="38" y="392"/>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8" name="Google Shape;798;p7"/>
            <p:cNvSpPr/>
            <p:nvPr/>
          </p:nvSpPr>
          <p:spPr>
            <a:xfrm>
              <a:off x="6066075" y="2056525"/>
              <a:ext cx="500" cy="10725"/>
            </a:xfrm>
            <a:custGeom>
              <a:avLst/>
              <a:gdLst/>
              <a:ahLst/>
              <a:cxnLst/>
              <a:rect l="l" t="t" r="r" b="b"/>
              <a:pathLst>
                <a:path w="20" h="429" extrusionOk="0">
                  <a:moveTo>
                    <a:pt x="19" y="0"/>
                  </a:moveTo>
                  <a:lnTo>
                    <a:pt x="1" y="19"/>
                  </a:lnTo>
                  <a:lnTo>
                    <a:pt x="1" y="410"/>
                  </a:lnTo>
                  <a:lnTo>
                    <a:pt x="19" y="42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9" name="Google Shape;799;p7"/>
            <p:cNvSpPr/>
            <p:nvPr/>
          </p:nvSpPr>
          <p:spPr>
            <a:xfrm>
              <a:off x="6066550" y="2055575"/>
              <a:ext cx="475" cy="12125"/>
            </a:xfrm>
            <a:custGeom>
              <a:avLst/>
              <a:gdLst/>
              <a:ahLst/>
              <a:cxnLst/>
              <a:rect l="l" t="t" r="r" b="b"/>
              <a:pathLst>
                <a:path w="19" h="485" extrusionOk="0">
                  <a:moveTo>
                    <a:pt x="19" y="1"/>
                  </a:moveTo>
                  <a:lnTo>
                    <a:pt x="0" y="38"/>
                  </a:lnTo>
                  <a:lnTo>
                    <a:pt x="0" y="466"/>
                  </a:lnTo>
                  <a:lnTo>
                    <a:pt x="19" y="4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00" name="Google Shape;800;p7"/>
            <p:cNvSpPr/>
            <p:nvPr/>
          </p:nvSpPr>
          <p:spPr>
            <a:xfrm>
              <a:off x="6067000" y="2055125"/>
              <a:ext cx="500" cy="13050"/>
            </a:xfrm>
            <a:custGeom>
              <a:avLst/>
              <a:gdLst/>
              <a:ahLst/>
              <a:cxnLst/>
              <a:rect l="l" t="t" r="r" b="b"/>
              <a:pathLst>
                <a:path w="20" h="522" extrusionOk="0">
                  <a:moveTo>
                    <a:pt x="20" y="0"/>
                  </a:moveTo>
                  <a:lnTo>
                    <a:pt x="1" y="19"/>
                  </a:lnTo>
                  <a:lnTo>
                    <a:pt x="1" y="503"/>
                  </a:lnTo>
                  <a:lnTo>
                    <a:pt x="20" y="52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01" name="Google Shape;801;p7"/>
            <p:cNvSpPr/>
            <p:nvPr/>
          </p:nvSpPr>
          <p:spPr>
            <a:xfrm>
              <a:off x="6067475" y="2054650"/>
              <a:ext cx="500" cy="13975"/>
            </a:xfrm>
            <a:custGeom>
              <a:avLst/>
              <a:gdLst/>
              <a:ahLst/>
              <a:cxnLst/>
              <a:rect l="l" t="t" r="r" b="b"/>
              <a:pathLst>
                <a:path w="20" h="559" extrusionOk="0">
                  <a:moveTo>
                    <a:pt x="19" y="1"/>
                  </a:moveTo>
                  <a:lnTo>
                    <a:pt x="1" y="19"/>
                  </a:lnTo>
                  <a:lnTo>
                    <a:pt x="1" y="540"/>
                  </a:lnTo>
                  <a:lnTo>
                    <a:pt x="19" y="55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02" name="Google Shape;802;p7"/>
            <p:cNvSpPr/>
            <p:nvPr/>
          </p:nvSpPr>
          <p:spPr>
            <a:xfrm>
              <a:off x="6067950" y="2054200"/>
              <a:ext cx="475" cy="15375"/>
            </a:xfrm>
            <a:custGeom>
              <a:avLst/>
              <a:gdLst/>
              <a:ahLst/>
              <a:cxnLst/>
              <a:rect l="l" t="t" r="r" b="b"/>
              <a:pathLst>
                <a:path w="19" h="615" extrusionOk="0">
                  <a:moveTo>
                    <a:pt x="19" y="0"/>
                  </a:moveTo>
                  <a:lnTo>
                    <a:pt x="0" y="19"/>
                  </a:lnTo>
                  <a:lnTo>
                    <a:pt x="0" y="577"/>
                  </a:lnTo>
                  <a:lnTo>
                    <a:pt x="19" y="614"/>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03" name="Google Shape;803;p7"/>
            <p:cNvSpPr/>
            <p:nvPr/>
          </p:nvSpPr>
          <p:spPr>
            <a:xfrm>
              <a:off x="6068400" y="2053725"/>
              <a:ext cx="950" cy="16300"/>
            </a:xfrm>
            <a:custGeom>
              <a:avLst/>
              <a:gdLst/>
              <a:ahLst/>
              <a:cxnLst/>
              <a:rect l="l" t="t" r="r" b="b"/>
              <a:pathLst>
                <a:path w="38" h="652" extrusionOk="0">
                  <a:moveTo>
                    <a:pt x="38" y="0"/>
                  </a:moveTo>
                  <a:lnTo>
                    <a:pt x="1" y="19"/>
                  </a:lnTo>
                  <a:lnTo>
                    <a:pt x="1" y="633"/>
                  </a:lnTo>
                  <a:lnTo>
                    <a:pt x="38" y="652"/>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04" name="Google Shape;804;p7"/>
            <p:cNvSpPr/>
            <p:nvPr/>
          </p:nvSpPr>
          <p:spPr>
            <a:xfrm>
              <a:off x="6069325" y="2053250"/>
              <a:ext cx="500" cy="17250"/>
            </a:xfrm>
            <a:custGeom>
              <a:avLst/>
              <a:gdLst/>
              <a:ahLst/>
              <a:cxnLst/>
              <a:rect l="l" t="t" r="r" b="b"/>
              <a:pathLst>
                <a:path w="20" h="690" extrusionOk="0">
                  <a:moveTo>
                    <a:pt x="20" y="1"/>
                  </a:moveTo>
                  <a:lnTo>
                    <a:pt x="1" y="19"/>
                  </a:lnTo>
                  <a:lnTo>
                    <a:pt x="1" y="671"/>
                  </a:lnTo>
                  <a:lnTo>
                    <a:pt x="20" y="689"/>
                  </a:lnTo>
                  <a:lnTo>
                    <a:pt x="2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05" name="Google Shape;805;p7"/>
            <p:cNvSpPr/>
            <p:nvPr/>
          </p:nvSpPr>
          <p:spPr>
            <a:xfrm>
              <a:off x="6069800" y="2052325"/>
              <a:ext cx="500" cy="18650"/>
            </a:xfrm>
            <a:custGeom>
              <a:avLst/>
              <a:gdLst/>
              <a:ahLst/>
              <a:cxnLst/>
              <a:rect l="l" t="t" r="r" b="b"/>
              <a:pathLst>
                <a:path w="20" h="746" extrusionOk="0">
                  <a:moveTo>
                    <a:pt x="19" y="1"/>
                  </a:moveTo>
                  <a:lnTo>
                    <a:pt x="1" y="38"/>
                  </a:lnTo>
                  <a:lnTo>
                    <a:pt x="1" y="726"/>
                  </a:lnTo>
                  <a:lnTo>
                    <a:pt x="19" y="74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06" name="Google Shape;806;p7"/>
            <p:cNvSpPr/>
            <p:nvPr/>
          </p:nvSpPr>
          <p:spPr>
            <a:xfrm>
              <a:off x="6070275" y="2051875"/>
              <a:ext cx="475" cy="19550"/>
            </a:xfrm>
            <a:custGeom>
              <a:avLst/>
              <a:gdLst/>
              <a:ahLst/>
              <a:cxnLst/>
              <a:rect l="l" t="t" r="r" b="b"/>
              <a:pathLst>
                <a:path w="19" h="782" extrusionOk="0">
                  <a:moveTo>
                    <a:pt x="19" y="0"/>
                  </a:moveTo>
                  <a:lnTo>
                    <a:pt x="0" y="19"/>
                  </a:lnTo>
                  <a:lnTo>
                    <a:pt x="0" y="763"/>
                  </a:lnTo>
                  <a:lnTo>
                    <a:pt x="19" y="78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07" name="Google Shape;807;p7"/>
            <p:cNvSpPr/>
            <p:nvPr/>
          </p:nvSpPr>
          <p:spPr>
            <a:xfrm>
              <a:off x="6070725" y="2051400"/>
              <a:ext cx="500" cy="20500"/>
            </a:xfrm>
            <a:custGeom>
              <a:avLst/>
              <a:gdLst/>
              <a:ahLst/>
              <a:cxnLst/>
              <a:rect l="l" t="t" r="r" b="b"/>
              <a:pathLst>
                <a:path w="20" h="820" extrusionOk="0">
                  <a:moveTo>
                    <a:pt x="19" y="0"/>
                  </a:moveTo>
                  <a:lnTo>
                    <a:pt x="1" y="19"/>
                  </a:lnTo>
                  <a:lnTo>
                    <a:pt x="1" y="801"/>
                  </a:lnTo>
                  <a:lnTo>
                    <a:pt x="19" y="819"/>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08" name="Google Shape;808;p7"/>
            <p:cNvSpPr/>
            <p:nvPr/>
          </p:nvSpPr>
          <p:spPr>
            <a:xfrm>
              <a:off x="6071200" y="2050925"/>
              <a:ext cx="500" cy="21900"/>
            </a:xfrm>
            <a:custGeom>
              <a:avLst/>
              <a:gdLst/>
              <a:ahLst/>
              <a:cxnLst/>
              <a:rect l="l" t="t" r="r" b="b"/>
              <a:pathLst>
                <a:path w="20" h="876" extrusionOk="0">
                  <a:moveTo>
                    <a:pt x="19" y="1"/>
                  </a:moveTo>
                  <a:lnTo>
                    <a:pt x="0" y="19"/>
                  </a:lnTo>
                  <a:lnTo>
                    <a:pt x="0" y="838"/>
                  </a:lnTo>
                  <a:lnTo>
                    <a:pt x="19" y="87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09" name="Google Shape;809;p7"/>
            <p:cNvSpPr/>
            <p:nvPr/>
          </p:nvSpPr>
          <p:spPr>
            <a:xfrm>
              <a:off x="6071675" y="2050475"/>
              <a:ext cx="950" cy="22825"/>
            </a:xfrm>
            <a:custGeom>
              <a:avLst/>
              <a:gdLst/>
              <a:ahLst/>
              <a:cxnLst/>
              <a:rect l="l" t="t" r="r" b="b"/>
              <a:pathLst>
                <a:path w="38" h="913" extrusionOk="0">
                  <a:moveTo>
                    <a:pt x="37" y="0"/>
                  </a:moveTo>
                  <a:lnTo>
                    <a:pt x="0" y="19"/>
                  </a:lnTo>
                  <a:lnTo>
                    <a:pt x="0" y="893"/>
                  </a:lnTo>
                  <a:lnTo>
                    <a:pt x="37" y="912"/>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0" name="Google Shape;810;p7"/>
            <p:cNvSpPr/>
            <p:nvPr/>
          </p:nvSpPr>
          <p:spPr>
            <a:xfrm>
              <a:off x="6072600" y="2050000"/>
              <a:ext cx="475" cy="23750"/>
            </a:xfrm>
            <a:custGeom>
              <a:avLst/>
              <a:gdLst/>
              <a:ahLst/>
              <a:cxnLst/>
              <a:rect l="l" t="t" r="r" b="b"/>
              <a:pathLst>
                <a:path w="19" h="950" extrusionOk="0">
                  <a:moveTo>
                    <a:pt x="19" y="1"/>
                  </a:moveTo>
                  <a:lnTo>
                    <a:pt x="0" y="19"/>
                  </a:lnTo>
                  <a:lnTo>
                    <a:pt x="0" y="931"/>
                  </a:lnTo>
                  <a:lnTo>
                    <a:pt x="19" y="950"/>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1" name="Google Shape;811;p7"/>
            <p:cNvSpPr/>
            <p:nvPr/>
          </p:nvSpPr>
          <p:spPr>
            <a:xfrm>
              <a:off x="6073050" y="2049075"/>
              <a:ext cx="500" cy="25150"/>
            </a:xfrm>
            <a:custGeom>
              <a:avLst/>
              <a:gdLst/>
              <a:ahLst/>
              <a:cxnLst/>
              <a:rect l="l" t="t" r="r" b="b"/>
              <a:pathLst>
                <a:path w="20" h="1006" extrusionOk="0">
                  <a:moveTo>
                    <a:pt x="19" y="0"/>
                  </a:moveTo>
                  <a:lnTo>
                    <a:pt x="1" y="38"/>
                  </a:lnTo>
                  <a:lnTo>
                    <a:pt x="1" y="987"/>
                  </a:lnTo>
                  <a:lnTo>
                    <a:pt x="19" y="1005"/>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2" name="Google Shape;812;p7"/>
            <p:cNvSpPr/>
            <p:nvPr/>
          </p:nvSpPr>
          <p:spPr>
            <a:xfrm>
              <a:off x="6073525" y="2048600"/>
              <a:ext cx="500" cy="26075"/>
            </a:xfrm>
            <a:custGeom>
              <a:avLst/>
              <a:gdLst/>
              <a:ahLst/>
              <a:cxnLst/>
              <a:rect l="l" t="t" r="r" b="b"/>
              <a:pathLst>
                <a:path w="20" h="1043" extrusionOk="0">
                  <a:moveTo>
                    <a:pt x="19" y="1"/>
                  </a:moveTo>
                  <a:lnTo>
                    <a:pt x="0" y="19"/>
                  </a:lnTo>
                  <a:lnTo>
                    <a:pt x="0" y="1024"/>
                  </a:lnTo>
                  <a:lnTo>
                    <a:pt x="19" y="1043"/>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3" name="Google Shape;813;p7"/>
            <p:cNvSpPr/>
            <p:nvPr/>
          </p:nvSpPr>
          <p:spPr>
            <a:xfrm>
              <a:off x="6074000" y="2048150"/>
              <a:ext cx="475" cy="27000"/>
            </a:xfrm>
            <a:custGeom>
              <a:avLst/>
              <a:gdLst/>
              <a:ahLst/>
              <a:cxnLst/>
              <a:rect l="l" t="t" r="r" b="b"/>
              <a:pathLst>
                <a:path w="19" h="1080" extrusionOk="0">
                  <a:moveTo>
                    <a:pt x="19" y="0"/>
                  </a:moveTo>
                  <a:lnTo>
                    <a:pt x="0" y="19"/>
                  </a:lnTo>
                  <a:lnTo>
                    <a:pt x="0" y="1061"/>
                  </a:lnTo>
                  <a:lnTo>
                    <a:pt x="19" y="108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4" name="Google Shape;814;p7"/>
            <p:cNvSpPr/>
            <p:nvPr/>
          </p:nvSpPr>
          <p:spPr>
            <a:xfrm>
              <a:off x="6074450" y="2047675"/>
              <a:ext cx="500" cy="28400"/>
            </a:xfrm>
            <a:custGeom>
              <a:avLst/>
              <a:gdLst/>
              <a:ahLst/>
              <a:cxnLst/>
              <a:rect l="l" t="t" r="r" b="b"/>
              <a:pathLst>
                <a:path w="20" h="1136" extrusionOk="0">
                  <a:moveTo>
                    <a:pt x="19" y="1"/>
                  </a:moveTo>
                  <a:lnTo>
                    <a:pt x="1" y="19"/>
                  </a:lnTo>
                  <a:lnTo>
                    <a:pt x="1" y="1099"/>
                  </a:lnTo>
                  <a:lnTo>
                    <a:pt x="19" y="1136"/>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5" name="Google Shape;815;p7"/>
            <p:cNvSpPr/>
            <p:nvPr/>
          </p:nvSpPr>
          <p:spPr>
            <a:xfrm>
              <a:off x="6074925" y="2047200"/>
              <a:ext cx="950" cy="29350"/>
            </a:xfrm>
            <a:custGeom>
              <a:avLst/>
              <a:gdLst/>
              <a:ahLst/>
              <a:cxnLst/>
              <a:rect l="l" t="t" r="r" b="b"/>
              <a:pathLst>
                <a:path w="38" h="1174" extrusionOk="0">
                  <a:moveTo>
                    <a:pt x="38" y="1"/>
                  </a:moveTo>
                  <a:lnTo>
                    <a:pt x="0" y="20"/>
                  </a:lnTo>
                  <a:lnTo>
                    <a:pt x="0" y="1155"/>
                  </a:lnTo>
                  <a:lnTo>
                    <a:pt x="38" y="1173"/>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6" name="Google Shape;816;p7"/>
            <p:cNvSpPr/>
            <p:nvPr/>
          </p:nvSpPr>
          <p:spPr>
            <a:xfrm>
              <a:off x="6075850" y="2046750"/>
              <a:ext cx="500" cy="30250"/>
            </a:xfrm>
            <a:custGeom>
              <a:avLst/>
              <a:gdLst/>
              <a:ahLst/>
              <a:cxnLst/>
              <a:rect l="l" t="t" r="r" b="b"/>
              <a:pathLst>
                <a:path w="20" h="1210" extrusionOk="0">
                  <a:moveTo>
                    <a:pt x="19" y="0"/>
                  </a:moveTo>
                  <a:lnTo>
                    <a:pt x="1" y="19"/>
                  </a:lnTo>
                  <a:lnTo>
                    <a:pt x="1" y="1191"/>
                  </a:lnTo>
                  <a:lnTo>
                    <a:pt x="19" y="121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7" name="Google Shape;817;p7"/>
            <p:cNvSpPr/>
            <p:nvPr/>
          </p:nvSpPr>
          <p:spPr>
            <a:xfrm>
              <a:off x="6076325" y="2045825"/>
              <a:ext cx="475" cy="31650"/>
            </a:xfrm>
            <a:custGeom>
              <a:avLst/>
              <a:gdLst/>
              <a:ahLst/>
              <a:cxnLst/>
              <a:rect l="l" t="t" r="r" b="b"/>
              <a:pathLst>
                <a:path w="19" h="1266" extrusionOk="0">
                  <a:moveTo>
                    <a:pt x="19" y="0"/>
                  </a:moveTo>
                  <a:lnTo>
                    <a:pt x="0" y="37"/>
                  </a:lnTo>
                  <a:lnTo>
                    <a:pt x="0" y="1247"/>
                  </a:lnTo>
                  <a:lnTo>
                    <a:pt x="19" y="1266"/>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8" name="Google Shape;818;p7"/>
            <p:cNvSpPr/>
            <p:nvPr/>
          </p:nvSpPr>
          <p:spPr>
            <a:xfrm>
              <a:off x="6076775" y="2045350"/>
              <a:ext cx="500" cy="32600"/>
            </a:xfrm>
            <a:custGeom>
              <a:avLst/>
              <a:gdLst/>
              <a:ahLst/>
              <a:cxnLst/>
              <a:rect l="l" t="t" r="r" b="b"/>
              <a:pathLst>
                <a:path w="20" h="1304" extrusionOk="0">
                  <a:moveTo>
                    <a:pt x="19" y="0"/>
                  </a:moveTo>
                  <a:lnTo>
                    <a:pt x="1" y="19"/>
                  </a:lnTo>
                  <a:lnTo>
                    <a:pt x="1" y="1285"/>
                  </a:lnTo>
                  <a:lnTo>
                    <a:pt x="19" y="130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9" name="Google Shape;819;p7"/>
            <p:cNvSpPr/>
            <p:nvPr/>
          </p:nvSpPr>
          <p:spPr>
            <a:xfrm>
              <a:off x="6077250" y="2044875"/>
              <a:ext cx="475" cy="33525"/>
            </a:xfrm>
            <a:custGeom>
              <a:avLst/>
              <a:gdLst/>
              <a:ahLst/>
              <a:cxnLst/>
              <a:rect l="l" t="t" r="r" b="b"/>
              <a:pathLst>
                <a:path w="19" h="1341" extrusionOk="0">
                  <a:moveTo>
                    <a:pt x="19" y="1"/>
                  </a:moveTo>
                  <a:lnTo>
                    <a:pt x="0" y="19"/>
                  </a:lnTo>
                  <a:lnTo>
                    <a:pt x="0" y="1322"/>
                  </a:lnTo>
                  <a:lnTo>
                    <a:pt x="19" y="134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20" name="Google Shape;820;p7"/>
            <p:cNvSpPr/>
            <p:nvPr/>
          </p:nvSpPr>
          <p:spPr>
            <a:xfrm>
              <a:off x="6077700" y="2044425"/>
              <a:ext cx="500" cy="34925"/>
            </a:xfrm>
            <a:custGeom>
              <a:avLst/>
              <a:gdLst/>
              <a:ahLst/>
              <a:cxnLst/>
              <a:rect l="l" t="t" r="r" b="b"/>
              <a:pathLst>
                <a:path w="20" h="1397" extrusionOk="0">
                  <a:moveTo>
                    <a:pt x="20" y="0"/>
                  </a:moveTo>
                  <a:lnTo>
                    <a:pt x="1" y="19"/>
                  </a:lnTo>
                  <a:lnTo>
                    <a:pt x="1" y="1359"/>
                  </a:lnTo>
                  <a:lnTo>
                    <a:pt x="20" y="1396"/>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21" name="Google Shape;821;p7"/>
            <p:cNvSpPr/>
            <p:nvPr/>
          </p:nvSpPr>
          <p:spPr>
            <a:xfrm>
              <a:off x="6078175" y="2043950"/>
              <a:ext cx="950" cy="35850"/>
            </a:xfrm>
            <a:custGeom>
              <a:avLst/>
              <a:gdLst/>
              <a:ahLst/>
              <a:cxnLst/>
              <a:rect l="l" t="t" r="r" b="b"/>
              <a:pathLst>
                <a:path w="38" h="1434" extrusionOk="0">
                  <a:moveTo>
                    <a:pt x="38" y="1"/>
                  </a:moveTo>
                  <a:lnTo>
                    <a:pt x="1" y="19"/>
                  </a:lnTo>
                  <a:lnTo>
                    <a:pt x="1" y="1415"/>
                  </a:lnTo>
                  <a:lnTo>
                    <a:pt x="38" y="1434"/>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22" name="Google Shape;822;p7"/>
            <p:cNvSpPr/>
            <p:nvPr/>
          </p:nvSpPr>
          <p:spPr>
            <a:xfrm>
              <a:off x="6079100" y="2043500"/>
              <a:ext cx="500" cy="36775"/>
            </a:xfrm>
            <a:custGeom>
              <a:avLst/>
              <a:gdLst/>
              <a:ahLst/>
              <a:cxnLst/>
              <a:rect l="l" t="t" r="r" b="b"/>
              <a:pathLst>
                <a:path w="20" h="1471" extrusionOk="0">
                  <a:moveTo>
                    <a:pt x="19" y="0"/>
                  </a:moveTo>
                  <a:lnTo>
                    <a:pt x="1" y="19"/>
                  </a:lnTo>
                  <a:lnTo>
                    <a:pt x="1" y="1452"/>
                  </a:lnTo>
                  <a:lnTo>
                    <a:pt x="19" y="1470"/>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23" name="Google Shape;823;p7"/>
            <p:cNvSpPr/>
            <p:nvPr/>
          </p:nvSpPr>
          <p:spPr>
            <a:xfrm>
              <a:off x="6079575" y="2042550"/>
              <a:ext cx="500" cy="38175"/>
            </a:xfrm>
            <a:custGeom>
              <a:avLst/>
              <a:gdLst/>
              <a:ahLst/>
              <a:cxnLst/>
              <a:rect l="l" t="t" r="r" b="b"/>
              <a:pathLst>
                <a:path w="20" h="1527" extrusionOk="0">
                  <a:moveTo>
                    <a:pt x="19" y="1"/>
                  </a:moveTo>
                  <a:lnTo>
                    <a:pt x="0" y="38"/>
                  </a:lnTo>
                  <a:lnTo>
                    <a:pt x="0" y="1508"/>
                  </a:lnTo>
                  <a:lnTo>
                    <a:pt x="19" y="152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24" name="Google Shape;824;p7"/>
            <p:cNvSpPr/>
            <p:nvPr/>
          </p:nvSpPr>
          <p:spPr>
            <a:xfrm>
              <a:off x="6080050" y="2042100"/>
              <a:ext cx="475" cy="39100"/>
            </a:xfrm>
            <a:custGeom>
              <a:avLst/>
              <a:gdLst/>
              <a:ahLst/>
              <a:cxnLst/>
              <a:rect l="l" t="t" r="r" b="b"/>
              <a:pathLst>
                <a:path w="19" h="1564" extrusionOk="0">
                  <a:moveTo>
                    <a:pt x="19" y="0"/>
                  </a:moveTo>
                  <a:lnTo>
                    <a:pt x="0" y="19"/>
                  </a:lnTo>
                  <a:lnTo>
                    <a:pt x="0" y="1545"/>
                  </a:lnTo>
                  <a:lnTo>
                    <a:pt x="19" y="1563"/>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25" name="Google Shape;825;p7"/>
            <p:cNvSpPr/>
            <p:nvPr/>
          </p:nvSpPr>
          <p:spPr>
            <a:xfrm>
              <a:off x="6080500" y="2041625"/>
              <a:ext cx="500" cy="40050"/>
            </a:xfrm>
            <a:custGeom>
              <a:avLst/>
              <a:gdLst/>
              <a:ahLst/>
              <a:cxnLst/>
              <a:rect l="l" t="t" r="r" b="b"/>
              <a:pathLst>
                <a:path w="20" h="1602" extrusionOk="0">
                  <a:moveTo>
                    <a:pt x="19" y="1"/>
                  </a:moveTo>
                  <a:lnTo>
                    <a:pt x="1" y="19"/>
                  </a:lnTo>
                  <a:lnTo>
                    <a:pt x="1" y="1582"/>
                  </a:lnTo>
                  <a:lnTo>
                    <a:pt x="19" y="1601"/>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26" name="Google Shape;826;p7"/>
            <p:cNvSpPr/>
            <p:nvPr/>
          </p:nvSpPr>
          <p:spPr>
            <a:xfrm>
              <a:off x="6080975" y="2041150"/>
              <a:ext cx="475" cy="41450"/>
            </a:xfrm>
            <a:custGeom>
              <a:avLst/>
              <a:gdLst/>
              <a:ahLst/>
              <a:cxnLst/>
              <a:rect l="l" t="t" r="r" b="b"/>
              <a:pathLst>
                <a:path w="19" h="1658" extrusionOk="0">
                  <a:moveTo>
                    <a:pt x="19" y="1"/>
                  </a:moveTo>
                  <a:lnTo>
                    <a:pt x="0" y="20"/>
                  </a:lnTo>
                  <a:lnTo>
                    <a:pt x="0" y="1620"/>
                  </a:lnTo>
                  <a:lnTo>
                    <a:pt x="19" y="165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27" name="Google Shape;827;p7"/>
            <p:cNvSpPr/>
            <p:nvPr/>
          </p:nvSpPr>
          <p:spPr>
            <a:xfrm>
              <a:off x="6081425" y="2040700"/>
              <a:ext cx="975" cy="42350"/>
            </a:xfrm>
            <a:custGeom>
              <a:avLst/>
              <a:gdLst/>
              <a:ahLst/>
              <a:cxnLst/>
              <a:rect l="l" t="t" r="r" b="b"/>
              <a:pathLst>
                <a:path w="39" h="1694" extrusionOk="0">
                  <a:moveTo>
                    <a:pt x="38" y="0"/>
                  </a:moveTo>
                  <a:lnTo>
                    <a:pt x="1" y="19"/>
                  </a:lnTo>
                  <a:lnTo>
                    <a:pt x="1" y="1675"/>
                  </a:lnTo>
                  <a:lnTo>
                    <a:pt x="38" y="1694"/>
                  </a:lnTo>
                  <a:lnTo>
                    <a:pt x="38"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28" name="Google Shape;828;p7"/>
            <p:cNvSpPr/>
            <p:nvPr/>
          </p:nvSpPr>
          <p:spPr>
            <a:xfrm>
              <a:off x="6082375" y="2040225"/>
              <a:ext cx="475" cy="43300"/>
            </a:xfrm>
            <a:custGeom>
              <a:avLst/>
              <a:gdLst/>
              <a:ahLst/>
              <a:cxnLst/>
              <a:rect l="l" t="t" r="r" b="b"/>
              <a:pathLst>
                <a:path w="19" h="1732" extrusionOk="0">
                  <a:moveTo>
                    <a:pt x="19" y="1"/>
                  </a:moveTo>
                  <a:lnTo>
                    <a:pt x="0" y="19"/>
                  </a:lnTo>
                  <a:lnTo>
                    <a:pt x="0" y="1713"/>
                  </a:lnTo>
                  <a:lnTo>
                    <a:pt x="19" y="1732"/>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29" name="Google Shape;829;p7"/>
            <p:cNvSpPr/>
            <p:nvPr/>
          </p:nvSpPr>
          <p:spPr>
            <a:xfrm>
              <a:off x="6082825" y="2039300"/>
              <a:ext cx="500" cy="44700"/>
            </a:xfrm>
            <a:custGeom>
              <a:avLst/>
              <a:gdLst/>
              <a:ahLst/>
              <a:cxnLst/>
              <a:rect l="l" t="t" r="r" b="b"/>
              <a:pathLst>
                <a:path w="20" h="1788" extrusionOk="0">
                  <a:moveTo>
                    <a:pt x="19" y="1"/>
                  </a:moveTo>
                  <a:lnTo>
                    <a:pt x="1" y="38"/>
                  </a:lnTo>
                  <a:lnTo>
                    <a:pt x="1" y="1769"/>
                  </a:lnTo>
                  <a:lnTo>
                    <a:pt x="19" y="1787"/>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0" name="Google Shape;830;p7"/>
            <p:cNvSpPr/>
            <p:nvPr/>
          </p:nvSpPr>
          <p:spPr>
            <a:xfrm>
              <a:off x="6083300" y="2038825"/>
              <a:ext cx="475" cy="45625"/>
            </a:xfrm>
            <a:custGeom>
              <a:avLst/>
              <a:gdLst/>
              <a:ahLst/>
              <a:cxnLst/>
              <a:rect l="l" t="t" r="r" b="b"/>
              <a:pathLst>
                <a:path w="19" h="1825" extrusionOk="0">
                  <a:moveTo>
                    <a:pt x="19" y="1"/>
                  </a:moveTo>
                  <a:lnTo>
                    <a:pt x="0" y="20"/>
                  </a:lnTo>
                  <a:lnTo>
                    <a:pt x="0" y="1806"/>
                  </a:lnTo>
                  <a:lnTo>
                    <a:pt x="19" y="182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1" name="Google Shape;831;p7"/>
            <p:cNvSpPr/>
            <p:nvPr/>
          </p:nvSpPr>
          <p:spPr>
            <a:xfrm>
              <a:off x="6083750" y="2038375"/>
              <a:ext cx="500" cy="46550"/>
            </a:xfrm>
            <a:custGeom>
              <a:avLst/>
              <a:gdLst/>
              <a:ahLst/>
              <a:cxnLst/>
              <a:rect l="l" t="t" r="r" b="b"/>
              <a:pathLst>
                <a:path w="20" h="1862" extrusionOk="0">
                  <a:moveTo>
                    <a:pt x="20" y="0"/>
                  </a:moveTo>
                  <a:lnTo>
                    <a:pt x="1" y="19"/>
                  </a:lnTo>
                  <a:lnTo>
                    <a:pt x="1" y="1843"/>
                  </a:lnTo>
                  <a:lnTo>
                    <a:pt x="20" y="1861"/>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2" name="Google Shape;832;p7"/>
            <p:cNvSpPr/>
            <p:nvPr/>
          </p:nvSpPr>
          <p:spPr>
            <a:xfrm>
              <a:off x="6084225" y="2037900"/>
              <a:ext cx="500" cy="47950"/>
            </a:xfrm>
            <a:custGeom>
              <a:avLst/>
              <a:gdLst/>
              <a:ahLst/>
              <a:cxnLst/>
              <a:rect l="l" t="t" r="r" b="b"/>
              <a:pathLst>
                <a:path w="20" h="1918" extrusionOk="0">
                  <a:moveTo>
                    <a:pt x="19" y="1"/>
                  </a:moveTo>
                  <a:lnTo>
                    <a:pt x="1" y="19"/>
                  </a:lnTo>
                  <a:lnTo>
                    <a:pt x="1" y="1880"/>
                  </a:lnTo>
                  <a:lnTo>
                    <a:pt x="19" y="1918"/>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3" name="Google Shape;833;p7"/>
            <p:cNvSpPr/>
            <p:nvPr/>
          </p:nvSpPr>
          <p:spPr>
            <a:xfrm>
              <a:off x="6084700" y="2037450"/>
              <a:ext cx="950" cy="48875"/>
            </a:xfrm>
            <a:custGeom>
              <a:avLst/>
              <a:gdLst/>
              <a:ahLst/>
              <a:cxnLst/>
              <a:rect l="l" t="t" r="r" b="b"/>
              <a:pathLst>
                <a:path w="38" h="1955" extrusionOk="0">
                  <a:moveTo>
                    <a:pt x="37" y="0"/>
                  </a:moveTo>
                  <a:lnTo>
                    <a:pt x="0" y="19"/>
                  </a:lnTo>
                  <a:lnTo>
                    <a:pt x="0" y="1936"/>
                  </a:lnTo>
                  <a:lnTo>
                    <a:pt x="37" y="1954"/>
                  </a:lnTo>
                  <a:lnTo>
                    <a:pt x="37"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4" name="Google Shape;834;p7"/>
            <p:cNvSpPr/>
            <p:nvPr/>
          </p:nvSpPr>
          <p:spPr>
            <a:xfrm>
              <a:off x="6085625" y="2036975"/>
              <a:ext cx="475" cy="49800"/>
            </a:xfrm>
            <a:custGeom>
              <a:avLst/>
              <a:gdLst/>
              <a:ahLst/>
              <a:cxnLst/>
              <a:rect l="l" t="t" r="r" b="b"/>
              <a:pathLst>
                <a:path w="19" h="1992" extrusionOk="0">
                  <a:moveTo>
                    <a:pt x="19" y="0"/>
                  </a:moveTo>
                  <a:lnTo>
                    <a:pt x="0" y="19"/>
                  </a:lnTo>
                  <a:lnTo>
                    <a:pt x="0" y="1973"/>
                  </a:lnTo>
                  <a:lnTo>
                    <a:pt x="19" y="199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5" name="Google Shape;835;p7"/>
            <p:cNvSpPr/>
            <p:nvPr/>
          </p:nvSpPr>
          <p:spPr>
            <a:xfrm>
              <a:off x="6086075" y="2036050"/>
              <a:ext cx="500" cy="51200"/>
            </a:xfrm>
            <a:custGeom>
              <a:avLst/>
              <a:gdLst/>
              <a:ahLst/>
              <a:cxnLst/>
              <a:rect l="l" t="t" r="r" b="b"/>
              <a:pathLst>
                <a:path w="20" h="2048" extrusionOk="0">
                  <a:moveTo>
                    <a:pt x="20" y="0"/>
                  </a:moveTo>
                  <a:lnTo>
                    <a:pt x="1" y="37"/>
                  </a:lnTo>
                  <a:lnTo>
                    <a:pt x="1" y="2029"/>
                  </a:lnTo>
                  <a:lnTo>
                    <a:pt x="20" y="2047"/>
                  </a:lnTo>
                  <a:lnTo>
                    <a:pt x="2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6" name="Google Shape;836;p7"/>
            <p:cNvSpPr/>
            <p:nvPr/>
          </p:nvSpPr>
          <p:spPr>
            <a:xfrm>
              <a:off x="6086550" y="2035575"/>
              <a:ext cx="500" cy="52150"/>
            </a:xfrm>
            <a:custGeom>
              <a:avLst/>
              <a:gdLst/>
              <a:ahLst/>
              <a:cxnLst/>
              <a:rect l="l" t="t" r="r" b="b"/>
              <a:pathLst>
                <a:path w="20" h="2086" extrusionOk="0">
                  <a:moveTo>
                    <a:pt x="19" y="1"/>
                  </a:moveTo>
                  <a:lnTo>
                    <a:pt x="1" y="19"/>
                  </a:lnTo>
                  <a:lnTo>
                    <a:pt x="1" y="2066"/>
                  </a:lnTo>
                  <a:lnTo>
                    <a:pt x="19" y="2085"/>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7" name="Google Shape;837;p7"/>
            <p:cNvSpPr/>
            <p:nvPr/>
          </p:nvSpPr>
          <p:spPr>
            <a:xfrm>
              <a:off x="6087025" y="2035125"/>
              <a:ext cx="475" cy="53050"/>
            </a:xfrm>
            <a:custGeom>
              <a:avLst/>
              <a:gdLst/>
              <a:ahLst/>
              <a:cxnLst/>
              <a:rect l="l" t="t" r="r" b="b"/>
              <a:pathLst>
                <a:path w="19" h="2122" extrusionOk="0">
                  <a:moveTo>
                    <a:pt x="19" y="0"/>
                  </a:moveTo>
                  <a:lnTo>
                    <a:pt x="0" y="19"/>
                  </a:lnTo>
                  <a:lnTo>
                    <a:pt x="0" y="2103"/>
                  </a:lnTo>
                  <a:lnTo>
                    <a:pt x="19" y="212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8" name="Google Shape;838;p7"/>
            <p:cNvSpPr/>
            <p:nvPr/>
          </p:nvSpPr>
          <p:spPr>
            <a:xfrm>
              <a:off x="6087475" y="2034650"/>
              <a:ext cx="500" cy="54450"/>
            </a:xfrm>
            <a:custGeom>
              <a:avLst/>
              <a:gdLst/>
              <a:ahLst/>
              <a:cxnLst/>
              <a:rect l="l" t="t" r="r" b="b"/>
              <a:pathLst>
                <a:path w="20" h="2178" extrusionOk="0">
                  <a:moveTo>
                    <a:pt x="19" y="0"/>
                  </a:moveTo>
                  <a:lnTo>
                    <a:pt x="1" y="19"/>
                  </a:lnTo>
                  <a:lnTo>
                    <a:pt x="1" y="2141"/>
                  </a:lnTo>
                  <a:lnTo>
                    <a:pt x="19" y="2178"/>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9" name="Google Shape;839;p7"/>
            <p:cNvSpPr/>
            <p:nvPr/>
          </p:nvSpPr>
          <p:spPr>
            <a:xfrm>
              <a:off x="6087950" y="2034175"/>
              <a:ext cx="950" cy="55400"/>
            </a:xfrm>
            <a:custGeom>
              <a:avLst/>
              <a:gdLst/>
              <a:ahLst/>
              <a:cxnLst/>
              <a:rect l="l" t="t" r="r" b="b"/>
              <a:pathLst>
                <a:path w="38" h="2216" extrusionOk="0">
                  <a:moveTo>
                    <a:pt x="38" y="1"/>
                  </a:moveTo>
                  <a:lnTo>
                    <a:pt x="0" y="19"/>
                  </a:lnTo>
                  <a:lnTo>
                    <a:pt x="0" y="2197"/>
                  </a:lnTo>
                  <a:lnTo>
                    <a:pt x="38" y="2215"/>
                  </a:lnTo>
                  <a:lnTo>
                    <a:pt x="38"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0" name="Google Shape;840;p7"/>
            <p:cNvSpPr/>
            <p:nvPr/>
          </p:nvSpPr>
          <p:spPr>
            <a:xfrm>
              <a:off x="6088875" y="2033725"/>
              <a:ext cx="500" cy="56325"/>
            </a:xfrm>
            <a:custGeom>
              <a:avLst/>
              <a:gdLst/>
              <a:ahLst/>
              <a:cxnLst/>
              <a:rect l="l" t="t" r="r" b="b"/>
              <a:pathLst>
                <a:path w="20" h="2253" extrusionOk="0">
                  <a:moveTo>
                    <a:pt x="19" y="0"/>
                  </a:moveTo>
                  <a:lnTo>
                    <a:pt x="1" y="19"/>
                  </a:lnTo>
                  <a:lnTo>
                    <a:pt x="1" y="2233"/>
                  </a:lnTo>
                  <a:lnTo>
                    <a:pt x="19" y="2252"/>
                  </a:lnTo>
                  <a:lnTo>
                    <a:pt x="19"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1" name="Google Shape;841;p7"/>
            <p:cNvSpPr/>
            <p:nvPr/>
          </p:nvSpPr>
          <p:spPr>
            <a:xfrm>
              <a:off x="6089350" y="2032775"/>
              <a:ext cx="475" cy="57725"/>
            </a:xfrm>
            <a:custGeom>
              <a:avLst/>
              <a:gdLst/>
              <a:ahLst/>
              <a:cxnLst/>
              <a:rect l="l" t="t" r="r" b="b"/>
              <a:pathLst>
                <a:path w="19" h="2309" extrusionOk="0">
                  <a:moveTo>
                    <a:pt x="19" y="1"/>
                  </a:moveTo>
                  <a:lnTo>
                    <a:pt x="0" y="38"/>
                  </a:lnTo>
                  <a:lnTo>
                    <a:pt x="0" y="2290"/>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2" name="Google Shape;842;p7"/>
            <p:cNvSpPr/>
            <p:nvPr/>
          </p:nvSpPr>
          <p:spPr>
            <a:xfrm>
              <a:off x="6089800" y="2032775"/>
              <a:ext cx="500" cy="58200"/>
            </a:xfrm>
            <a:custGeom>
              <a:avLst/>
              <a:gdLst/>
              <a:ahLst/>
              <a:cxnLst/>
              <a:rect l="l" t="t" r="r" b="b"/>
              <a:pathLst>
                <a:path w="20" h="2328" extrusionOk="0">
                  <a:moveTo>
                    <a:pt x="1" y="1"/>
                  </a:moveTo>
                  <a:lnTo>
                    <a:pt x="1" y="2309"/>
                  </a:lnTo>
                  <a:lnTo>
                    <a:pt x="19" y="2327"/>
                  </a:lnTo>
                  <a:lnTo>
                    <a:pt x="19" y="2309"/>
                  </a:lnTo>
                  <a:lnTo>
                    <a:pt x="1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3" name="Google Shape;843;p7"/>
            <p:cNvSpPr/>
            <p:nvPr/>
          </p:nvSpPr>
          <p:spPr>
            <a:xfrm>
              <a:off x="6090275" y="2032775"/>
              <a:ext cx="500" cy="57725"/>
            </a:xfrm>
            <a:custGeom>
              <a:avLst/>
              <a:gdLst/>
              <a:ahLst/>
              <a:cxnLst/>
              <a:rect l="l" t="t" r="r" b="b"/>
              <a:pathLst>
                <a:path w="20" h="2309" extrusionOk="0">
                  <a:moveTo>
                    <a:pt x="0" y="1"/>
                  </a:moveTo>
                  <a:lnTo>
                    <a:pt x="0" y="2309"/>
                  </a:lnTo>
                  <a:lnTo>
                    <a:pt x="19" y="229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4" name="Google Shape;844;p7"/>
            <p:cNvSpPr/>
            <p:nvPr/>
          </p:nvSpPr>
          <p:spPr>
            <a:xfrm>
              <a:off x="6090750" y="2033250"/>
              <a:ext cx="475" cy="56800"/>
            </a:xfrm>
            <a:custGeom>
              <a:avLst/>
              <a:gdLst/>
              <a:ahLst/>
              <a:cxnLst/>
              <a:rect l="l" t="t" r="r" b="b"/>
              <a:pathLst>
                <a:path w="19" h="2272" extrusionOk="0">
                  <a:moveTo>
                    <a:pt x="0" y="1"/>
                  </a:moveTo>
                  <a:lnTo>
                    <a:pt x="0" y="2271"/>
                  </a:lnTo>
                  <a:lnTo>
                    <a:pt x="19" y="2252"/>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5" name="Google Shape;845;p7"/>
            <p:cNvSpPr/>
            <p:nvPr/>
          </p:nvSpPr>
          <p:spPr>
            <a:xfrm>
              <a:off x="6091200" y="2034175"/>
              <a:ext cx="950" cy="55400"/>
            </a:xfrm>
            <a:custGeom>
              <a:avLst/>
              <a:gdLst/>
              <a:ahLst/>
              <a:cxnLst/>
              <a:rect l="l" t="t" r="r" b="b"/>
              <a:pathLst>
                <a:path w="38" h="2216" extrusionOk="0">
                  <a:moveTo>
                    <a:pt x="1" y="1"/>
                  </a:moveTo>
                  <a:lnTo>
                    <a:pt x="1" y="2215"/>
                  </a:lnTo>
                  <a:lnTo>
                    <a:pt x="38" y="2197"/>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6" name="Google Shape;846;p7"/>
            <p:cNvSpPr/>
            <p:nvPr/>
          </p:nvSpPr>
          <p:spPr>
            <a:xfrm>
              <a:off x="6092125" y="2034650"/>
              <a:ext cx="500" cy="54450"/>
            </a:xfrm>
            <a:custGeom>
              <a:avLst/>
              <a:gdLst/>
              <a:ahLst/>
              <a:cxnLst/>
              <a:rect l="l" t="t" r="r" b="b"/>
              <a:pathLst>
                <a:path w="20" h="2178" extrusionOk="0">
                  <a:moveTo>
                    <a:pt x="1" y="0"/>
                  </a:moveTo>
                  <a:lnTo>
                    <a:pt x="1" y="2178"/>
                  </a:lnTo>
                  <a:lnTo>
                    <a:pt x="20" y="214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7" name="Google Shape;847;p7"/>
            <p:cNvSpPr/>
            <p:nvPr/>
          </p:nvSpPr>
          <p:spPr>
            <a:xfrm>
              <a:off x="6092600" y="2035125"/>
              <a:ext cx="500" cy="53050"/>
            </a:xfrm>
            <a:custGeom>
              <a:avLst/>
              <a:gdLst/>
              <a:ahLst/>
              <a:cxnLst/>
              <a:rect l="l" t="t" r="r" b="b"/>
              <a:pathLst>
                <a:path w="20" h="2122" extrusionOk="0">
                  <a:moveTo>
                    <a:pt x="1" y="0"/>
                  </a:moveTo>
                  <a:lnTo>
                    <a:pt x="1" y="2122"/>
                  </a:lnTo>
                  <a:lnTo>
                    <a:pt x="19" y="21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8" name="Google Shape;848;p7"/>
            <p:cNvSpPr/>
            <p:nvPr/>
          </p:nvSpPr>
          <p:spPr>
            <a:xfrm>
              <a:off x="6093075" y="2035575"/>
              <a:ext cx="475" cy="52150"/>
            </a:xfrm>
            <a:custGeom>
              <a:avLst/>
              <a:gdLst/>
              <a:ahLst/>
              <a:cxnLst/>
              <a:rect l="l" t="t" r="r" b="b"/>
              <a:pathLst>
                <a:path w="19" h="2086" extrusionOk="0">
                  <a:moveTo>
                    <a:pt x="0" y="1"/>
                  </a:moveTo>
                  <a:lnTo>
                    <a:pt x="0" y="2085"/>
                  </a:lnTo>
                  <a:lnTo>
                    <a:pt x="19" y="206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9" name="Google Shape;849;p7"/>
            <p:cNvSpPr/>
            <p:nvPr/>
          </p:nvSpPr>
          <p:spPr>
            <a:xfrm>
              <a:off x="6093525" y="2036050"/>
              <a:ext cx="500" cy="51200"/>
            </a:xfrm>
            <a:custGeom>
              <a:avLst/>
              <a:gdLst/>
              <a:ahLst/>
              <a:cxnLst/>
              <a:rect l="l" t="t" r="r" b="b"/>
              <a:pathLst>
                <a:path w="20" h="2048" extrusionOk="0">
                  <a:moveTo>
                    <a:pt x="1" y="0"/>
                  </a:moveTo>
                  <a:lnTo>
                    <a:pt x="1" y="2047"/>
                  </a:lnTo>
                  <a:lnTo>
                    <a:pt x="19" y="2029"/>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0" name="Google Shape;850;p7"/>
            <p:cNvSpPr/>
            <p:nvPr/>
          </p:nvSpPr>
          <p:spPr>
            <a:xfrm>
              <a:off x="6094000" y="2036975"/>
              <a:ext cx="475" cy="49800"/>
            </a:xfrm>
            <a:custGeom>
              <a:avLst/>
              <a:gdLst/>
              <a:ahLst/>
              <a:cxnLst/>
              <a:rect l="l" t="t" r="r" b="b"/>
              <a:pathLst>
                <a:path w="19" h="1992" extrusionOk="0">
                  <a:moveTo>
                    <a:pt x="0" y="0"/>
                  </a:moveTo>
                  <a:lnTo>
                    <a:pt x="0" y="1992"/>
                  </a:lnTo>
                  <a:lnTo>
                    <a:pt x="19" y="1973"/>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1" name="Google Shape;851;p7"/>
            <p:cNvSpPr/>
            <p:nvPr/>
          </p:nvSpPr>
          <p:spPr>
            <a:xfrm>
              <a:off x="6094450" y="2037450"/>
              <a:ext cx="975" cy="48875"/>
            </a:xfrm>
            <a:custGeom>
              <a:avLst/>
              <a:gdLst/>
              <a:ahLst/>
              <a:cxnLst/>
              <a:rect l="l" t="t" r="r" b="b"/>
              <a:pathLst>
                <a:path w="39" h="1955" extrusionOk="0">
                  <a:moveTo>
                    <a:pt x="1" y="0"/>
                  </a:moveTo>
                  <a:lnTo>
                    <a:pt x="1" y="1954"/>
                  </a:lnTo>
                  <a:lnTo>
                    <a:pt x="38" y="1936"/>
                  </a:lnTo>
                  <a:lnTo>
                    <a:pt x="38"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2" name="Google Shape;852;p7"/>
            <p:cNvSpPr/>
            <p:nvPr/>
          </p:nvSpPr>
          <p:spPr>
            <a:xfrm>
              <a:off x="6095400" y="2037900"/>
              <a:ext cx="475" cy="47950"/>
            </a:xfrm>
            <a:custGeom>
              <a:avLst/>
              <a:gdLst/>
              <a:ahLst/>
              <a:cxnLst/>
              <a:rect l="l" t="t" r="r" b="b"/>
              <a:pathLst>
                <a:path w="19" h="1918" extrusionOk="0">
                  <a:moveTo>
                    <a:pt x="0" y="1"/>
                  </a:moveTo>
                  <a:lnTo>
                    <a:pt x="0" y="1918"/>
                  </a:lnTo>
                  <a:lnTo>
                    <a:pt x="19" y="188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3" name="Google Shape;853;p7"/>
            <p:cNvSpPr/>
            <p:nvPr/>
          </p:nvSpPr>
          <p:spPr>
            <a:xfrm>
              <a:off x="6095850" y="2038375"/>
              <a:ext cx="500" cy="46550"/>
            </a:xfrm>
            <a:custGeom>
              <a:avLst/>
              <a:gdLst/>
              <a:ahLst/>
              <a:cxnLst/>
              <a:rect l="l" t="t" r="r" b="b"/>
              <a:pathLst>
                <a:path w="20" h="1862" extrusionOk="0">
                  <a:moveTo>
                    <a:pt x="1" y="0"/>
                  </a:moveTo>
                  <a:lnTo>
                    <a:pt x="1" y="1861"/>
                  </a:lnTo>
                  <a:lnTo>
                    <a:pt x="19" y="184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4" name="Google Shape;854;p7"/>
            <p:cNvSpPr/>
            <p:nvPr/>
          </p:nvSpPr>
          <p:spPr>
            <a:xfrm>
              <a:off x="6096325" y="2038825"/>
              <a:ext cx="500" cy="45625"/>
            </a:xfrm>
            <a:custGeom>
              <a:avLst/>
              <a:gdLst/>
              <a:ahLst/>
              <a:cxnLst/>
              <a:rect l="l" t="t" r="r" b="b"/>
              <a:pathLst>
                <a:path w="20" h="1825" extrusionOk="0">
                  <a:moveTo>
                    <a:pt x="0" y="1"/>
                  </a:moveTo>
                  <a:lnTo>
                    <a:pt x="0" y="1825"/>
                  </a:lnTo>
                  <a:lnTo>
                    <a:pt x="19" y="1806"/>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5" name="Google Shape;855;p7"/>
            <p:cNvSpPr/>
            <p:nvPr/>
          </p:nvSpPr>
          <p:spPr>
            <a:xfrm>
              <a:off x="6096800" y="2039300"/>
              <a:ext cx="475" cy="44700"/>
            </a:xfrm>
            <a:custGeom>
              <a:avLst/>
              <a:gdLst/>
              <a:ahLst/>
              <a:cxnLst/>
              <a:rect l="l" t="t" r="r" b="b"/>
              <a:pathLst>
                <a:path w="19" h="1788" extrusionOk="0">
                  <a:moveTo>
                    <a:pt x="0" y="1"/>
                  </a:moveTo>
                  <a:lnTo>
                    <a:pt x="0" y="1787"/>
                  </a:lnTo>
                  <a:lnTo>
                    <a:pt x="19" y="1769"/>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6" name="Google Shape;856;p7"/>
            <p:cNvSpPr/>
            <p:nvPr/>
          </p:nvSpPr>
          <p:spPr>
            <a:xfrm>
              <a:off x="6097250" y="2040225"/>
              <a:ext cx="500" cy="43300"/>
            </a:xfrm>
            <a:custGeom>
              <a:avLst/>
              <a:gdLst/>
              <a:ahLst/>
              <a:cxnLst/>
              <a:rect l="l" t="t" r="r" b="b"/>
              <a:pathLst>
                <a:path w="20" h="1732" extrusionOk="0">
                  <a:moveTo>
                    <a:pt x="1" y="1"/>
                  </a:moveTo>
                  <a:lnTo>
                    <a:pt x="1" y="1732"/>
                  </a:lnTo>
                  <a:lnTo>
                    <a:pt x="19" y="1713"/>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7" name="Google Shape;857;p7"/>
            <p:cNvSpPr/>
            <p:nvPr/>
          </p:nvSpPr>
          <p:spPr>
            <a:xfrm>
              <a:off x="6097725" y="2040700"/>
              <a:ext cx="950" cy="42350"/>
            </a:xfrm>
            <a:custGeom>
              <a:avLst/>
              <a:gdLst/>
              <a:ahLst/>
              <a:cxnLst/>
              <a:rect l="l" t="t" r="r" b="b"/>
              <a:pathLst>
                <a:path w="38" h="1694" extrusionOk="0">
                  <a:moveTo>
                    <a:pt x="0" y="0"/>
                  </a:moveTo>
                  <a:lnTo>
                    <a:pt x="0" y="1694"/>
                  </a:lnTo>
                  <a:lnTo>
                    <a:pt x="37" y="1675"/>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8" name="Google Shape;858;p7"/>
            <p:cNvSpPr/>
            <p:nvPr/>
          </p:nvSpPr>
          <p:spPr>
            <a:xfrm>
              <a:off x="6098650" y="2041150"/>
              <a:ext cx="500" cy="41450"/>
            </a:xfrm>
            <a:custGeom>
              <a:avLst/>
              <a:gdLst/>
              <a:ahLst/>
              <a:cxnLst/>
              <a:rect l="l" t="t" r="r" b="b"/>
              <a:pathLst>
                <a:path w="20" h="1658" extrusionOk="0">
                  <a:moveTo>
                    <a:pt x="0" y="1"/>
                  </a:moveTo>
                  <a:lnTo>
                    <a:pt x="0" y="1657"/>
                  </a:lnTo>
                  <a:lnTo>
                    <a:pt x="19" y="162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9" name="Google Shape;859;p7"/>
            <p:cNvSpPr/>
            <p:nvPr/>
          </p:nvSpPr>
          <p:spPr>
            <a:xfrm>
              <a:off x="6099125" y="2041625"/>
              <a:ext cx="475" cy="40050"/>
            </a:xfrm>
            <a:custGeom>
              <a:avLst/>
              <a:gdLst/>
              <a:ahLst/>
              <a:cxnLst/>
              <a:rect l="l" t="t" r="r" b="b"/>
              <a:pathLst>
                <a:path w="19" h="1602" extrusionOk="0">
                  <a:moveTo>
                    <a:pt x="0" y="1"/>
                  </a:moveTo>
                  <a:lnTo>
                    <a:pt x="0" y="1601"/>
                  </a:lnTo>
                  <a:lnTo>
                    <a:pt x="19" y="158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0" name="Google Shape;860;p7"/>
            <p:cNvSpPr/>
            <p:nvPr/>
          </p:nvSpPr>
          <p:spPr>
            <a:xfrm>
              <a:off x="6099575" y="2042100"/>
              <a:ext cx="500" cy="39100"/>
            </a:xfrm>
            <a:custGeom>
              <a:avLst/>
              <a:gdLst/>
              <a:ahLst/>
              <a:cxnLst/>
              <a:rect l="l" t="t" r="r" b="b"/>
              <a:pathLst>
                <a:path w="20" h="1564" extrusionOk="0">
                  <a:moveTo>
                    <a:pt x="1" y="0"/>
                  </a:moveTo>
                  <a:lnTo>
                    <a:pt x="1" y="1563"/>
                  </a:lnTo>
                  <a:lnTo>
                    <a:pt x="19" y="1545"/>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1" name="Google Shape;861;p7"/>
            <p:cNvSpPr/>
            <p:nvPr/>
          </p:nvSpPr>
          <p:spPr>
            <a:xfrm>
              <a:off x="6100050" y="2042550"/>
              <a:ext cx="475" cy="38175"/>
            </a:xfrm>
            <a:custGeom>
              <a:avLst/>
              <a:gdLst/>
              <a:ahLst/>
              <a:cxnLst/>
              <a:rect l="l" t="t" r="r" b="b"/>
              <a:pathLst>
                <a:path w="19" h="1527" extrusionOk="0">
                  <a:moveTo>
                    <a:pt x="0" y="1"/>
                  </a:moveTo>
                  <a:lnTo>
                    <a:pt x="0" y="1527"/>
                  </a:lnTo>
                  <a:lnTo>
                    <a:pt x="19" y="1508"/>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2" name="Google Shape;862;p7"/>
            <p:cNvSpPr/>
            <p:nvPr/>
          </p:nvSpPr>
          <p:spPr>
            <a:xfrm>
              <a:off x="6100500" y="2043500"/>
              <a:ext cx="500" cy="36775"/>
            </a:xfrm>
            <a:custGeom>
              <a:avLst/>
              <a:gdLst/>
              <a:ahLst/>
              <a:cxnLst/>
              <a:rect l="l" t="t" r="r" b="b"/>
              <a:pathLst>
                <a:path w="20" h="1471" extrusionOk="0">
                  <a:moveTo>
                    <a:pt x="1" y="0"/>
                  </a:moveTo>
                  <a:lnTo>
                    <a:pt x="1" y="1470"/>
                  </a:lnTo>
                  <a:lnTo>
                    <a:pt x="20" y="1452"/>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3" name="Google Shape;863;p7"/>
            <p:cNvSpPr/>
            <p:nvPr/>
          </p:nvSpPr>
          <p:spPr>
            <a:xfrm>
              <a:off x="6100975" y="2043950"/>
              <a:ext cx="950" cy="35850"/>
            </a:xfrm>
            <a:custGeom>
              <a:avLst/>
              <a:gdLst/>
              <a:ahLst/>
              <a:cxnLst/>
              <a:rect l="l" t="t" r="r" b="b"/>
              <a:pathLst>
                <a:path w="38" h="1434" extrusionOk="0">
                  <a:moveTo>
                    <a:pt x="1" y="1"/>
                  </a:moveTo>
                  <a:lnTo>
                    <a:pt x="1" y="1434"/>
                  </a:lnTo>
                  <a:lnTo>
                    <a:pt x="38" y="1415"/>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4" name="Google Shape;864;p7"/>
            <p:cNvSpPr/>
            <p:nvPr/>
          </p:nvSpPr>
          <p:spPr>
            <a:xfrm>
              <a:off x="6101900" y="2044425"/>
              <a:ext cx="500" cy="34925"/>
            </a:xfrm>
            <a:custGeom>
              <a:avLst/>
              <a:gdLst/>
              <a:ahLst/>
              <a:cxnLst/>
              <a:rect l="l" t="t" r="r" b="b"/>
              <a:pathLst>
                <a:path w="20" h="1397" extrusionOk="0">
                  <a:moveTo>
                    <a:pt x="1" y="0"/>
                  </a:moveTo>
                  <a:lnTo>
                    <a:pt x="1" y="1396"/>
                  </a:lnTo>
                  <a:lnTo>
                    <a:pt x="19" y="1359"/>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5" name="Google Shape;865;p7"/>
            <p:cNvSpPr/>
            <p:nvPr/>
          </p:nvSpPr>
          <p:spPr>
            <a:xfrm>
              <a:off x="6102375" y="2044875"/>
              <a:ext cx="475" cy="33525"/>
            </a:xfrm>
            <a:custGeom>
              <a:avLst/>
              <a:gdLst/>
              <a:ahLst/>
              <a:cxnLst/>
              <a:rect l="l" t="t" r="r" b="b"/>
              <a:pathLst>
                <a:path w="19" h="1341" extrusionOk="0">
                  <a:moveTo>
                    <a:pt x="0" y="1"/>
                  </a:moveTo>
                  <a:lnTo>
                    <a:pt x="0" y="1341"/>
                  </a:lnTo>
                  <a:lnTo>
                    <a:pt x="19" y="132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6" name="Google Shape;866;p7"/>
            <p:cNvSpPr/>
            <p:nvPr/>
          </p:nvSpPr>
          <p:spPr>
            <a:xfrm>
              <a:off x="6102825" y="2045350"/>
              <a:ext cx="500" cy="32600"/>
            </a:xfrm>
            <a:custGeom>
              <a:avLst/>
              <a:gdLst/>
              <a:ahLst/>
              <a:cxnLst/>
              <a:rect l="l" t="t" r="r" b="b"/>
              <a:pathLst>
                <a:path w="20" h="1304" extrusionOk="0">
                  <a:moveTo>
                    <a:pt x="1" y="0"/>
                  </a:moveTo>
                  <a:lnTo>
                    <a:pt x="1" y="1303"/>
                  </a:lnTo>
                  <a:lnTo>
                    <a:pt x="20" y="1285"/>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7" name="Google Shape;867;p7"/>
            <p:cNvSpPr/>
            <p:nvPr/>
          </p:nvSpPr>
          <p:spPr>
            <a:xfrm>
              <a:off x="6103300" y="2045825"/>
              <a:ext cx="500" cy="31650"/>
            </a:xfrm>
            <a:custGeom>
              <a:avLst/>
              <a:gdLst/>
              <a:ahLst/>
              <a:cxnLst/>
              <a:rect l="l" t="t" r="r" b="b"/>
              <a:pathLst>
                <a:path w="20" h="1266" extrusionOk="0">
                  <a:moveTo>
                    <a:pt x="1" y="0"/>
                  </a:moveTo>
                  <a:lnTo>
                    <a:pt x="1" y="1266"/>
                  </a:lnTo>
                  <a:lnTo>
                    <a:pt x="19" y="1247"/>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8" name="Google Shape;868;p7"/>
            <p:cNvSpPr/>
            <p:nvPr/>
          </p:nvSpPr>
          <p:spPr>
            <a:xfrm>
              <a:off x="6103775" y="2046750"/>
              <a:ext cx="475" cy="30250"/>
            </a:xfrm>
            <a:custGeom>
              <a:avLst/>
              <a:gdLst/>
              <a:ahLst/>
              <a:cxnLst/>
              <a:rect l="l" t="t" r="r" b="b"/>
              <a:pathLst>
                <a:path w="19" h="1210" extrusionOk="0">
                  <a:moveTo>
                    <a:pt x="0" y="0"/>
                  </a:moveTo>
                  <a:lnTo>
                    <a:pt x="0" y="1210"/>
                  </a:lnTo>
                  <a:lnTo>
                    <a:pt x="19" y="1191"/>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9" name="Google Shape;869;p7"/>
            <p:cNvSpPr/>
            <p:nvPr/>
          </p:nvSpPr>
          <p:spPr>
            <a:xfrm>
              <a:off x="6104225" y="2047200"/>
              <a:ext cx="950" cy="29350"/>
            </a:xfrm>
            <a:custGeom>
              <a:avLst/>
              <a:gdLst/>
              <a:ahLst/>
              <a:cxnLst/>
              <a:rect l="l" t="t" r="r" b="b"/>
              <a:pathLst>
                <a:path w="38" h="1174" extrusionOk="0">
                  <a:moveTo>
                    <a:pt x="1" y="1"/>
                  </a:moveTo>
                  <a:lnTo>
                    <a:pt x="1" y="1173"/>
                  </a:lnTo>
                  <a:lnTo>
                    <a:pt x="38" y="1155"/>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0" name="Google Shape;870;p7"/>
            <p:cNvSpPr/>
            <p:nvPr/>
          </p:nvSpPr>
          <p:spPr>
            <a:xfrm>
              <a:off x="6105175" y="2047675"/>
              <a:ext cx="475" cy="28400"/>
            </a:xfrm>
            <a:custGeom>
              <a:avLst/>
              <a:gdLst/>
              <a:ahLst/>
              <a:cxnLst/>
              <a:rect l="l" t="t" r="r" b="b"/>
              <a:pathLst>
                <a:path w="19" h="1136" extrusionOk="0">
                  <a:moveTo>
                    <a:pt x="0" y="1"/>
                  </a:moveTo>
                  <a:lnTo>
                    <a:pt x="0" y="1136"/>
                  </a:lnTo>
                  <a:lnTo>
                    <a:pt x="19" y="1099"/>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1" name="Google Shape;871;p7"/>
            <p:cNvSpPr/>
            <p:nvPr/>
          </p:nvSpPr>
          <p:spPr>
            <a:xfrm>
              <a:off x="6105625" y="2048150"/>
              <a:ext cx="500" cy="27000"/>
            </a:xfrm>
            <a:custGeom>
              <a:avLst/>
              <a:gdLst/>
              <a:ahLst/>
              <a:cxnLst/>
              <a:rect l="l" t="t" r="r" b="b"/>
              <a:pathLst>
                <a:path w="20" h="1080" extrusionOk="0">
                  <a:moveTo>
                    <a:pt x="1" y="0"/>
                  </a:moveTo>
                  <a:lnTo>
                    <a:pt x="1" y="1080"/>
                  </a:lnTo>
                  <a:lnTo>
                    <a:pt x="19" y="1061"/>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2" name="Google Shape;872;p7"/>
            <p:cNvSpPr/>
            <p:nvPr/>
          </p:nvSpPr>
          <p:spPr>
            <a:xfrm>
              <a:off x="6106100" y="2048600"/>
              <a:ext cx="475" cy="26075"/>
            </a:xfrm>
            <a:custGeom>
              <a:avLst/>
              <a:gdLst/>
              <a:ahLst/>
              <a:cxnLst/>
              <a:rect l="l" t="t" r="r" b="b"/>
              <a:pathLst>
                <a:path w="19" h="1043" extrusionOk="0">
                  <a:moveTo>
                    <a:pt x="0" y="1"/>
                  </a:moveTo>
                  <a:lnTo>
                    <a:pt x="0" y="1043"/>
                  </a:lnTo>
                  <a:lnTo>
                    <a:pt x="19" y="1024"/>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3" name="Google Shape;873;p7"/>
            <p:cNvSpPr/>
            <p:nvPr/>
          </p:nvSpPr>
          <p:spPr>
            <a:xfrm>
              <a:off x="6106550" y="2049075"/>
              <a:ext cx="500" cy="25150"/>
            </a:xfrm>
            <a:custGeom>
              <a:avLst/>
              <a:gdLst/>
              <a:ahLst/>
              <a:cxnLst/>
              <a:rect l="l" t="t" r="r" b="b"/>
              <a:pathLst>
                <a:path w="20" h="1006" extrusionOk="0">
                  <a:moveTo>
                    <a:pt x="1" y="0"/>
                  </a:moveTo>
                  <a:lnTo>
                    <a:pt x="1" y="1005"/>
                  </a:lnTo>
                  <a:lnTo>
                    <a:pt x="19" y="987"/>
                  </a:lnTo>
                  <a:lnTo>
                    <a:pt x="19" y="38"/>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4" name="Google Shape;874;p7"/>
            <p:cNvSpPr/>
            <p:nvPr/>
          </p:nvSpPr>
          <p:spPr>
            <a:xfrm>
              <a:off x="6107025" y="2050000"/>
              <a:ext cx="500" cy="23750"/>
            </a:xfrm>
            <a:custGeom>
              <a:avLst/>
              <a:gdLst/>
              <a:ahLst/>
              <a:cxnLst/>
              <a:rect l="l" t="t" r="r" b="b"/>
              <a:pathLst>
                <a:path w="20" h="950" extrusionOk="0">
                  <a:moveTo>
                    <a:pt x="0" y="1"/>
                  </a:moveTo>
                  <a:lnTo>
                    <a:pt x="0" y="950"/>
                  </a:lnTo>
                  <a:lnTo>
                    <a:pt x="19" y="931"/>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5" name="Google Shape;875;p7"/>
            <p:cNvSpPr/>
            <p:nvPr/>
          </p:nvSpPr>
          <p:spPr>
            <a:xfrm>
              <a:off x="6107500" y="2050475"/>
              <a:ext cx="950" cy="22825"/>
            </a:xfrm>
            <a:custGeom>
              <a:avLst/>
              <a:gdLst/>
              <a:ahLst/>
              <a:cxnLst/>
              <a:rect l="l" t="t" r="r" b="b"/>
              <a:pathLst>
                <a:path w="38" h="913" extrusionOk="0">
                  <a:moveTo>
                    <a:pt x="0" y="0"/>
                  </a:moveTo>
                  <a:lnTo>
                    <a:pt x="0" y="912"/>
                  </a:lnTo>
                  <a:lnTo>
                    <a:pt x="37" y="893"/>
                  </a:lnTo>
                  <a:lnTo>
                    <a:pt x="37"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6" name="Google Shape;876;p7"/>
            <p:cNvSpPr/>
            <p:nvPr/>
          </p:nvSpPr>
          <p:spPr>
            <a:xfrm>
              <a:off x="6108425" y="2050925"/>
              <a:ext cx="475" cy="21900"/>
            </a:xfrm>
            <a:custGeom>
              <a:avLst/>
              <a:gdLst/>
              <a:ahLst/>
              <a:cxnLst/>
              <a:rect l="l" t="t" r="r" b="b"/>
              <a:pathLst>
                <a:path w="19" h="876" extrusionOk="0">
                  <a:moveTo>
                    <a:pt x="0" y="1"/>
                  </a:moveTo>
                  <a:lnTo>
                    <a:pt x="0" y="875"/>
                  </a:lnTo>
                  <a:lnTo>
                    <a:pt x="19" y="838"/>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7" name="Google Shape;877;p7"/>
            <p:cNvSpPr/>
            <p:nvPr/>
          </p:nvSpPr>
          <p:spPr>
            <a:xfrm>
              <a:off x="6108875" y="2051400"/>
              <a:ext cx="500" cy="20500"/>
            </a:xfrm>
            <a:custGeom>
              <a:avLst/>
              <a:gdLst/>
              <a:ahLst/>
              <a:cxnLst/>
              <a:rect l="l" t="t" r="r" b="b"/>
              <a:pathLst>
                <a:path w="20" h="820" extrusionOk="0">
                  <a:moveTo>
                    <a:pt x="1" y="0"/>
                  </a:moveTo>
                  <a:lnTo>
                    <a:pt x="1" y="819"/>
                  </a:lnTo>
                  <a:lnTo>
                    <a:pt x="20" y="801"/>
                  </a:lnTo>
                  <a:lnTo>
                    <a:pt x="20"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8" name="Google Shape;878;p7"/>
            <p:cNvSpPr/>
            <p:nvPr/>
          </p:nvSpPr>
          <p:spPr>
            <a:xfrm>
              <a:off x="6109350" y="2051875"/>
              <a:ext cx="500" cy="19550"/>
            </a:xfrm>
            <a:custGeom>
              <a:avLst/>
              <a:gdLst/>
              <a:ahLst/>
              <a:cxnLst/>
              <a:rect l="l" t="t" r="r" b="b"/>
              <a:pathLst>
                <a:path w="20" h="782" extrusionOk="0">
                  <a:moveTo>
                    <a:pt x="1" y="0"/>
                  </a:moveTo>
                  <a:lnTo>
                    <a:pt x="1" y="782"/>
                  </a:lnTo>
                  <a:lnTo>
                    <a:pt x="19" y="76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9" name="Google Shape;879;p7"/>
            <p:cNvSpPr/>
            <p:nvPr/>
          </p:nvSpPr>
          <p:spPr>
            <a:xfrm>
              <a:off x="6109825" y="2052325"/>
              <a:ext cx="475" cy="18650"/>
            </a:xfrm>
            <a:custGeom>
              <a:avLst/>
              <a:gdLst/>
              <a:ahLst/>
              <a:cxnLst/>
              <a:rect l="l" t="t" r="r" b="b"/>
              <a:pathLst>
                <a:path w="19" h="746" extrusionOk="0">
                  <a:moveTo>
                    <a:pt x="0" y="1"/>
                  </a:moveTo>
                  <a:lnTo>
                    <a:pt x="0" y="745"/>
                  </a:lnTo>
                  <a:lnTo>
                    <a:pt x="19" y="72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0" name="Google Shape;880;p7"/>
            <p:cNvSpPr/>
            <p:nvPr/>
          </p:nvSpPr>
          <p:spPr>
            <a:xfrm>
              <a:off x="6110275" y="2053250"/>
              <a:ext cx="500" cy="17250"/>
            </a:xfrm>
            <a:custGeom>
              <a:avLst/>
              <a:gdLst/>
              <a:ahLst/>
              <a:cxnLst/>
              <a:rect l="l" t="t" r="r" b="b"/>
              <a:pathLst>
                <a:path w="20" h="690" extrusionOk="0">
                  <a:moveTo>
                    <a:pt x="1" y="1"/>
                  </a:moveTo>
                  <a:lnTo>
                    <a:pt x="1" y="689"/>
                  </a:lnTo>
                  <a:lnTo>
                    <a:pt x="19" y="671"/>
                  </a:lnTo>
                  <a:lnTo>
                    <a:pt x="19"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1" name="Google Shape;881;p7"/>
            <p:cNvSpPr/>
            <p:nvPr/>
          </p:nvSpPr>
          <p:spPr>
            <a:xfrm>
              <a:off x="6110750" y="2053725"/>
              <a:ext cx="950" cy="16300"/>
            </a:xfrm>
            <a:custGeom>
              <a:avLst/>
              <a:gdLst/>
              <a:ahLst/>
              <a:cxnLst/>
              <a:rect l="l" t="t" r="r" b="b"/>
              <a:pathLst>
                <a:path w="38" h="652" extrusionOk="0">
                  <a:moveTo>
                    <a:pt x="0" y="0"/>
                  </a:moveTo>
                  <a:lnTo>
                    <a:pt x="0" y="652"/>
                  </a:lnTo>
                  <a:lnTo>
                    <a:pt x="38" y="633"/>
                  </a:lnTo>
                  <a:lnTo>
                    <a:pt x="38"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2" name="Google Shape;882;p7"/>
            <p:cNvSpPr/>
            <p:nvPr/>
          </p:nvSpPr>
          <p:spPr>
            <a:xfrm>
              <a:off x="6111675" y="2054200"/>
              <a:ext cx="500" cy="15375"/>
            </a:xfrm>
            <a:custGeom>
              <a:avLst/>
              <a:gdLst/>
              <a:ahLst/>
              <a:cxnLst/>
              <a:rect l="l" t="t" r="r" b="b"/>
              <a:pathLst>
                <a:path w="20" h="615" extrusionOk="0">
                  <a:moveTo>
                    <a:pt x="1" y="0"/>
                  </a:moveTo>
                  <a:lnTo>
                    <a:pt x="1" y="614"/>
                  </a:lnTo>
                  <a:lnTo>
                    <a:pt x="19" y="57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3" name="Google Shape;883;p7"/>
            <p:cNvSpPr/>
            <p:nvPr/>
          </p:nvSpPr>
          <p:spPr>
            <a:xfrm>
              <a:off x="6112150" y="2054650"/>
              <a:ext cx="475" cy="13975"/>
            </a:xfrm>
            <a:custGeom>
              <a:avLst/>
              <a:gdLst/>
              <a:ahLst/>
              <a:cxnLst/>
              <a:rect l="l" t="t" r="r" b="b"/>
              <a:pathLst>
                <a:path w="19" h="559" extrusionOk="0">
                  <a:moveTo>
                    <a:pt x="0" y="1"/>
                  </a:moveTo>
                  <a:lnTo>
                    <a:pt x="0" y="559"/>
                  </a:lnTo>
                  <a:lnTo>
                    <a:pt x="19" y="540"/>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4" name="Google Shape;884;p7"/>
            <p:cNvSpPr/>
            <p:nvPr/>
          </p:nvSpPr>
          <p:spPr>
            <a:xfrm>
              <a:off x="6112600" y="2055125"/>
              <a:ext cx="500" cy="13050"/>
            </a:xfrm>
            <a:custGeom>
              <a:avLst/>
              <a:gdLst/>
              <a:ahLst/>
              <a:cxnLst/>
              <a:rect l="l" t="t" r="r" b="b"/>
              <a:pathLst>
                <a:path w="20" h="522" extrusionOk="0">
                  <a:moveTo>
                    <a:pt x="1" y="0"/>
                  </a:moveTo>
                  <a:lnTo>
                    <a:pt x="1" y="521"/>
                  </a:lnTo>
                  <a:lnTo>
                    <a:pt x="19" y="503"/>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5" name="Google Shape;885;p7"/>
            <p:cNvSpPr/>
            <p:nvPr/>
          </p:nvSpPr>
          <p:spPr>
            <a:xfrm>
              <a:off x="6113075" y="2055575"/>
              <a:ext cx="475" cy="12125"/>
            </a:xfrm>
            <a:custGeom>
              <a:avLst/>
              <a:gdLst/>
              <a:ahLst/>
              <a:cxnLst/>
              <a:rect l="l" t="t" r="r" b="b"/>
              <a:pathLst>
                <a:path w="19" h="485" extrusionOk="0">
                  <a:moveTo>
                    <a:pt x="0" y="1"/>
                  </a:moveTo>
                  <a:lnTo>
                    <a:pt x="0" y="485"/>
                  </a:lnTo>
                  <a:lnTo>
                    <a:pt x="19" y="466"/>
                  </a:lnTo>
                  <a:lnTo>
                    <a:pt x="19" y="38"/>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6" name="Google Shape;886;p7"/>
            <p:cNvSpPr/>
            <p:nvPr/>
          </p:nvSpPr>
          <p:spPr>
            <a:xfrm>
              <a:off x="6113550" y="2056525"/>
              <a:ext cx="475" cy="10725"/>
            </a:xfrm>
            <a:custGeom>
              <a:avLst/>
              <a:gdLst/>
              <a:ahLst/>
              <a:cxnLst/>
              <a:rect l="l" t="t" r="r" b="b"/>
              <a:pathLst>
                <a:path w="19" h="429" extrusionOk="0">
                  <a:moveTo>
                    <a:pt x="0" y="0"/>
                  </a:moveTo>
                  <a:lnTo>
                    <a:pt x="0" y="428"/>
                  </a:lnTo>
                  <a:lnTo>
                    <a:pt x="19" y="410"/>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7" name="Google Shape;887;p7"/>
            <p:cNvSpPr/>
            <p:nvPr/>
          </p:nvSpPr>
          <p:spPr>
            <a:xfrm>
              <a:off x="6114000" y="2056975"/>
              <a:ext cx="950" cy="9800"/>
            </a:xfrm>
            <a:custGeom>
              <a:avLst/>
              <a:gdLst/>
              <a:ahLst/>
              <a:cxnLst/>
              <a:rect l="l" t="t" r="r" b="b"/>
              <a:pathLst>
                <a:path w="38" h="392" extrusionOk="0">
                  <a:moveTo>
                    <a:pt x="1" y="1"/>
                  </a:moveTo>
                  <a:lnTo>
                    <a:pt x="1" y="392"/>
                  </a:lnTo>
                  <a:lnTo>
                    <a:pt x="38" y="373"/>
                  </a:lnTo>
                  <a:lnTo>
                    <a:pt x="38" y="19"/>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8" name="Google Shape;888;p7"/>
            <p:cNvSpPr/>
            <p:nvPr/>
          </p:nvSpPr>
          <p:spPr>
            <a:xfrm>
              <a:off x="6114925" y="2057450"/>
              <a:ext cx="500" cy="8850"/>
            </a:xfrm>
            <a:custGeom>
              <a:avLst/>
              <a:gdLst/>
              <a:ahLst/>
              <a:cxnLst/>
              <a:rect l="l" t="t" r="r" b="b"/>
              <a:pathLst>
                <a:path w="20" h="354" extrusionOk="0">
                  <a:moveTo>
                    <a:pt x="1" y="0"/>
                  </a:moveTo>
                  <a:lnTo>
                    <a:pt x="1" y="354"/>
                  </a:lnTo>
                  <a:lnTo>
                    <a:pt x="19" y="31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9" name="Google Shape;889;p7"/>
            <p:cNvSpPr/>
            <p:nvPr/>
          </p:nvSpPr>
          <p:spPr>
            <a:xfrm>
              <a:off x="6115400" y="2057900"/>
              <a:ext cx="500" cy="7475"/>
            </a:xfrm>
            <a:custGeom>
              <a:avLst/>
              <a:gdLst/>
              <a:ahLst/>
              <a:cxnLst/>
              <a:rect l="l" t="t" r="r" b="b"/>
              <a:pathLst>
                <a:path w="20" h="299" extrusionOk="0">
                  <a:moveTo>
                    <a:pt x="0" y="1"/>
                  </a:moveTo>
                  <a:lnTo>
                    <a:pt x="0" y="299"/>
                  </a:lnTo>
                  <a:lnTo>
                    <a:pt x="19" y="280"/>
                  </a:lnTo>
                  <a:lnTo>
                    <a:pt x="19" y="20"/>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0" name="Google Shape;890;p7"/>
            <p:cNvSpPr/>
            <p:nvPr/>
          </p:nvSpPr>
          <p:spPr>
            <a:xfrm>
              <a:off x="6115875" y="2058375"/>
              <a:ext cx="475" cy="6550"/>
            </a:xfrm>
            <a:custGeom>
              <a:avLst/>
              <a:gdLst/>
              <a:ahLst/>
              <a:cxnLst/>
              <a:rect l="l" t="t" r="r" b="b"/>
              <a:pathLst>
                <a:path w="19" h="262" extrusionOk="0">
                  <a:moveTo>
                    <a:pt x="0" y="1"/>
                  </a:moveTo>
                  <a:lnTo>
                    <a:pt x="0" y="261"/>
                  </a:lnTo>
                  <a:lnTo>
                    <a:pt x="19" y="242"/>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1" name="Google Shape;891;p7"/>
            <p:cNvSpPr/>
            <p:nvPr/>
          </p:nvSpPr>
          <p:spPr>
            <a:xfrm>
              <a:off x="6116325" y="2058850"/>
              <a:ext cx="500" cy="5600"/>
            </a:xfrm>
            <a:custGeom>
              <a:avLst/>
              <a:gdLst/>
              <a:ahLst/>
              <a:cxnLst/>
              <a:rect l="l" t="t" r="r" b="b"/>
              <a:pathLst>
                <a:path w="20" h="224" extrusionOk="0">
                  <a:moveTo>
                    <a:pt x="1" y="0"/>
                  </a:moveTo>
                  <a:lnTo>
                    <a:pt x="1" y="223"/>
                  </a:lnTo>
                  <a:lnTo>
                    <a:pt x="19" y="205"/>
                  </a:lnTo>
                  <a:lnTo>
                    <a:pt x="19" y="37"/>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2" name="Google Shape;892;p7"/>
            <p:cNvSpPr/>
            <p:nvPr/>
          </p:nvSpPr>
          <p:spPr>
            <a:xfrm>
              <a:off x="6116800" y="2059775"/>
              <a:ext cx="475" cy="4200"/>
            </a:xfrm>
            <a:custGeom>
              <a:avLst/>
              <a:gdLst/>
              <a:ahLst/>
              <a:cxnLst/>
              <a:rect l="l" t="t" r="r" b="b"/>
              <a:pathLst>
                <a:path w="19" h="168" extrusionOk="0">
                  <a:moveTo>
                    <a:pt x="0" y="0"/>
                  </a:moveTo>
                  <a:lnTo>
                    <a:pt x="0" y="168"/>
                  </a:lnTo>
                  <a:lnTo>
                    <a:pt x="19" y="149"/>
                  </a:lnTo>
                  <a:lnTo>
                    <a:pt x="19" y="19"/>
                  </a:lnTo>
                  <a:lnTo>
                    <a:pt x="0"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3" name="Google Shape;893;p7"/>
            <p:cNvSpPr/>
            <p:nvPr/>
          </p:nvSpPr>
          <p:spPr>
            <a:xfrm>
              <a:off x="6117250" y="2060225"/>
              <a:ext cx="975" cy="3300"/>
            </a:xfrm>
            <a:custGeom>
              <a:avLst/>
              <a:gdLst/>
              <a:ahLst/>
              <a:cxnLst/>
              <a:rect l="l" t="t" r="r" b="b"/>
              <a:pathLst>
                <a:path w="39" h="132" extrusionOk="0">
                  <a:moveTo>
                    <a:pt x="1" y="1"/>
                  </a:moveTo>
                  <a:lnTo>
                    <a:pt x="1" y="131"/>
                  </a:lnTo>
                  <a:lnTo>
                    <a:pt x="38" y="113"/>
                  </a:lnTo>
                  <a:lnTo>
                    <a:pt x="38" y="20"/>
                  </a:lnTo>
                  <a:lnTo>
                    <a:pt x="1"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4" name="Google Shape;894;p7"/>
            <p:cNvSpPr/>
            <p:nvPr/>
          </p:nvSpPr>
          <p:spPr>
            <a:xfrm>
              <a:off x="6118200" y="2060700"/>
              <a:ext cx="475" cy="2350"/>
            </a:xfrm>
            <a:custGeom>
              <a:avLst/>
              <a:gdLst/>
              <a:ahLst/>
              <a:cxnLst/>
              <a:rect l="l" t="t" r="r" b="b"/>
              <a:pathLst>
                <a:path w="19" h="94" extrusionOk="0">
                  <a:moveTo>
                    <a:pt x="0" y="1"/>
                  </a:moveTo>
                  <a:lnTo>
                    <a:pt x="0" y="94"/>
                  </a:lnTo>
                  <a:lnTo>
                    <a:pt x="19" y="56"/>
                  </a:lnTo>
                  <a:lnTo>
                    <a:pt x="19" y="19"/>
                  </a:lnTo>
                  <a:lnTo>
                    <a:pt x="0"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5" name="Google Shape;895;p7"/>
            <p:cNvSpPr/>
            <p:nvPr/>
          </p:nvSpPr>
          <p:spPr>
            <a:xfrm>
              <a:off x="6118650" y="2061175"/>
              <a:ext cx="500" cy="950"/>
            </a:xfrm>
            <a:custGeom>
              <a:avLst/>
              <a:gdLst/>
              <a:ahLst/>
              <a:cxnLst/>
              <a:rect l="l" t="t" r="r" b="b"/>
              <a:pathLst>
                <a:path w="20" h="38" extrusionOk="0">
                  <a:moveTo>
                    <a:pt x="1" y="0"/>
                  </a:moveTo>
                  <a:lnTo>
                    <a:pt x="1" y="37"/>
                  </a:lnTo>
                  <a:lnTo>
                    <a:pt x="19" y="19"/>
                  </a:lnTo>
                  <a:lnTo>
                    <a:pt x="1" y="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6" name="Google Shape;896;p7"/>
            <p:cNvSpPr/>
            <p:nvPr/>
          </p:nvSpPr>
          <p:spPr>
            <a:xfrm>
              <a:off x="5774825" y="2299850"/>
              <a:ext cx="309425" cy="309425"/>
            </a:xfrm>
            <a:custGeom>
              <a:avLst/>
              <a:gdLst/>
              <a:ahLst/>
              <a:cxnLst/>
              <a:rect l="l" t="t" r="r" b="b"/>
              <a:pathLst>
                <a:path w="12377" h="12377" extrusionOk="0">
                  <a:moveTo>
                    <a:pt x="6179" y="1"/>
                  </a:moveTo>
                  <a:lnTo>
                    <a:pt x="0" y="6179"/>
                  </a:lnTo>
                  <a:lnTo>
                    <a:pt x="6179" y="12377"/>
                  </a:lnTo>
                  <a:lnTo>
                    <a:pt x="12377" y="6179"/>
                  </a:lnTo>
                  <a:lnTo>
                    <a:pt x="6179" y="1"/>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897" name="Google Shape;897;p7"/>
          <p:cNvGrpSpPr/>
          <p:nvPr/>
        </p:nvGrpSpPr>
        <p:grpSpPr>
          <a:xfrm>
            <a:off x="4254127" y="3497274"/>
            <a:ext cx="2872292" cy="2378232"/>
            <a:chOff x="2210400" y="2558550"/>
            <a:chExt cx="971025" cy="804000"/>
          </a:xfrm>
        </p:grpSpPr>
        <p:sp>
          <p:nvSpPr>
            <p:cNvPr id="898" name="Google Shape;898;p7"/>
            <p:cNvSpPr/>
            <p:nvPr/>
          </p:nvSpPr>
          <p:spPr>
            <a:xfrm>
              <a:off x="228065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9" name="Google Shape;899;p7"/>
            <p:cNvSpPr/>
            <p:nvPr/>
          </p:nvSpPr>
          <p:spPr>
            <a:xfrm>
              <a:off x="2256925" y="2558550"/>
              <a:ext cx="804475" cy="804000"/>
            </a:xfrm>
            <a:custGeom>
              <a:avLst/>
              <a:gdLst/>
              <a:ahLst/>
              <a:cxnLst/>
              <a:rect l="l" t="t" r="r" b="b"/>
              <a:pathLst>
                <a:path w="32179" h="32160" extrusionOk="0">
                  <a:moveTo>
                    <a:pt x="447" y="16080"/>
                  </a:moveTo>
                  <a:lnTo>
                    <a:pt x="16080" y="31731"/>
                  </a:lnTo>
                  <a:lnTo>
                    <a:pt x="31732" y="16080"/>
                  </a:lnTo>
                  <a:lnTo>
                    <a:pt x="16080" y="428"/>
                  </a:lnTo>
                  <a:close/>
                  <a:moveTo>
                    <a:pt x="16080" y="32159"/>
                  </a:moveTo>
                  <a:lnTo>
                    <a:pt x="0" y="16080"/>
                  </a:lnTo>
                  <a:lnTo>
                    <a:pt x="16080" y="0"/>
                  </a:lnTo>
                  <a:lnTo>
                    <a:pt x="32178"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0" name="Google Shape;900;p7"/>
            <p:cNvSpPr/>
            <p:nvPr/>
          </p:nvSpPr>
          <p:spPr>
            <a:xfrm>
              <a:off x="2233650" y="2558550"/>
              <a:ext cx="804025" cy="804000"/>
            </a:xfrm>
            <a:custGeom>
              <a:avLst/>
              <a:gdLst/>
              <a:ahLst/>
              <a:cxnLst/>
              <a:rect l="l" t="t" r="r" b="b"/>
              <a:pathLst>
                <a:path w="32161" h="32160" extrusionOk="0">
                  <a:moveTo>
                    <a:pt x="447" y="16080"/>
                  </a:moveTo>
                  <a:lnTo>
                    <a:pt x="16080" y="31731"/>
                  </a:lnTo>
                  <a:lnTo>
                    <a:pt x="31732"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1" name="Google Shape;901;p7"/>
            <p:cNvSpPr/>
            <p:nvPr/>
          </p:nvSpPr>
          <p:spPr>
            <a:xfrm>
              <a:off x="2210400"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2" name="Google Shape;902;p7"/>
            <p:cNvSpPr/>
            <p:nvPr/>
          </p:nvSpPr>
          <p:spPr>
            <a:xfrm>
              <a:off x="2377425" y="2558550"/>
              <a:ext cx="804000" cy="804000"/>
            </a:xfrm>
            <a:custGeom>
              <a:avLst/>
              <a:gdLst/>
              <a:ahLst/>
              <a:cxnLst/>
              <a:rect l="l" t="t" r="r" b="b"/>
              <a:pathLst>
                <a:path w="32160" h="32160" extrusionOk="0">
                  <a:moveTo>
                    <a:pt x="428" y="16080"/>
                  </a:moveTo>
                  <a:lnTo>
                    <a:pt x="16080" y="31731"/>
                  </a:lnTo>
                  <a:lnTo>
                    <a:pt x="31713"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3" name="Google Shape;903;p7"/>
            <p:cNvSpPr/>
            <p:nvPr/>
          </p:nvSpPr>
          <p:spPr>
            <a:xfrm>
              <a:off x="2353700" y="2558550"/>
              <a:ext cx="804000" cy="804000"/>
            </a:xfrm>
            <a:custGeom>
              <a:avLst/>
              <a:gdLst/>
              <a:ahLst/>
              <a:cxnLst/>
              <a:rect l="l" t="t" r="r" b="b"/>
              <a:pathLst>
                <a:path w="32160" h="32160" extrusionOk="0">
                  <a:moveTo>
                    <a:pt x="447" y="16080"/>
                  </a:moveTo>
                  <a:lnTo>
                    <a:pt x="16080" y="31731"/>
                  </a:lnTo>
                  <a:lnTo>
                    <a:pt x="31732" y="16080"/>
                  </a:lnTo>
                  <a:lnTo>
                    <a:pt x="16080" y="428"/>
                  </a:lnTo>
                  <a:close/>
                  <a:moveTo>
                    <a:pt x="16080" y="32159"/>
                  </a:moveTo>
                  <a:lnTo>
                    <a:pt x="0"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4" name="Google Shape;904;p7"/>
            <p:cNvSpPr/>
            <p:nvPr/>
          </p:nvSpPr>
          <p:spPr>
            <a:xfrm>
              <a:off x="2330425" y="2558550"/>
              <a:ext cx="804025" cy="804000"/>
            </a:xfrm>
            <a:custGeom>
              <a:avLst/>
              <a:gdLst/>
              <a:ahLst/>
              <a:cxnLst/>
              <a:rect l="l" t="t" r="r" b="b"/>
              <a:pathLst>
                <a:path w="32161" h="32160" extrusionOk="0">
                  <a:moveTo>
                    <a:pt x="429" y="16080"/>
                  </a:moveTo>
                  <a:lnTo>
                    <a:pt x="16080" y="31731"/>
                  </a:lnTo>
                  <a:lnTo>
                    <a:pt x="31713" y="16080"/>
                  </a:lnTo>
                  <a:lnTo>
                    <a:pt x="16080" y="428"/>
                  </a:lnTo>
                  <a:close/>
                  <a:moveTo>
                    <a:pt x="16080" y="32159"/>
                  </a:moveTo>
                  <a:lnTo>
                    <a:pt x="1" y="16080"/>
                  </a:lnTo>
                  <a:lnTo>
                    <a:pt x="16080" y="0"/>
                  </a:lnTo>
                  <a:lnTo>
                    <a:pt x="32160"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5" name="Google Shape;905;p7"/>
            <p:cNvSpPr/>
            <p:nvPr/>
          </p:nvSpPr>
          <p:spPr>
            <a:xfrm>
              <a:off x="2306700" y="2558550"/>
              <a:ext cx="804475" cy="804000"/>
            </a:xfrm>
            <a:custGeom>
              <a:avLst/>
              <a:gdLst/>
              <a:ahLst/>
              <a:cxnLst/>
              <a:rect l="l" t="t" r="r" b="b"/>
              <a:pathLst>
                <a:path w="32179" h="32160" extrusionOk="0">
                  <a:moveTo>
                    <a:pt x="447" y="16080"/>
                  </a:moveTo>
                  <a:lnTo>
                    <a:pt x="16099" y="31731"/>
                  </a:lnTo>
                  <a:lnTo>
                    <a:pt x="31732" y="16080"/>
                  </a:lnTo>
                  <a:lnTo>
                    <a:pt x="16099" y="428"/>
                  </a:lnTo>
                  <a:close/>
                  <a:moveTo>
                    <a:pt x="16099" y="32159"/>
                  </a:moveTo>
                  <a:lnTo>
                    <a:pt x="1" y="16080"/>
                  </a:lnTo>
                  <a:lnTo>
                    <a:pt x="16099" y="0"/>
                  </a:lnTo>
                  <a:lnTo>
                    <a:pt x="32179" y="16080"/>
                  </a:lnTo>
                  <a:close/>
                </a:path>
              </a:pathLst>
            </a:custGeom>
            <a:gradFill>
              <a:gsLst>
                <a:gs pos="0">
                  <a:srgbClr val="674EA7"/>
                </a:gs>
                <a:gs pos="100000">
                  <a:srgbClr val="351C75"/>
                </a:gs>
              </a:gsLst>
              <a:lin ang="5400012" scaled="0"/>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906" name="Google Shape;906;p7"/>
          <p:cNvGrpSpPr/>
          <p:nvPr/>
        </p:nvGrpSpPr>
        <p:grpSpPr>
          <a:xfrm>
            <a:off x="5174781" y="4034816"/>
            <a:ext cx="849275" cy="848250"/>
            <a:chOff x="2651171" y="2397773"/>
            <a:chExt cx="2099568" cy="2097033"/>
          </a:xfrm>
        </p:grpSpPr>
        <p:sp>
          <p:nvSpPr>
            <p:cNvPr id="907" name="Google Shape;907;p7"/>
            <p:cNvSpPr/>
            <p:nvPr/>
          </p:nvSpPr>
          <p:spPr>
            <a:xfrm>
              <a:off x="2651171" y="2397773"/>
              <a:ext cx="2099568" cy="2097033"/>
            </a:xfrm>
            <a:custGeom>
              <a:avLst/>
              <a:gdLst/>
              <a:ahLst/>
              <a:cxnLst/>
              <a:rect l="l" t="t" r="r" b="b"/>
              <a:pathLst>
                <a:path w="14908" h="14890" extrusionOk="0">
                  <a:moveTo>
                    <a:pt x="447" y="7445"/>
                  </a:moveTo>
                  <a:lnTo>
                    <a:pt x="7445" y="14461"/>
                  </a:lnTo>
                  <a:lnTo>
                    <a:pt x="14461" y="7445"/>
                  </a:lnTo>
                  <a:lnTo>
                    <a:pt x="7445" y="429"/>
                  </a:lnTo>
                  <a:close/>
                  <a:moveTo>
                    <a:pt x="7445" y="14889"/>
                  </a:moveTo>
                  <a:lnTo>
                    <a:pt x="0" y="7445"/>
                  </a:lnTo>
                  <a:lnTo>
                    <a:pt x="7445" y="1"/>
                  </a:lnTo>
                  <a:lnTo>
                    <a:pt x="14908" y="7445"/>
                  </a:lnTo>
                  <a:close/>
                </a:path>
              </a:pathLst>
            </a:custGeom>
            <a:solidFill>
              <a:srgbClr val="00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8" name="Google Shape;908;p7"/>
            <p:cNvSpPr/>
            <p:nvPr/>
          </p:nvSpPr>
          <p:spPr>
            <a:xfrm>
              <a:off x="3033817" y="2780418"/>
              <a:ext cx="1334271" cy="1334271"/>
            </a:xfrm>
            <a:custGeom>
              <a:avLst/>
              <a:gdLst/>
              <a:ahLst/>
              <a:cxnLst/>
              <a:rect l="l" t="t" r="r" b="b"/>
              <a:pathLst>
                <a:path w="9474" h="9474" extrusionOk="0">
                  <a:moveTo>
                    <a:pt x="429" y="4728"/>
                  </a:moveTo>
                  <a:lnTo>
                    <a:pt x="4728" y="9027"/>
                  </a:lnTo>
                  <a:lnTo>
                    <a:pt x="9027" y="4728"/>
                  </a:lnTo>
                  <a:lnTo>
                    <a:pt x="4728" y="429"/>
                  </a:lnTo>
                  <a:close/>
                  <a:moveTo>
                    <a:pt x="4728" y="9474"/>
                  </a:moveTo>
                  <a:lnTo>
                    <a:pt x="1" y="4728"/>
                  </a:lnTo>
                  <a:lnTo>
                    <a:pt x="4728" y="1"/>
                  </a:lnTo>
                  <a:lnTo>
                    <a:pt x="9473" y="4728"/>
                  </a:lnTo>
                  <a:close/>
                </a:path>
              </a:pathLst>
            </a:custGeom>
            <a:solidFill>
              <a:srgbClr val="00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909" name="Google Shape;909;p7"/>
          <p:cNvSpPr>
            <a:spLocks noGrp="1"/>
          </p:cNvSpPr>
          <p:nvPr>
            <p:ph type="pic" idx="2"/>
          </p:nvPr>
        </p:nvSpPr>
        <p:spPr>
          <a:xfrm>
            <a:off x="4343650" y="670800"/>
            <a:ext cx="3801900" cy="3801900"/>
          </a:xfrm>
          <a:prstGeom prst="diamond">
            <a:avLst/>
          </a:prstGeom>
          <a:noFill/>
          <a:ln>
            <a:noFill/>
          </a:ln>
        </p:spPr>
      </p:sp>
      <p:sp>
        <p:nvSpPr>
          <p:cNvPr id="910" name="Google Shape;910;p7"/>
          <p:cNvSpPr txBox="1">
            <a:spLocks noGrp="1"/>
          </p:cNvSpPr>
          <p:nvPr>
            <p:ph type="title"/>
          </p:nvPr>
        </p:nvSpPr>
        <p:spPr>
          <a:xfrm>
            <a:off x="713225" y="1507575"/>
            <a:ext cx="3753900" cy="15642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11" name="Google Shape;911;p7"/>
          <p:cNvSpPr txBox="1">
            <a:spLocks noGrp="1"/>
          </p:cNvSpPr>
          <p:nvPr>
            <p:ph type="body" idx="1"/>
          </p:nvPr>
        </p:nvSpPr>
        <p:spPr>
          <a:xfrm>
            <a:off x="713225" y="3182100"/>
            <a:ext cx="3753900" cy="915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Char char="●"/>
              <a:defRPr sz="1400"/>
            </a:lvl1pPr>
            <a:lvl2pPr marL="914400" lvl="1" indent="-304800" algn="r" rtl="0">
              <a:lnSpc>
                <a:spcPct val="100000"/>
              </a:lnSpc>
              <a:spcBef>
                <a:spcPts val="0"/>
              </a:spcBef>
              <a:spcAft>
                <a:spcPts val="0"/>
              </a:spcAft>
              <a:buSzPts val="1200"/>
              <a:buChar char="○"/>
              <a:defRPr sz="1200"/>
            </a:lvl2pPr>
            <a:lvl3pPr marL="1371600" lvl="2" indent="-304800" algn="r" rtl="0">
              <a:lnSpc>
                <a:spcPct val="100000"/>
              </a:lnSpc>
              <a:spcBef>
                <a:spcPts val="0"/>
              </a:spcBef>
              <a:spcAft>
                <a:spcPts val="0"/>
              </a:spcAft>
              <a:buSzPts val="1200"/>
              <a:buChar char="■"/>
              <a:defRPr sz="1200"/>
            </a:lvl3pPr>
            <a:lvl4pPr marL="1828800" lvl="3" indent="-304800" algn="r" rtl="0">
              <a:lnSpc>
                <a:spcPct val="100000"/>
              </a:lnSpc>
              <a:spcBef>
                <a:spcPts val="0"/>
              </a:spcBef>
              <a:spcAft>
                <a:spcPts val="0"/>
              </a:spcAft>
              <a:buSzPts val="1200"/>
              <a:buChar char="●"/>
              <a:defRPr sz="1200"/>
            </a:lvl4pPr>
            <a:lvl5pPr marL="2286000" lvl="4" indent="-304800" algn="r" rtl="0">
              <a:lnSpc>
                <a:spcPct val="100000"/>
              </a:lnSpc>
              <a:spcBef>
                <a:spcPts val="0"/>
              </a:spcBef>
              <a:spcAft>
                <a:spcPts val="0"/>
              </a:spcAft>
              <a:buSzPts val="1200"/>
              <a:buChar char="○"/>
              <a:defRPr sz="1200"/>
            </a:lvl5pPr>
            <a:lvl6pPr marL="2743200" lvl="5" indent="-304800" algn="r" rtl="0">
              <a:lnSpc>
                <a:spcPct val="100000"/>
              </a:lnSpc>
              <a:spcBef>
                <a:spcPts val="0"/>
              </a:spcBef>
              <a:spcAft>
                <a:spcPts val="0"/>
              </a:spcAft>
              <a:buSzPts val="1200"/>
              <a:buChar char="■"/>
              <a:defRPr sz="1200"/>
            </a:lvl6pPr>
            <a:lvl7pPr marL="3200400" lvl="6" indent="-304800" algn="r" rtl="0">
              <a:lnSpc>
                <a:spcPct val="100000"/>
              </a:lnSpc>
              <a:spcBef>
                <a:spcPts val="0"/>
              </a:spcBef>
              <a:spcAft>
                <a:spcPts val="0"/>
              </a:spcAft>
              <a:buSzPts val="1200"/>
              <a:buChar char="●"/>
              <a:defRPr sz="1200"/>
            </a:lvl7pPr>
            <a:lvl8pPr marL="3657600" lvl="7" indent="-304800" algn="r" rtl="0">
              <a:lnSpc>
                <a:spcPct val="100000"/>
              </a:lnSpc>
              <a:spcBef>
                <a:spcPts val="0"/>
              </a:spcBef>
              <a:spcAft>
                <a:spcPts val="0"/>
              </a:spcAft>
              <a:buSzPts val="1200"/>
              <a:buChar char="○"/>
              <a:defRPr sz="1200"/>
            </a:lvl8pPr>
            <a:lvl9pPr marL="4114800" lvl="8" indent="-304800" algn="r" rtl="0">
              <a:lnSpc>
                <a:spcPct val="100000"/>
              </a:lnSpc>
              <a:spcBef>
                <a:spcPts val="0"/>
              </a:spcBef>
              <a:spcAft>
                <a:spcPts val="0"/>
              </a:spcAft>
              <a:buSzPts val="1200"/>
              <a:buChar char="■"/>
              <a:defRPr sz="1200"/>
            </a:lvl9pPr>
          </a:lstStyle>
          <a:p>
            <a:endParaRPr/>
          </a:p>
        </p:txBody>
      </p:sp>
    </p:spTree>
    <p:extLst>
      <p:ext uri="{BB962C8B-B14F-4D97-AF65-F5344CB8AC3E}">
        <p14:creationId xmlns:p14="http://schemas.microsoft.com/office/powerpoint/2010/main" val="39427198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7.xml"/><Relationship Id="rId18" Type="http://schemas.openxmlformats.org/officeDocument/2006/relationships/slideLayout" Target="../slideLayouts/slideLayout22.xml"/><Relationship Id="rId26" Type="http://schemas.openxmlformats.org/officeDocument/2006/relationships/slideLayout" Target="../slideLayouts/slideLayout30.xml"/><Relationship Id="rId39" Type="http://schemas.openxmlformats.org/officeDocument/2006/relationships/slideLayout" Target="../slideLayouts/slideLayout43.xml"/><Relationship Id="rId21" Type="http://schemas.openxmlformats.org/officeDocument/2006/relationships/slideLayout" Target="../slideLayouts/slideLayout25.xml"/><Relationship Id="rId34" Type="http://schemas.openxmlformats.org/officeDocument/2006/relationships/slideLayout" Target="../slideLayouts/slideLayout38.xml"/><Relationship Id="rId42" Type="http://schemas.openxmlformats.org/officeDocument/2006/relationships/slideLayout" Target="../slideLayouts/slideLayout46.xml"/><Relationship Id="rId47" Type="http://schemas.openxmlformats.org/officeDocument/2006/relationships/slideLayout" Target="../slideLayouts/slideLayout51.xml"/><Relationship Id="rId50" Type="http://schemas.openxmlformats.org/officeDocument/2006/relationships/slideLayout" Target="../slideLayouts/slideLayout54.xml"/><Relationship Id="rId55" Type="http://schemas.openxmlformats.org/officeDocument/2006/relationships/theme" Target="../theme/theme2.xml"/><Relationship Id="rId7" Type="http://schemas.openxmlformats.org/officeDocument/2006/relationships/slideLayout" Target="../slideLayouts/slideLayout1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9" Type="http://schemas.openxmlformats.org/officeDocument/2006/relationships/slideLayout" Target="../slideLayouts/slideLayout33.xml"/><Relationship Id="rId11" Type="http://schemas.openxmlformats.org/officeDocument/2006/relationships/slideLayout" Target="../slideLayouts/slideLayout15.xml"/><Relationship Id="rId24" Type="http://schemas.openxmlformats.org/officeDocument/2006/relationships/slideLayout" Target="../slideLayouts/slideLayout28.xml"/><Relationship Id="rId32" Type="http://schemas.openxmlformats.org/officeDocument/2006/relationships/slideLayout" Target="../slideLayouts/slideLayout36.xml"/><Relationship Id="rId37" Type="http://schemas.openxmlformats.org/officeDocument/2006/relationships/slideLayout" Target="../slideLayouts/slideLayout41.xml"/><Relationship Id="rId40" Type="http://schemas.openxmlformats.org/officeDocument/2006/relationships/slideLayout" Target="../slideLayouts/slideLayout44.xml"/><Relationship Id="rId45" Type="http://schemas.openxmlformats.org/officeDocument/2006/relationships/slideLayout" Target="../slideLayouts/slideLayout49.xml"/><Relationship Id="rId53" Type="http://schemas.openxmlformats.org/officeDocument/2006/relationships/slideLayout" Target="../slideLayouts/slideLayout57.xml"/><Relationship Id="rId5" Type="http://schemas.openxmlformats.org/officeDocument/2006/relationships/slideLayout" Target="../slideLayouts/slideLayout9.xml"/><Relationship Id="rId10" Type="http://schemas.openxmlformats.org/officeDocument/2006/relationships/slideLayout" Target="../slideLayouts/slideLayout14.xml"/><Relationship Id="rId19" Type="http://schemas.openxmlformats.org/officeDocument/2006/relationships/slideLayout" Target="../slideLayouts/slideLayout23.xml"/><Relationship Id="rId31" Type="http://schemas.openxmlformats.org/officeDocument/2006/relationships/slideLayout" Target="../slideLayouts/slideLayout35.xml"/><Relationship Id="rId44" Type="http://schemas.openxmlformats.org/officeDocument/2006/relationships/slideLayout" Target="../slideLayouts/slideLayout48.xml"/><Relationship Id="rId52" Type="http://schemas.openxmlformats.org/officeDocument/2006/relationships/slideLayout" Target="../slideLayouts/slideLayout56.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 Id="rId22" Type="http://schemas.openxmlformats.org/officeDocument/2006/relationships/slideLayout" Target="../slideLayouts/slideLayout26.xml"/><Relationship Id="rId27" Type="http://schemas.openxmlformats.org/officeDocument/2006/relationships/slideLayout" Target="../slideLayouts/slideLayout31.xml"/><Relationship Id="rId30" Type="http://schemas.openxmlformats.org/officeDocument/2006/relationships/slideLayout" Target="../slideLayouts/slideLayout34.xml"/><Relationship Id="rId35" Type="http://schemas.openxmlformats.org/officeDocument/2006/relationships/slideLayout" Target="../slideLayouts/slideLayout39.xml"/><Relationship Id="rId43" Type="http://schemas.openxmlformats.org/officeDocument/2006/relationships/slideLayout" Target="../slideLayouts/slideLayout47.xml"/><Relationship Id="rId48" Type="http://schemas.openxmlformats.org/officeDocument/2006/relationships/slideLayout" Target="../slideLayouts/slideLayout52.xml"/><Relationship Id="rId8" Type="http://schemas.openxmlformats.org/officeDocument/2006/relationships/slideLayout" Target="../slideLayouts/slideLayout12.xml"/><Relationship Id="rId51" Type="http://schemas.openxmlformats.org/officeDocument/2006/relationships/slideLayout" Target="../slideLayouts/slideLayout55.xml"/><Relationship Id="rId3" Type="http://schemas.openxmlformats.org/officeDocument/2006/relationships/slideLayout" Target="../slideLayouts/slideLayout7.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5" Type="http://schemas.openxmlformats.org/officeDocument/2006/relationships/slideLayout" Target="../slideLayouts/slideLayout29.xml"/><Relationship Id="rId33" Type="http://schemas.openxmlformats.org/officeDocument/2006/relationships/slideLayout" Target="../slideLayouts/slideLayout37.xml"/><Relationship Id="rId38" Type="http://schemas.openxmlformats.org/officeDocument/2006/relationships/slideLayout" Target="../slideLayouts/slideLayout42.xml"/><Relationship Id="rId46" Type="http://schemas.openxmlformats.org/officeDocument/2006/relationships/slideLayout" Target="../slideLayouts/slideLayout50.xml"/><Relationship Id="rId20" Type="http://schemas.openxmlformats.org/officeDocument/2006/relationships/slideLayout" Target="../slideLayouts/slideLayout24.xml"/><Relationship Id="rId41" Type="http://schemas.openxmlformats.org/officeDocument/2006/relationships/slideLayout" Target="../slideLayouts/slideLayout45.xml"/><Relationship Id="rId54" Type="http://schemas.openxmlformats.org/officeDocument/2006/relationships/slideLayout" Target="../slideLayouts/slideLayout58.xml"/><Relationship Id="rId1" Type="http://schemas.openxmlformats.org/officeDocument/2006/relationships/slideLayout" Target="../slideLayouts/slideLayout5.xml"/><Relationship Id="rId6" Type="http://schemas.openxmlformats.org/officeDocument/2006/relationships/slideLayout" Target="../slideLayouts/slideLayout10.xml"/><Relationship Id="rId15" Type="http://schemas.openxmlformats.org/officeDocument/2006/relationships/slideLayout" Target="../slideLayouts/slideLayout19.xml"/><Relationship Id="rId23" Type="http://schemas.openxmlformats.org/officeDocument/2006/relationships/slideLayout" Target="../slideLayouts/slideLayout27.xml"/><Relationship Id="rId28" Type="http://schemas.openxmlformats.org/officeDocument/2006/relationships/slideLayout" Target="../slideLayouts/slideLayout32.xml"/><Relationship Id="rId36" Type="http://schemas.openxmlformats.org/officeDocument/2006/relationships/slideLayout" Target="../slideLayouts/slideLayout40.xml"/><Relationship Id="rId4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4E29AA"/>
            </a:gs>
            <a:gs pos="100000">
              <a:srgbClr val="674EA7"/>
            </a:gs>
          </a:gsLst>
          <a:lin ang="16200038"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300"/>
              <a:buFont typeface="Space Grotesk"/>
              <a:buNone/>
              <a:defRPr sz="3300">
                <a:solidFill>
                  <a:schemeClr val="lt1"/>
                </a:solidFill>
                <a:latin typeface="Space Grotesk"/>
                <a:ea typeface="Space Grotesk"/>
                <a:cs typeface="Space Grotesk"/>
                <a:sym typeface="Space Grotesk"/>
              </a:defRPr>
            </a:lvl1pPr>
            <a:lvl2pPr lvl="1">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2pPr>
            <a:lvl3pPr lvl="2">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3pPr>
            <a:lvl4pPr lvl="3">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4pPr>
            <a:lvl5pPr lvl="4">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5pPr>
            <a:lvl6pPr lvl="5">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6pPr>
            <a:lvl7pPr lvl="6">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7pPr>
            <a:lvl8pPr lvl="7">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8pPr>
            <a:lvl9pPr lvl="8">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9pPr>
          </a:lstStyle>
          <a:p>
            <a:endParaRPr/>
          </a:p>
        </p:txBody>
      </p:sp>
      <p:sp>
        <p:nvSpPr>
          <p:cNvPr id="7" name="Google Shape;7;p1"/>
          <p:cNvSpPr txBox="1">
            <a:spLocks noGrp="1"/>
          </p:cNvSpPr>
          <p:nvPr>
            <p:ph type="body" idx="1"/>
          </p:nvPr>
        </p:nvSpPr>
        <p:spPr>
          <a:xfrm>
            <a:off x="713225" y="1246950"/>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lt1"/>
              </a:buClr>
              <a:buSzPts val="1800"/>
              <a:buFont typeface="Dosis"/>
              <a:buChar char="●"/>
              <a:defRPr sz="1800">
                <a:solidFill>
                  <a:schemeClr val="lt1"/>
                </a:solidFill>
                <a:latin typeface="Dosis"/>
                <a:ea typeface="Dosis"/>
                <a:cs typeface="Dosis"/>
                <a:sym typeface="Dosis"/>
              </a:defRPr>
            </a:lvl1pPr>
            <a:lvl2pPr marL="914400" lvl="1"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2pPr>
            <a:lvl3pPr marL="1371600" lvl="2"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3pPr>
            <a:lvl4pPr marL="1828800" lvl="3"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4pPr>
            <a:lvl5pPr marL="2286000" lvl="4"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5pPr>
            <a:lvl6pPr marL="2743200" lvl="5"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6pPr>
            <a:lvl7pPr marL="3200400" lvl="6"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7pPr>
            <a:lvl8pPr marL="3657600" lvl="7"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8pPr>
            <a:lvl9pPr marL="4114800" lvl="8"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9pPr>
          </a:lstStyle>
          <a:p>
            <a:endParaRPr/>
          </a:p>
        </p:txBody>
      </p:sp>
    </p:spTree>
  </p:cSld>
  <p:clrMap bg1="lt1" tx1="dk1" bg2="dk2" tx2="lt2" accent1="accent1" accent2="accent2" accent3="accent3" accent4="accent4" accent5="accent5" accent6="accent6" hlink="hlink" folHlink="folHlink"/>
  <p:sldLayoutIdLst>
    <p:sldLayoutId id="2147483658" r:id="rId1"/>
    <p:sldLayoutId id="2147483702" r:id="rId2"/>
    <p:sldLayoutId id="2147483703" r:id="rId3"/>
    <p:sldLayoutId id="2147483708"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p15:clr>
            <a:srgbClr val="EA4335"/>
          </p15:clr>
        </p15:guide>
        <p15:guide id="2" pos="449">
          <p15:clr>
            <a:srgbClr val="EA4335"/>
          </p15:clr>
        </p15:guide>
        <p15:guide id="3" pos="5311">
          <p15:clr>
            <a:srgbClr val="EA4335"/>
          </p15:clr>
        </p15:guide>
        <p15:guide id="4" orient="horz" pos="340">
          <p15:clr>
            <a:srgbClr val="EA4335"/>
          </p15:clr>
        </p15:guide>
        <p15:guide id="5" orient="horz" pos="2903">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4E29AA"/>
            </a:gs>
            <a:gs pos="100000">
              <a:srgbClr val="674EA7"/>
            </a:gs>
          </a:gsLst>
          <a:lin ang="16200038"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300"/>
              <a:buFont typeface="Space Grotesk"/>
              <a:buNone/>
              <a:defRPr sz="3300">
                <a:solidFill>
                  <a:schemeClr val="lt1"/>
                </a:solidFill>
                <a:latin typeface="Space Grotesk"/>
                <a:ea typeface="Space Grotesk"/>
                <a:cs typeface="Space Grotesk"/>
                <a:sym typeface="Space Grotesk"/>
              </a:defRPr>
            </a:lvl1pPr>
            <a:lvl2pPr lvl="1">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2pPr>
            <a:lvl3pPr lvl="2">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3pPr>
            <a:lvl4pPr lvl="3">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4pPr>
            <a:lvl5pPr lvl="4">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5pPr>
            <a:lvl6pPr lvl="5">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6pPr>
            <a:lvl7pPr lvl="6">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7pPr>
            <a:lvl8pPr lvl="7">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8pPr>
            <a:lvl9pPr lvl="8">
              <a:spcBef>
                <a:spcPts val="0"/>
              </a:spcBef>
              <a:spcAft>
                <a:spcPts val="0"/>
              </a:spcAft>
              <a:buClr>
                <a:schemeClr val="dk1"/>
              </a:buClr>
              <a:buSzPts val="3300"/>
              <a:buFont typeface="Space Grotesk"/>
              <a:buNone/>
              <a:defRPr sz="3300">
                <a:solidFill>
                  <a:schemeClr val="dk1"/>
                </a:solidFill>
                <a:latin typeface="Space Grotesk"/>
                <a:ea typeface="Space Grotesk"/>
                <a:cs typeface="Space Grotesk"/>
                <a:sym typeface="Space Grotesk"/>
              </a:defRPr>
            </a:lvl9pPr>
          </a:lstStyle>
          <a:p>
            <a:endParaRPr/>
          </a:p>
        </p:txBody>
      </p:sp>
      <p:sp>
        <p:nvSpPr>
          <p:cNvPr id="7" name="Google Shape;7;p1"/>
          <p:cNvSpPr txBox="1">
            <a:spLocks noGrp="1"/>
          </p:cNvSpPr>
          <p:nvPr>
            <p:ph type="body" idx="1"/>
          </p:nvPr>
        </p:nvSpPr>
        <p:spPr>
          <a:xfrm>
            <a:off x="713225" y="1246950"/>
            <a:ext cx="77175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lt1"/>
              </a:buClr>
              <a:buSzPts val="1800"/>
              <a:buFont typeface="Dosis"/>
              <a:buChar char="●"/>
              <a:defRPr sz="1800">
                <a:solidFill>
                  <a:schemeClr val="lt1"/>
                </a:solidFill>
                <a:latin typeface="Dosis"/>
                <a:ea typeface="Dosis"/>
                <a:cs typeface="Dosis"/>
                <a:sym typeface="Dosis"/>
              </a:defRPr>
            </a:lvl1pPr>
            <a:lvl2pPr marL="914400" lvl="1"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2pPr>
            <a:lvl3pPr marL="1371600" lvl="2"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3pPr>
            <a:lvl4pPr marL="1828800" lvl="3"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4pPr>
            <a:lvl5pPr marL="2286000" lvl="4"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5pPr>
            <a:lvl6pPr marL="2743200" lvl="5"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6pPr>
            <a:lvl7pPr marL="3200400" lvl="6"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7pPr>
            <a:lvl8pPr marL="3657600" lvl="7"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8pPr>
            <a:lvl9pPr marL="4114800" lvl="8" indent="-317500">
              <a:lnSpc>
                <a:spcPct val="100000"/>
              </a:lnSpc>
              <a:spcBef>
                <a:spcPts val="0"/>
              </a:spcBef>
              <a:spcAft>
                <a:spcPts val="0"/>
              </a:spcAft>
              <a:buClr>
                <a:schemeClr val="lt1"/>
              </a:buClr>
              <a:buSzPts val="1400"/>
              <a:buFont typeface="Dosis"/>
              <a:buChar char="■"/>
              <a:defRPr>
                <a:solidFill>
                  <a:schemeClr val="lt1"/>
                </a:solidFill>
                <a:latin typeface="Dosis"/>
                <a:ea typeface="Dosis"/>
                <a:cs typeface="Dosis"/>
                <a:sym typeface="Dosis"/>
              </a:defRPr>
            </a:lvl9pPr>
          </a:lstStyle>
          <a:p>
            <a:endParaRPr/>
          </a:p>
        </p:txBody>
      </p:sp>
    </p:spTree>
    <p:extLst>
      <p:ext uri="{BB962C8B-B14F-4D97-AF65-F5344CB8AC3E}">
        <p14:creationId xmlns:p14="http://schemas.microsoft.com/office/powerpoint/2010/main" val="2747121564"/>
      </p:ext>
    </p:extLst>
  </p:cSld>
  <p:clrMap bg1="lt1" tx1="dk1" bg2="dk2" tx2="lt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 id="2147483737" r:id="rId28"/>
    <p:sldLayoutId id="2147483738" r:id="rId29"/>
    <p:sldLayoutId id="2147483739" r:id="rId30"/>
    <p:sldLayoutId id="2147483740" r:id="rId31"/>
    <p:sldLayoutId id="2147483741" r:id="rId32"/>
    <p:sldLayoutId id="2147483742" r:id="rId33"/>
    <p:sldLayoutId id="2147483743" r:id="rId34"/>
    <p:sldLayoutId id="2147483744" r:id="rId35"/>
    <p:sldLayoutId id="2147483745" r:id="rId36"/>
    <p:sldLayoutId id="2147483746" r:id="rId37"/>
    <p:sldLayoutId id="2147483747" r:id="rId38"/>
    <p:sldLayoutId id="2147483748" r:id="rId39"/>
    <p:sldLayoutId id="2147483749" r:id="rId40"/>
    <p:sldLayoutId id="2147483750" r:id="rId41"/>
    <p:sldLayoutId id="2147483751" r:id="rId42"/>
    <p:sldLayoutId id="2147483752" r:id="rId43"/>
    <p:sldLayoutId id="2147483753" r:id="rId44"/>
    <p:sldLayoutId id="2147483754" r:id="rId45"/>
    <p:sldLayoutId id="2147483755" r:id="rId46"/>
    <p:sldLayoutId id="2147483756" r:id="rId47"/>
    <p:sldLayoutId id="2147483757" r:id="rId48"/>
    <p:sldLayoutId id="2147483758" r:id="rId49"/>
    <p:sldLayoutId id="2147483759" r:id="rId50"/>
    <p:sldLayoutId id="2147483760" r:id="rId51"/>
    <p:sldLayoutId id="2147483761" r:id="rId52"/>
    <p:sldLayoutId id="2147483762" r:id="rId53"/>
    <p:sldLayoutId id="2147483763" r:id="rId5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p15:clr>
            <a:srgbClr val="EA4335"/>
          </p15:clr>
        </p15:guide>
        <p15:guide id="2" pos="449">
          <p15:clr>
            <a:srgbClr val="EA4335"/>
          </p15:clr>
        </p15:guide>
        <p15:guide id="3" pos="5311">
          <p15:clr>
            <a:srgbClr val="EA4335"/>
          </p15:clr>
        </p15:guide>
        <p15:guide id="4" orient="horz" pos="340">
          <p15:clr>
            <a:srgbClr val="EA4335"/>
          </p15:clr>
        </p15:guide>
        <p15:guide id="5" orient="horz" pos="2903">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0.xml"/><Relationship Id="rId5" Type="http://schemas.openxmlformats.org/officeDocument/2006/relationships/image" Target="../media/image4.pn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microsoft.com/office/2007/relationships/hdphoto" Target="../media/hdphoto1.wdp"/><Relationship Id="rId5" Type="http://schemas.openxmlformats.org/officeDocument/2006/relationships/image" Target="../media/image12.png"/><Relationship Id="rId4" Type="http://schemas.openxmlformats.org/officeDocument/2006/relationships/hyperlink" Target="https://uppsalareports.org/deep-dive/medication-error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0.xml"/><Relationship Id="rId5" Type="http://schemas.openxmlformats.org/officeDocument/2006/relationships/image" Target="../media/image13.jpg"/><Relationship Id="rId4" Type="http://schemas.openxmlformats.org/officeDocument/2006/relationships/hyperlink" Target="https://ocpinfo.com/ocp-resources/focus-on-error-prevention-spring-summer-2020/?"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2818463"/>
      </p:ext>
    </p:extLst>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22"/>
        <p:cNvGrpSpPr/>
        <p:nvPr/>
      </p:nvGrpSpPr>
      <p:grpSpPr>
        <a:xfrm>
          <a:off x="0" y="0"/>
          <a:ext cx="0" cy="0"/>
          <a:chOff x="0" y="0"/>
          <a:chExt cx="0" cy="0"/>
        </a:xfrm>
      </p:grpSpPr>
      <p:sp>
        <p:nvSpPr>
          <p:cNvPr id="4" name="Rectangle 3"/>
          <p:cNvSpPr/>
          <p:nvPr/>
        </p:nvSpPr>
        <p:spPr>
          <a:xfrm>
            <a:off x="0" y="0"/>
            <a:ext cx="9144000" cy="5143500"/>
          </a:xfrm>
          <a:prstGeom prst="rect">
            <a:avLst/>
          </a:prstGeom>
          <a:blipFill dpi="0" rotWithShape="1">
            <a:blip r:embed="rId3">
              <a:alphaModFix amt="50000"/>
            </a:blip>
            <a:srcRect/>
            <a:stretch>
              <a:fillRect l="-11389" t="38" r="-16138" b="-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5" name="TextBox 4"/>
          <p:cNvSpPr txBox="1"/>
          <p:nvPr/>
        </p:nvSpPr>
        <p:spPr>
          <a:xfrm>
            <a:off x="2281105" y="148858"/>
            <a:ext cx="4581789" cy="400110"/>
          </a:xfrm>
          <a:prstGeom prst="rect">
            <a:avLst/>
          </a:prstGeom>
          <a:noFill/>
        </p:spPr>
        <p:txBody>
          <a:bodyPr wrap="square" rtlCol="0">
            <a:spAutoFit/>
          </a:bodyPr>
          <a:lstStyle/>
          <a:p>
            <a:pPr algn="ctr"/>
            <a:r>
              <a:rPr lang="en" sz="2000" b="1" dirty="0">
                <a:solidFill>
                  <a:schemeClr val="bg1"/>
                </a:solidFill>
                <a:effectLst>
                  <a:outerShdw blurRad="38100" dist="38100" dir="2700000" algn="tl">
                    <a:srgbClr val="000000">
                      <a:alpha val="43137"/>
                    </a:srgbClr>
                  </a:outerShdw>
                </a:effectLst>
                <a:latin typeface="Space Grotesk" panose="020B0604020202020204" charset="0"/>
                <a:cs typeface="Space Grotesk" panose="020B0604020202020204" charset="0"/>
              </a:rPr>
              <a:t>ADVANCE DATABASE SYSTEMS</a:t>
            </a:r>
            <a:endParaRPr lang="en-US" sz="2000" b="1" dirty="0">
              <a:solidFill>
                <a:schemeClr val="bg1"/>
              </a:solidFill>
              <a:effectLst>
                <a:outerShdw blurRad="38100" dist="38100" dir="2700000" algn="tl">
                  <a:srgbClr val="000000">
                    <a:alpha val="43137"/>
                  </a:srgbClr>
                </a:outerShdw>
              </a:effectLst>
              <a:latin typeface="Space Grotesk" panose="020B0604020202020204" charset="0"/>
              <a:cs typeface="Space Grotesk" panose="020B0604020202020204" charset="0"/>
            </a:endParaRPr>
          </a:p>
        </p:txBody>
      </p:sp>
      <p:sp>
        <p:nvSpPr>
          <p:cNvPr id="6" name="Google Shape;4032;p77"/>
          <p:cNvSpPr txBox="1">
            <a:spLocks noGrp="1"/>
          </p:cNvSpPr>
          <p:nvPr>
            <p:ph type="title"/>
          </p:nvPr>
        </p:nvSpPr>
        <p:spPr>
          <a:xfrm>
            <a:off x="2483123" y="297732"/>
            <a:ext cx="4177752" cy="1106247"/>
          </a:xfrm>
          <a:prstGeom prst="rect">
            <a:avLst/>
          </a:prstGeom>
        </p:spPr>
        <p:txBody>
          <a:bodyPr spcFirstLastPara="1" wrap="square" lIns="91425" tIns="91425" rIns="91425" bIns="91425" anchor="b" anchorCtr="0">
            <a:noAutofit/>
          </a:bodyPr>
          <a:lstStyle/>
          <a:p>
            <a:pPr lvl="0" algn="ctr"/>
            <a:r>
              <a:rPr lang="en" sz="1800" b="1" dirty="0" smtClean="0">
                <a:solidFill>
                  <a:srgbClr val="FFC000"/>
                </a:solidFill>
                <a:effectLst>
                  <a:outerShdw blurRad="38100" dist="38100" dir="2700000" algn="tl">
                    <a:srgbClr val="000000">
                      <a:alpha val="43137"/>
                    </a:srgbClr>
                  </a:outerShdw>
                </a:effectLst>
              </a:rPr>
              <a:t>Project: MediNomix</a:t>
            </a:r>
            <a:br>
              <a:rPr lang="en" sz="1800" b="1" dirty="0" smtClean="0">
                <a:solidFill>
                  <a:srgbClr val="FFC000"/>
                </a:solidFill>
                <a:effectLst>
                  <a:outerShdw blurRad="38100" dist="38100" dir="2700000" algn="tl">
                    <a:srgbClr val="000000">
                      <a:alpha val="43137"/>
                    </a:srgbClr>
                  </a:outerShdw>
                </a:effectLst>
              </a:rPr>
            </a:br>
            <a:r>
              <a:rPr lang="en" sz="1600" dirty="0" smtClean="0">
                <a:effectLst>
                  <a:outerShdw blurRad="38100" dist="38100" dir="2700000" algn="tl">
                    <a:srgbClr val="000000">
                      <a:alpha val="43137"/>
                    </a:srgbClr>
                  </a:outerShdw>
                </a:effectLst>
              </a:rPr>
              <a:t>Advance Medication Error prevention and risk analysis system</a:t>
            </a:r>
            <a:endParaRPr sz="1800" dirty="0">
              <a:effectLst>
                <a:outerShdw blurRad="38100" dist="38100" dir="2700000" algn="tl">
                  <a:srgbClr val="000000">
                    <a:alpha val="43137"/>
                  </a:srgbClr>
                </a:outerShdw>
              </a:effectLst>
            </a:endParaRPr>
          </a:p>
        </p:txBody>
      </p:sp>
      <p:sp>
        <p:nvSpPr>
          <p:cNvPr id="7" name="Rounded Rectangle 6"/>
          <p:cNvSpPr/>
          <p:nvPr/>
        </p:nvSpPr>
        <p:spPr>
          <a:xfrm>
            <a:off x="3959817" y="1403979"/>
            <a:ext cx="1224359" cy="1211109"/>
          </a:xfrm>
          <a:prstGeom prst="roundRect">
            <a:avLst/>
          </a:prstGeom>
          <a:blipFill>
            <a:blip r:embed="rId4"/>
            <a:srcRect/>
            <a:stretch>
              <a:fillRect l="-11389" t="38" r="-16138" b="-38"/>
            </a:stretch>
          </a:blip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Google Shape;4033;p77"/>
          <p:cNvSpPr txBox="1">
            <a:spLocks/>
          </p:cNvSpPr>
          <p:nvPr/>
        </p:nvSpPr>
        <p:spPr>
          <a:xfrm>
            <a:off x="1525834" y="2571750"/>
            <a:ext cx="6092327" cy="18352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2100"/>
              <a:buFont typeface="Dosis"/>
              <a:buNone/>
              <a:defRPr sz="1800" b="0" i="0" u="none" strike="noStrike" cap="none">
                <a:solidFill>
                  <a:schemeClr val="lt1"/>
                </a:solidFill>
                <a:latin typeface="Dosis"/>
                <a:ea typeface="Dosis"/>
                <a:cs typeface="Dosis"/>
                <a:sym typeface="Dosis"/>
              </a:defRPr>
            </a:lvl1pPr>
            <a:lvl2pPr marL="914400" marR="0" lvl="1" indent="-317500" algn="ctr" rtl="0">
              <a:lnSpc>
                <a:spcPct val="100000"/>
              </a:lnSpc>
              <a:spcBef>
                <a:spcPts val="0"/>
              </a:spcBef>
              <a:spcAft>
                <a:spcPts val="0"/>
              </a:spcAft>
              <a:buClr>
                <a:schemeClr val="lt1"/>
              </a:buClr>
              <a:buSzPts val="2100"/>
              <a:buFont typeface="Dosis"/>
              <a:buNone/>
              <a:defRPr sz="2100" b="0" i="0" u="none" strike="noStrike" cap="none">
                <a:solidFill>
                  <a:schemeClr val="lt1"/>
                </a:solidFill>
                <a:latin typeface="Dosis"/>
                <a:ea typeface="Dosis"/>
                <a:cs typeface="Dosis"/>
                <a:sym typeface="Dosis"/>
              </a:defRPr>
            </a:lvl2pPr>
            <a:lvl3pPr marL="1371600" marR="0" lvl="2" indent="-317500" algn="ctr" rtl="0">
              <a:lnSpc>
                <a:spcPct val="100000"/>
              </a:lnSpc>
              <a:spcBef>
                <a:spcPts val="0"/>
              </a:spcBef>
              <a:spcAft>
                <a:spcPts val="0"/>
              </a:spcAft>
              <a:buClr>
                <a:schemeClr val="lt1"/>
              </a:buClr>
              <a:buSzPts val="2100"/>
              <a:buFont typeface="Dosis"/>
              <a:buNone/>
              <a:defRPr sz="2100" b="0" i="0" u="none" strike="noStrike" cap="none">
                <a:solidFill>
                  <a:schemeClr val="lt1"/>
                </a:solidFill>
                <a:latin typeface="Dosis"/>
                <a:ea typeface="Dosis"/>
                <a:cs typeface="Dosis"/>
                <a:sym typeface="Dosis"/>
              </a:defRPr>
            </a:lvl3pPr>
            <a:lvl4pPr marL="1828800" marR="0" lvl="3" indent="-317500" algn="ctr" rtl="0">
              <a:lnSpc>
                <a:spcPct val="100000"/>
              </a:lnSpc>
              <a:spcBef>
                <a:spcPts val="0"/>
              </a:spcBef>
              <a:spcAft>
                <a:spcPts val="0"/>
              </a:spcAft>
              <a:buClr>
                <a:schemeClr val="lt1"/>
              </a:buClr>
              <a:buSzPts val="2100"/>
              <a:buFont typeface="Dosis"/>
              <a:buNone/>
              <a:defRPr sz="2100" b="0" i="0" u="none" strike="noStrike" cap="none">
                <a:solidFill>
                  <a:schemeClr val="lt1"/>
                </a:solidFill>
                <a:latin typeface="Dosis"/>
                <a:ea typeface="Dosis"/>
                <a:cs typeface="Dosis"/>
                <a:sym typeface="Dosis"/>
              </a:defRPr>
            </a:lvl4pPr>
            <a:lvl5pPr marL="2286000" marR="0" lvl="4" indent="-317500" algn="ctr" rtl="0">
              <a:lnSpc>
                <a:spcPct val="100000"/>
              </a:lnSpc>
              <a:spcBef>
                <a:spcPts val="0"/>
              </a:spcBef>
              <a:spcAft>
                <a:spcPts val="0"/>
              </a:spcAft>
              <a:buClr>
                <a:schemeClr val="lt1"/>
              </a:buClr>
              <a:buSzPts val="2100"/>
              <a:buFont typeface="Dosis"/>
              <a:buNone/>
              <a:defRPr sz="2100" b="0" i="0" u="none" strike="noStrike" cap="none">
                <a:solidFill>
                  <a:schemeClr val="lt1"/>
                </a:solidFill>
                <a:latin typeface="Dosis"/>
                <a:ea typeface="Dosis"/>
                <a:cs typeface="Dosis"/>
                <a:sym typeface="Dosis"/>
              </a:defRPr>
            </a:lvl5pPr>
            <a:lvl6pPr marL="2743200" marR="0" lvl="5" indent="-317500" algn="ctr" rtl="0">
              <a:lnSpc>
                <a:spcPct val="100000"/>
              </a:lnSpc>
              <a:spcBef>
                <a:spcPts val="0"/>
              </a:spcBef>
              <a:spcAft>
                <a:spcPts val="0"/>
              </a:spcAft>
              <a:buClr>
                <a:schemeClr val="lt1"/>
              </a:buClr>
              <a:buSzPts val="2100"/>
              <a:buFont typeface="Dosis"/>
              <a:buNone/>
              <a:defRPr sz="2100" b="0" i="0" u="none" strike="noStrike" cap="none">
                <a:solidFill>
                  <a:schemeClr val="lt1"/>
                </a:solidFill>
                <a:latin typeface="Dosis"/>
                <a:ea typeface="Dosis"/>
                <a:cs typeface="Dosis"/>
                <a:sym typeface="Dosis"/>
              </a:defRPr>
            </a:lvl6pPr>
            <a:lvl7pPr marL="3200400" marR="0" lvl="6" indent="-317500" algn="ctr" rtl="0">
              <a:lnSpc>
                <a:spcPct val="100000"/>
              </a:lnSpc>
              <a:spcBef>
                <a:spcPts val="0"/>
              </a:spcBef>
              <a:spcAft>
                <a:spcPts val="0"/>
              </a:spcAft>
              <a:buClr>
                <a:schemeClr val="lt1"/>
              </a:buClr>
              <a:buSzPts val="2100"/>
              <a:buFont typeface="Dosis"/>
              <a:buNone/>
              <a:defRPr sz="2100" b="0" i="0" u="none" strike="noStrike" cap="none">
                <a:solidFill>
                  <a:schemeClr val="lt1"/>
                </a:solidFill>
                <a:latin typeface="Dosis"/>
                <a:ea typeface="Dosis"/>
                <a:cs typeface="Dosis"/>
                <a:sym typeface="Dosis"/>
              </a:defRPr>
            </a:lvl7pPr>
            <a:lvl8pPr marL="3657600" marR="0" lvl="7" indent="-317500" algn="ctr" rtl="0">
              <a:lnSpc>
                <a:spcPct val="100000"/>
              </a:lnSpc>
              <a:spcBef>
                <a:spcPts val="0"/>
              </a:spcBef>
              <a:spcAft>
                <a:spcPts val="0"/>
              </a:spcAft>
              <a:buClr>
                <a:schemeClr val="lt1"/>
              </a:buClr>
              <a:buSzPts val="2100"/>
              <a:buFont typeface="Dosis"/>
              <a:buNone/>
              <a:defRPr sz="2100" b="0" i="0" u="none" strike="noStrike" cap="none">
                <a:solidFill>
                  <a:schemeClr val="lt1"/>
                </a:solidFill>
                <a:latin typeface="Dosis"/>
                <a:ea typeface="Dosis"/>
                <a:cs typeface="Dosis"/>
                <a:sym typeface="Dosis"/>
              </a:defRPr>
            </a:lvl8pPr>
            <a:lvl9pPr marL="4114800" marR="0" lvl="8" indent="-317500" algn="ctr" rtl="0">
              <a:lnSpc>
                <a:spcPct val="100000"/>
              </a:lnSpc>
              <a:spcBef>
                <a:spcPts val="0"/>
              </a:spcBef>
              <a:spcAft>
                <a:spcPts val="0"/>
              </a:spcAft>
              <a:buClr>
                <a:schemeClr val="lt1"/>
              </a:buClr>
              <a:buSzPts val="2100"/>
              <a:buFont typeface="Dosis"/>
              <a:buNone/>
              <a:defRPr sz="2100" b="0" i="0" u="none" strike="noStrike" cap="none">
                <a:solidFill>
                  <a:schemeClr val="lt1"/>
                </a:solidFill>
                <a:latin typeface="Dosis"/>
                <a:ea typeface="Dosis"/>
                <a:cs typeface="Dosis"/>
                <a:sym typeface="Dosis"/>
              </a:defRPr>
            </a:lvl9pPr>
          </a:lstStyle>
          <a:p>
            <a:pPr marL="0" indent="0" algn="ctr">
              <a:lnSpc>
                <a:spcPct val="150000"/>
              </a:lnSpc>
            </a:pPr>
            <a:r>
              <a:rPr lang="en-US" b="1" dirty="0" smtClean="0">
                <a:solidFill>
                  <a:schemeClr val="bg1"/>
                </a:solidFill>
                <a:effectLst>
                  <a:outerShdw blurRad="38100" dist="38100" dir="2700000" algn="tl">
                    <a:srgbClr val="000000">
                      <a:alpha val="43137"/>
                    </a:srgbClr>
                  </a:outerShdw>
                </a:effectLst>
                <a:latin typeface="Space Grotesk" panose="020B0604020202020204" charset="0"/>
                <a:cs typeface="Space Grotesk" panose="020B0604020202020204" charset="0"/>
              </a:rPr>
              <a:t>Submitted By: Alina </a:t>
            </a:r>
            <a:r>
              <a:rPr lang="en-US" b="1" dirty="0" err="1" smtClean="0">
                <a:solidFill>
                  <a:schemeClr val="bg1"/>
                </a:solidFill>
                <a:effectLst>
                  <a:outerShdw blurRad="38100" dist="38100" dir="2700000" algn="tl">
                    <a:srgbClr val="000000">
                      <a:alpha val="43137"/>
                    </a:srgbClr>
                  </a:outerShdw>
                </a:effectLst>
                <a:latin typeface="Space Grotesk" panose="020B0604020202020204" charset="0"/>
                <a:cs typeface="Space Grotesk" panose="020B0604020202020204" charset="0"/>
              </a:rPr>
              <a:t>Liaquat</a:t>
            </a:r>
            <a:endParaRPr lang="en-US" b="1" dirty="0" smtClean="0">
              <a:solidFill>
                <a:schemeClr val="bg1"/>
              </a:solidFill>
              <a:effectLst>
                <a:outerShdw blurRad="38100" dist="38100" dir="2700000" algn="tl">
                  <a:srgbClr val="000000">
                    <a:alpha val="43137"/>
                  </a:srgbClr>
                </a:outerShdw>
              </a:effectLst>
              <a:latin typeface="Space Grotesk" panose="020B0604020202020204" charset="0"/>
              <a:cs typeface="Space Grotesk" panose="020B0604020202020204" charset="0"/>
            </a:endParaRPr>
          </a:p>
          <a:p>
            <a:pPr marL="0" indent="0" algn="ctr">
              <a:lnSpc>
                <a:spcPct val="150000"/>
              </a:lnSpc>
            </a:pPr>
            <a:r>
              <a:rPr lang="en-US" b="1" dirty="0" smtClean="0">
                <a:solidFill>
                  <a:schemeClr val="bg1"/>
                </a:solidFill>
                <a:effectLst>
                  <a:outerShdw blurRad="38100" dist="38100" dir="2700000" algn="tl">
                    <a:srgbClr val="000000">
                      <a:alpha val="43137"/>
                    </a:srgbClr>
                  </a:outerShdw>
                </a:effectLst>
                <a:latin typeface="Space Grotesk" panose="020B0604020202020204" charset="0"/>
                <a:cs typeface="Space Grotesk" panose="020B0604020202020204" charset="0"/>
              </a:rPr>
              <a:t>Submitted to: Sir Faisal </a:t>
            </a:r>
            <a:r>
              <a:rPr lang="en-US" b="1" dirty="0" err="1" smtClean="0">
                <a:solidFill>
                  <a:schemeClr val="bg1"/>
                </a:solidFill>
                <a:effectLst>
                  <a:outerShdw blurRad="38100" dist="38100" dir="2700000" algn="tl">
                    <a:srgbClr val="000000">
                      <a:alpha val="43137"/>
                    </a:srgbClr>
                  </a:outerShdw>
                </a:effectLst>
                <a:latin typeface="Space Grotesk" panose="020B0604020202020204" charset="0"/>
                <a:cs typeface="Space Grotesk" panose="020B0604020202020204" charset="0"/>
              </a:rPr>
              <a:t>Hafeez</a:t>
            </a:r>
            <a:endParaRPr lang="en-US" b="1" dirty="0" smtClean="0">
              <a:solidFill>
                <a:schemeClr val="bg1"/>
              </a:solidFill>
              <a:effectLst>
                <a:outerShdw blurRad="38100" dist="38100" dir="2700000" algn="tl">
                  <a:srgbClr val="000000">
                    <a:alpha val="43137"/>
                  </a:srgbClr>
                </a:outerShdw>
              </a:effectLst>
              <a:latin typeface="Space Grotesk" panose="020B0604020202020204" charset="0"/>
              <a:cs typeface="Space Grotesk" panose="020B0604020202020204" charset="0"/>
            </a:endParaRPr>
          </a:p>
          <a:p>
            <a:pPr marL="0" indent="0" algn="ctr">
              <a:lnSpc>
                <a:spcPct val="150000"/>
              </a:lnSpc>
            </a:pPr>
            <a:r>
              <a:rPr lang="en-US" b="1" dirty="0" smtClean="0">
                <a:solidFill>
                  <a:schemeClr val="bg1"/>
                </a:solidFill>
                <a:effectLst>
                  <a:outerShdw blurRad="38100" dist="38100" dir="2700000" algn="tl">
                    <a:srgbClr val="000000">
                      <a:alpha val="43137"/>
                    </a:srgbClr>
                  </a:outerShdw>
                </a:effectLst>
                <a:latin typeface="Space Grotesk" panose="020B0604020202020204" charset="0"/>
                <a:cs typeface="Space Grotesk" panose="020B0604020202020204" charset="0"/>
              </a:rPr>
              <a:t>Department of Computer Science</a:t>
            </a:r>
          </a:p>
          <a:p>
            <a:pPr marL="0" indent="0" algn="ctr">
              <a:lnSpc>
                <a:spcPct val="150000"/>
              </a:lnSpc>
            </a:pPr>
            <a:r>
              <a:rPr lang="en-US" b="1" dirty="0" smtClean="0">
                <a:solidFill>
                  <a:schemeClr val="bg1"/>
                </a:solidFill>
                <a:effectLst>
                  <a:outerShdw blurRad="38100" dist="38100" dir="2700000" algn="tl">
                    <a:srgbClr val="000000">
                      <a:alpha val="43137"/>
                    </a:srgbClr>
                  </a:outerShdw>
                </a:effectLst>
                <a:latin typeface="Space Grotesk" panose="020B0604020202020204" charset="0"/>
                <a:cs typeface="Space Grotesk" panose="020B0604020202020204" charset="0"/>
              </a:rPr>
              <a:t>UNIVERSITY OF LAYYAH MAIN CAMPUS, HAFIZABAD</a:t>
            </a:r>
            <a:endParaRPr lang="en-US" b="1" dirty="0">
              <a:solidFill>
                <a:schemeClr val="bg1"/>
              </a:solidFill>
              <a:effectLst>
                <a:outerShdw blurRad="38100" dist="38100" dir="2700000" algn="tl">
                  <a:srgbClr val="000000">
                    <a:alpha val="43137"/>
                  </a:srgbClr>
                </a:outerShdw>
              </a:effectLst>
              <a:latin typeface="Space Grotesk" panose="020B0604020202020204" charset="0"/>
              <a:cs typeface="Space Grotesk" panose="020B0604020202020204" charset="0"/>
            </a:endParaRPr>
          </a:p>
        </p:txBody>
      </p:sp>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61063" y="4363275"/>
            <a:ext cx="621874" cy="62101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852024773"/>
      </p:ext>
    </p:extLst>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500"/>
                                        <p:tgtEl>
                                          <p:spTgt spid="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1000"/>
                                        <p:tgtEl>
                                          <p:spTgt spid="5"/>
                                        </p:tgtEl>
                                      </p:cBhvr>
                                    </p:animEffect>
                                  </p:childTnLst>
                                </p:cTn>
                              </p:par>
                            </p:childTnLst>
                          </p:cTn>
                        </p:par>
                        <p:par>
                          <p:cTn id="11" fill="hold">
                            <p:stCondLst>
                              <p:cond delay="1500"/>
                            </p:stCondLst>
                            <p:childTnLst>
                              <p:par>
                                <p:cTn id="12" presetID="22" presetClass="entr" presetSubtype="4"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1750"/>
                                        <p:tgtEl>
                                          <p:spTgt spid="6"/>
                                        </p:tgtEl>
                                      </p:cBhvr>
                                    </p:animEffect>
                                  </p:childTnLst>
                                </p:cTn>
                              </p:par>
                            </p:childTnLst>
                          </p:cTn>
                        </p:par>
                        <p:par>
                          <p:cTn id="15" fill="hold">
                            <p:stCondLst>
                              <p:cond delay="3250"/>
                            </p:stCondLst>
                            <p:childTnLst>
                              <p:par>
                                <p:cTn id="16" presetID="22" presetClass="entr" presetSubtype="4"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1750"/>
                                        <p:tgtEl>
                                          <p:spTgt spid="7"/>
                                        </p:tgtEl>
                                      </p:cBhvr>
                                    </p:animEffect>
                                  </p:childTnLst>
                                </p:cTn>
                              </p:par>
                            </p:childTnLst>
                          </p:cTn>
                        </p:par>
                        <p:par>
                          <p:cTn id="19" fill="hold">
                            <p:stCondLst>
                              <p:cond delay="5000"/>
                            </p:stCondLst>
                            <p:childTnLst>
                              <p:par>
                                <p:cTn id="20" presetID="22" presetClass="entr" presetSubtype="4" fill="hold" grpId="0" nodeType="after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wipe(down)">
                                      <p:cBhvr>
                                        <p:cTn id="22" dur="1500"/>
                                        <p:tgtEl>
                                          <p:spTgt spid="8">
                                            <p:txEl>
                                              <p:pRg st="0" end="0"/>
                                            </p:txEl>
                                          </p:spTgt>
                                        </p:tgtEl>
                                      </p:cBhvr>
                                    </p:animEffect>
                                  </p:childTnLst>
                                </p:cTn>
                              </p:par>
                            </p:childTnLst>
                          </p:cTn>
                        </p:par>
                        <p:par>
                          <p:cTn id="23" fill="hold">
                            <p:stCondLst>
                              <p:cond delay="6500"/>
                            </p:stCondLst>
                            <p:childTnLst>
                              <p:par>
                                <p:cTn id="24" presetID="22" presetClass="entr" presetSubtype="4" fill="hold" grpId="0" nodeType="afterEffect">
                                  <p:stCondLst>
                                    <p:cond delay="0"/>
                                  </p:stCondLst>
                                  <p:childTnLst>
                                    <p:set>
                                      <p:cBhvr>
                                        <p:cTn id="25" dur="1" fill="hold">
                                          <p:stCondLst>
                                            <p:cond delay="0"/>
                                          </p:stCondLst>
                                        </p:cTn>
                                        <p:tgtEl>
                                          <p:spTgt spid="8">
                                            <p:txEl>
                                              <p:pRg st="1" end="1"/>
                                            </p:txEl>
                                          </p:spTgt>
                                        </p:tgtEl>
                                        <p:attrNameLst>
                                          <p:attrName>style.visibility</p:attrName>
                                        </p:attrNameLst>
                                      </p:cBhvr>
                                      <p:to>
                                        <p:strVal val="visible"/>
                                      </p:to>
                                    </p:set>
                                    <p:animEffect transition="in" filter="wipe(down)">
                                      <p:cBhvr>
                                        <p:cTn id="26" dur="1500"/>
                                        <p:tgtEl>
                                          <p:spTgt spid="8">
                                            <p:txEl>
                                              <p:pRg st="1" end="1"/>
                                            </p:txEl>
                                          </p:spTgt>
                                        </p:tgtEl>
                                      </p:cBhvr>
                                    </p:animEffect>
                                  </p:childTnLst>
                                </p:cTn>
                              </p:par>
                            </p:childTnLst>
                          </p:cTn>
                        </p:par>
                        <p:par>
                          <p:cTn id="27" fill="hold">
                            <p:stCondLst>
                              <p:cond delay="8000"/>
                            </p:stCondLst>
                            <p:childTnLst>
                              <p:par>
                                <p:cTn id="28" presetID="22" presetClass="entr" presetSubtype="4" fill="hold" grpId="0" nodeType="afterEffect">
                                  <p:stCondLst>
                                    <p:cond delay="0"/>
                                  </p:stCondLst>
                                  <p:childTnLst>
                                    <p:set>
                                      <p:cBhvr>
                                        <p:cTn id="29" dur="1" fill="hold">
                                          <p:stCondLst>
                                            <p:cond delay="0"/>
                                          </p:stCondLst>
                                        </p:cTn>
                                        <p:tgtEl>
                                          <p:spTgt spid="8">
                                            <p:txEl>
                                              <p:pRg st="2" end="2"/>
                                            </p:txEl>
                                          </p:spTgt>
                                        </p:tgtEl>
                                        <p:attrNameLst>
                                          <p:attrName>style.visibility</p:attrName>
                                        </p:attrNameLst>
                                      </p:cBhvr>
                                      <p:to>
                                        <p:strVal val="visible"/>
                                      </p:to>
                                    </p:set>
                                    <p:animEffect transition="in" filter="wipe(down)">
                                      <p:cBhvr>
                                        <p:cTn id="30" dur="1500"/>
                                        <p:tgtEl>
                                          <p:spTgt spid="8">
                                            <p:txEl>
                                              <p:pRg st="2" end="2"/>
                                            </p:txEl>
                                          </p:spTgt>
                                        </p:tgtEl>
                                      </p:cBhvr>
                                    </p:animEffect>
                                  </p:childTnLst>
                                </p:cTn>
                              </p:par>
                            </p:childTnLst>
                          </p:cTn>
                        </p:par>
                        <p:par>
                          <p:cTn id="31" fill="hold">
                            <p:stCondLst>
                              <p:cond delay="9500"/>
                            </p:stCondLst>
                            <p:childTnLst>
                              <p:par>
                                <p:cTn id="32" presetID="22" presetClass="entr" presetSubtype="4" fill="hold" grpId="0" nodeType="afterEffect">
                                  <p:stCondLst>
                                    <p:cond delay="0"/>
                                  </p:stCondLst>
                                  <p:childTnLst>
                                    <p:set>
                                      <p:cBhvr>
                                        <p:cTn id="33" dur="1" fill="hold">
                                          <p:stCondLst>
                                            <p:cond delay="0"/>
                                          </p:stCondLst>
                                        </p:cTn>
                                        <p:tgtEl>
                                          <p:spTgt spid="8">
                                            <p:txEl>
                                              <p:pRg st="3" end="3"/>
                                            </p:txEl>
                                          </p:spTgt>
                                        </p:tgtEl>
                                        <p:attrNameLst>
                                          <p:attrName>style.visibility</p:attrName>
                                        </p:attrNameLst>
                                      </p:cBhvr>
                                      <p:to>
                                        <p:strVal val="visible"/>
                                      </p:to>
                                    </p:set>
                                    <p:animEffect transition="in" filter="wipe(down)">
                                      <p:cBhvr>
                                        <p:cTn id="34" dur="1500"/>
                                        <p:tgtEl>
                                          <p:spTgt spid="8">
                                            <p:txEl>
                                              <p:pRg st="3" end="3"/>
                                            </p:txEl>
                                          </p:spTgt>
                                        </p:tgtEl>
                                      </p:cBhvr>
                                    </p:animEffect>
                                  </p:childTnLst>
                                </p:cTn>
                              </p:par>
                            </p:childTnLst>
                          </p:cTn>
                        </p:par>
                        <p:par>
                          <p:cTn id="35" fill="hold">
                            <p:stCondLst>
                              <p:cond delay="11000"/>
                            </p:stCondLst>
                            <p:childTnLst>
                              <p:par>
                                <p:cTn id="36" presetID="22" presetClass="entr" presetSubtype="4" fill="hold"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down)">
                                      <p:cBhvr>
                                        <p:cTn id="38" dur="1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animBg="1"/>
      <p:bldP spid="8"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031"/>
        <p:cNvGrpSpPr/>
        <p:nvPr/>
      </p:nvGrpSpPr>
      <p:grpSpPr>
        <a:xfrm>
          <a:off x="0" y="0"/>
          <a:ext cx="0" cy="0"/>
          <a:chOff x="0" y="0"/>
          <a:chExt cx="0" cy="0"/>
        </a:xfrm>
      </p:grpSpPr>
      <p:sp>
        <p:nvSpPr>
          <p:cNvPr id="6" name="TextBox 5"/>
          <p:cNvSpPr txBox="1"/>
          <p:nvPr/>
        </p:nvSpPr>
        <p:spPr>
          <a:xfrm>
            <a:off x="0" y="0"/>
            <a:ext cx="9144000" cy="5143499"/>
          </a:xfrm>
          <a:prstGeom prst="rect">
            <a:avLst/>
          </a:prstGeom>
          <a:solidFill>
            <a:schemeClr val="tx1">
              <a:lumMod val="50000"/>
              <a:alpha val="53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endParaRPr lang="en-US" dirty="0"/>
          </a:p>
        </p:txBody>
      </p:sp>
      <p:sp>
        <p:nvSpPr>
          <p:cNvPr id="11" name="Google Shape;3823;p67"/>
          <p:cNvSpPr txBox="1">
            <a:spLocks/>
          </p:cNvSpPr>
          <p:nvPr/>
        </p:nvSpPr>
        <p:spPr>
          <a:xfrm>
            <a:off x="1966337" y="48355"/>
            <a:ext cx="5211325" cy="70617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400"/>
              <a:buFont typeface="Space Grotesk"/>
              <a:buNone/>
              <a:defRPr sz="3400" b="0" i="0" u="none" strike="noStrike" cap="none">
                <a:solidFill>
                  <a:schemeClr val="lt1"/>
                </a:solidFill>
                <a:latin typeface="Space Grotesk"/>
                <a:ea typeface="Space Grotesk"/>
                <a:cs typeface="Space Grotesk"/>
                <a:sym typeface="Space Grotesk"/>
              </a:defRPr>
            </a:lvl1pPr>
            <a:lvl2pPr marR="0" lvl="1"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2pPr>
            <a:lvl3pPr marR="0" lvl="2"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3pPr>
            <a:lvl4pPr marR="0" lvl="3"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4pPr>
            <a:lvl5pPr marR="0" lvl="4"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5pPr>
            <a:lvl6pPr marR="0" lvl="5"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6pPr>
            <a:lvl7pPr marR="0" lvl="6"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7pPr>
            <a:lvl8pPr marR="0" lvl="7"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8pPr>
            <a:lvl9pPr marR="0" lvl="8" algn="l" rtl="0">
              <a:lnSpc>
                <a:spcPct val="100000"/>
              </a:lnSpc>
              <a:spcBef>
                <a:spcPts val="0"/>
              </a:spcBef>
              <a:spcAft>
                <a:spcPts val="0"/>
              </a:spcAft>
              <a:buClr>
                <a:schemeClr val="dk1"/>
              </a:buClr>
              <a:buSzPts val="2400"/>
              <a:buFont typeface="Space Grotesk"/>
              <a:buNone/>
              <a:defRPr sz="2400" b="0" i="0" u="none" strike="noStrike" cap="none">
                <a:solidFill>
                  <a:schemeClr val="dk1"/>
                </a:solidFill>
                <a:latin typeface="Space Grotesk"/>
                <a:ea typeface="Space Grotesk"/>
                <a:cs typeface="Space Grotesk"/>
                <a:sym typeface="Space Grotesk"/>
              </a:defRPr>
            </a:lvl9pPr>
          </a:lstStyle>
          <a:p>
            <a:pPr algn="ctr">
              <a:buClr>
                <a:schemeClr val="dk1"/>
              </a:buClr>
              <a:buSzPts val="1100"/>
              <a:buFont typeface="Arial"/>
              <a:buNone/>
            </a:pPr>
            <a:r>
              <a:rPr lang="en-US" b="1" dirty="0" smtClean="0">
                <a:effectLst>
                  <a:outerShdw blurRad="38100" dist="38100" dir="2700000" algn="tl">
                    <a:srgbClr val="000000">
                      <a:alpha val="43137"/>
                    </a:srgbClr>
                  </a:outerShdw>
                </a:effectLst>
                <a:latin typeface="Montserrat"/>
                <a:ea typeface="Montserrat"/>
                <a:cs typeface="Montserrat"/>
                <a:sym typeface="Montserrat"/>
              </a:rPr>
              <a:t>Acknowledgement </a:t>
            </a:r>
            <a:endParaRPr lang="en-US" dirty="0">
              <a:effectLst>
                <a:outerShdw blurRad="38100" dist="38100" dir="2700000" algn="tl">
                  <a:srgbClr val="000000">
                    <a:alpha val="43137"/>
                  </a:srgbClr>
                </a:outerShdw>
              </a:effectLst>
            </a:endParaRPr>
          </a:p>
        </p:txBody>
      </p:sp>
      <p:sp>
        <p:nvSpPr>
          <p:cNvPr id="13" name="TextBox 12"/>
          <p:cNvSpPr txBox="1"/>
          <p:nvPr/>
        </p:nvSpPr>
        <p:spPr>
          <a:xfrm>
            <a:off x="2930484" y="754527"/>
            <a:ext cx="3283027" cy="369332"/>
          </a:xfrm>
          <a:prstGeom prst="rect">
            <a:avLst/>
          </a:prstGeom>
          <a:noFill/>
        </p:spPr>
        <p:txBody>
          <a:bodyPr wrap="square" rtlCol="0">
            <a:spAutoFit/>
          </a:bodyPr>
          <a:lstStyle/>
          <a:p>
            <a:r>
              <a:rPr lang="en-US" sz="1800" b="1" dirty="0">
                <a:solidFill>
                  <a:schemeClr val="bg1"/>
                </a:solidFill>
                <a:latin typeface="Montserrat" panose="020B0604020202020204" charset="0"/>
              </a:rPr>
              <a:t>With Profound </a:t>
            </a:r>
            <a:r>
              <a:rPr lang="en-US" sz="1800" b="1" dirty="0" smtClean="0">
                <a:solidFill>
                  <a:schemeClr val="bg1"/>
                </a:solidFill>
                <a:latin typeface="Montserrat" panose="020B0604020202020204" charset="0"/>
              </a:rPr>
              <a:t>Gratitude</a:t>
            </a:r>
            <a:endParaRPr lang="en-US" sz="1800" b="1" dirty="0">
              <a:solidFill>
                <a:schemeClr val="bg1"/>
              </a:solidFill>
              <a:latin typeface="Montserrat" panose="020B0604020202020204" charset="0"/>
            </a:endParaRPr>
          </a:p>
        </p:txBody>
      </p:sp>
      <p:sp>
        <p:nvSpPr>
          <p:cNvPr id="14" name="TextBox 13"/>
          <p:cNvSpPr txBox="1"/>
          <p:nvPr/>
        </p:nvSpPr>
        <p:spPr>
          <a:xfrm>
            <a:off x="2710146" y="994546"/>
            <a:ext cx="3723701" cy="835485"/>
          </a:xfrm>
          <a:prstGeom prst="rect">
            <a:avLst/>
          </a:prstGeom>
          <a:noFill/>
        </p:spPr>
        <p:txBody>
          <a:bodyPr wrap="square" rtlCol="0">
            <a:spAutoFit/>
          </a:bodyPr>
          <a:lstStyle/>
          <a:p>
            <a:pPr>
              <a:lnSpc>
                <a:spcPct val="150000"/>
              </a:lnSpc>
            </a:pPr>
            <a:r>
              <a:rPr lang="en-US" sz="1800" b="1" dirty="0">
                <a:solidFill>
                  <a:schemeClr val="bg1"/>
                </a:solidFill>
                <a:latin typeface="Montserrat" panose="020B0604020202020204" charset="0"/>
              </a:rPr>
              <a:t>To My Esteemed Supervisor</a:t>
            </a:r>
          </a:p>
          <a:p>
            <a:pPr algn="ctr">
              <a:lnSpc>
                <a:spcPct val="150000"/>
              </a:lnSpc>
            </a:pPr>
            <a:r>
              <a:rPr lang="en-US" sz="1600" b="1" dirty="0">
                <a:solidFill>
                  <a:srgbClr val="FFFF00"/>
                </a:solidFill>
                <a:latin typeface="Montserrat" panose="020B0604020202020204" charset="0"/>
              </a:rPr>
              <a:t>Sir Faisal </a:t>
            </a:r>
            <a:r>
              <a:rPr lang="en-US" sz="1600" b="1" dirty="0" err="1" smtClean="0">
                <a:solidFill>
                  <a:srgbClr val="FFFF00"/>
                </a:solidFill>
                <a:latin typeface="Montserrat" panose="020B0604020202020204" charset="0"/>
              </a:rPr>
              <a:t>Hafeez</a:t>
            </a:r>
            <a:endParaRPr lang="en-US" sz="1600" dirty="0">
              <a:solidFill>
                <a:srgbClr val="FFFF00"/>
              </a:solidFill>
              <a:latin typeface="Montserrat" panose="020B0604020202020204" charset="0"/>
            </a:endParaRPr>
          </a:p>
        </p:txBody>
      </p:sp>
      <p:sp>
        <p:nvSpPr>
          <p:cNvPr id="3" name="TextBox 2"/>
          <p:cNvSpPr txBox="1"/>
          <p:nvPr/>
        </p:nvSpPr>
        <p:spPr>
          <a:xfrm>
            <a:off x="850897" y="1830031"/>
            <a:ext cx="7442200" cy="3216265"/>
          </a:xfrm>
          <a:prstGeom prst="rect">
            <a:avLst/>
          </a:prstGeom>
          <a:noFill/>
        </p:spPr>
        <p:txBody>
          <a:bodyPr wrap="square" rtlCol="0">
            <a:spAutoFit/>
          </a:bodyPr>
          <a:lstStyle/>
          <a:p>
            <a:pPr algn="ctr">
              <a:lnSpc>
                <a:spcPct val="150000"/>
              </a:lnSpc>
            </a:pPr>
            <a:r>
              <a:rPr lang="en-US" dirty="0">
                <a:solidFill>
                  <a:schemeClr val="bg1"/>
                </a:solidFill>
              </a:rPr>
              <a:t>Your unwavering guidance and expert mentorship have been the cornerstone of this project's success. Your insightful feedback transformed technical challenges into valuable learning experiences, while your emphasis on excellence inspired me to push beyond limits. Thank you for being more than a supervisor , a mentor who shaped not just this project but my entire approach to problem-solving and professional growth.</a:t>
            </a:r>
          </a:p>
          <a:p>
            <a:pPr algn="ctr">
              <a:lnSpc>
                <a:spcPct val="150000"/>
              </a:lnSpc>
            </a:pPr>
            <a:r>
              <a:rPr lang="en-US" b="1" dirty="0">
                <a:solidFill>
                  <a:srgbClr val="FFFF00"/>
                </a:solidFill>
              </a:rPr>
              <a:t>With deepest respect and appreciation</a:t>
            </a:r>
          </a:p>
          <a:p>
            <a:pPr algn="ctr">
              <a:lnSpc>
                <a:spcPct val="150000"/>
              </a:lnSpc>
            </a:pPr>
            <a:r>
              <a:rPr lang="en-US" b="1" dirty="0">
                <a:solidFill>
                  <a:schemeClr val="bg1"/>
                </a:solidFill>
              </a:rPr>
              <a:t>Alina </a:t>
            </a:r>
            <a:r>
              <a:rPr lang="en-US" b="1" dirty="0" err="1">
                <a:solidFill>
                  <a:schemeClr val="bg1"/>
                </a:solidFill>
              </a:rPr>
              <a:t>Liaquat</a:t>
            </a:r>
            <a:r>
              <a:rPr lang="en-US" dirty="0">
                <a:solidFill>
                  <a:schemeClr val="bg1"/>
                </a:solidFill>
              </a:rPr>
              <a:t/>
            </a:r>
            <a:br>
              <a:rPr lang="en-US" dirty="0">
                <a:solidFill>
                  <a:schemeClr val="bg1"/>
                </a:solidFill>
              </a:rPr>
            </a:br>
            <a:r>
              <a:rPr lang="en-US" i="1" dirty="0">
                <a:solidFill>
                  <a:schemeClr val="bg1"/>
                </a:solidFill>
              </a:rPr>
              <a:t>Roll No: BSCSM-A-23-19</a:t>
            </a:r>
            <a:r>
              <a:rPr lang="en-US" dirty="0">
                <a:solidFill>
                  <a:schemeClr val="bg1"/>
                </a:solidFill>
              </a:rPr>
              <a:t/>
            </a:r>
            <a:br>
              <a:rPr lang="en-US" dirty="0">
                <a:solidFill>
                  <a:schemeClr val="bg1"/>
                </a:solidFill>
              </a:rPr>
            </a:br>
            <a:r>
              <a:rPr lang="en-US" i="1" dirty="0">
                <a:solidFill>
                  <a:schemeClr val="bg1"/>
                </a:solidFill>
              </a:rPr>
              <a:t>Department of Computer Science</a:t>
            </a:r>
            <a:endParaRPr lang="en-US" dirty="0">
              <a:solidFill>
                <a:schemeClr val="bg1"/>
              </a:solidFill>
            </a:endParaRPr>
          </a:p>
          <a:p>
            <a:endParaRPr lang="en-US" dirty="0"/>
          </a:p>
        </p:txBody>
      </p:sp>
    </p:spTree>
    <p:extLst>
      <p:ext uri="{BB962C8B-B14F-4D97-AF65-F5344CB8AC3E}">
        <p14:creationId xmlns:p14="http://schemas.microsoft.com/office/powerpoint/2010/main" val="3354797162"/>
      </p:ext>
    </p:extLst>
  </p:cSld>
  <p:clrMapOvr>
    <a:masterClrMapping/>
  </p:clrMapOvr>
  <mc:AlternateContent xmlns:mc="http://schemas.openxmlformats.org/markup-compatibility/2006" xmlns:p14="http://schemas.microsoft.com/office/powerpoint/2010/main">
    <mc:Choice Requires="p14">
      <p:transition spd="slow" p14:dur="2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10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1250"/>
                                        <p:tgtEl>
                                          <p:spTgt spid="11"/>
                                        </p:tgtEl>
                                      </p:cBhvr>
                                    </p:animEffect>
                                  </p:childTnLst>
                                </p:cTn>
                              </p:par>
                            </p:childTnLst>
                          </p:cTn>
                        </p:par>
                        <p:par>
                          <p:cTn id="11" fill="hold">
                            <p:stCondLst>
                              <p:cond delay="1250"/>
                            </p:stCondLst>
                            <p:childTnLst>
                              <p:par>
                                <p:cTn id="12" presetID="22" presetClass="entr" presetSubtype="4"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down)">
                                      <p:cBhvr>
                                        <p:cTn id="14" dur="1250"/>
                                        <p:tgtEl>
                                          <p:spTgt spid="13"/>
                                        </p:tgtEl>
                                      </p:cBhvr>
                                    </p:animEffect>
                                  </p:childTnLst>
                                </p:cTn>
                              </p:par>
                            </p:childTnLst>
                          </p:cTn>
                        </p:par>
                        <p:par>
                          <p:cTn id="15" fill="hold">
                            <p:stCondLst>
                              <p:cond delay="2500"/>
                            </p:stCondLst>
                            <p:childTnLst>
                              <p:par>
                                <p:cTn id="16" presetID="22" presetClass="entr" presetSubtype="4" fill="hold" grpId="0" nodeType="after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down)">
                                      <p:cBhvr>
                                        <p:cTn id="18" dur="1500"/>
                                        <p:tgtEl>
                                          <p:spTgt spid="14"/>
                                        </p:tgtEl>
                                      </p:cBhvr>
                                    </p:animEffect>
                                  </p:childTnLst>
                                </p:cTn>
                              </p:par>
                            </p:childTnLst>
                          </p:cTn>
                        </p:par>
                        <p:par>
                          <p:cTn id="19" fill="hold">
                            <p:stCondLst>
                              <p:cond delay="4000"/>
                            </p:stCondLst>
                            <p:childTnLst>
                              <p:par>
                                <p:cTn id="20" presetID="22" presetClass="entr" presetSubtype="4" fill="hold" grpId="0" nodeType="after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1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p:bldP spid="13" grpId="0"/>
      <p:bldP spid="14"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22"/>
        <p:cNvGrpSpPr/>
        <p:nvPr/>
      </p:nvGrpSpPr>
      <p:grpSpPr>
        <a:xfrm>
          <a:off x="0" y="0"/>
          <a:ext cx="0" cy="0"/>
          <a:chOff x="0" y="0"/>
          <a:chExt cx="0" cy="0"/>
        </a:xfrm>
      </p:grpSpPr>
      <p:sp>
        <p:nvSpPr>
          <p:cNvPr id="4" name="Rectangle 3"/>
          <p:cNvSpPr/>
          <p:nvPr/>
        </p:nvSpPr>
        <p:spPr>
          <a:xfrm>
            <a:off x="0" y="0"/>
            <a:ext cx="9144000" cy="5143500"/>
          </a:xfrm>
          <a:prstGeom prst="rect">
            <a:avLst/>
          </a:prstGeom>
          <a:blipFill dpi="0" rotWithShape="1">
            <a:blip r:embed="rId3">
              <a:alphaModFix amt="60000"/>
            </a:blip>
            <a:srcRect/>
            <a:stretch>
              <a:fillRect l="-11389" t="38" r="-16138" b="-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0" y="0"/>
            <a:ext cx="9144000" cy="5143499"/>
          </a:xfrm>
          <a:prstGeom prst="rect">
            <a:avLst/>
          </a:prstGeom>
          <a:solidFill>
            <a:schemeClr val="bg2">
              <a:lumMod val="50000"/>
              <a:alpha val="34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endParaRPr lang="en-US" dirty="0"/>
          </a:p>
        </p:txBody>
      </p:sp>
      <p:sp>
        <p:nvSpPr>
          <p:cNvPr id="8" name="TextBox 7"/>
          <p:cNvSpPr txBox="1"/>
          <p:nvPr/>
        </p:nvSpPr>
        <p:spPr>
          <a:xfrm>
            <a:off x="2864386" y="143158"/>
            <a:ext cx="3873806" cy="461665"/>
          </a:xfrm>
          <a:prstGeom prst="rect">
            <a:avLst/>
          </a:prstGeom>
          <a:noFill/>
        </p:spPr>
        <p:txBody>
          <a:bodyPr wrap="square" rtlCol="0">
            <a:spAutoFit/>
          </a:bodyPr>
          <a:lstStyle/>
          <a:p>
            <a:r>
              <a:rPr lang="en-US" sz="2400" b="1" dirty="0">
                <a:solidFill>
                  <a:srgbClr val="FFFF00"/>
                </a:solidFill>
              </a:rPr>
              <a:t>PROBLEM STATEMENT</a:t>
            </a:r>
          </a:p>
        </p:txBody>
      </p:sp>
      <p:sp>
        <p:nvSpPr>
          <p:cNvPr id="11" name="TextBox 10"/>
          <p:cNvSpPr txBox="1"/>
          <p:nvPr/>
        </p:nvSpPr>
        <p:spPr>
          <a:xfrm>
            <a:off x="2405809" y="604823"/>
            <a:ext cx="4332383" cy="307777"/>
          </a:xfrm>
          <a:prstGeom prst="rect">
            <a:avLst/>
          </a:prstGeom>
          <a:noFill/>
        </p:spPr>
        <p:txBody>
          <a:bodyPr wrap="square" rtlCol="0">
            <a:spAutoFit/>
          </a:bodyPr>
          <a:lstStyle/>
          <a:p>
            <a:pPr algn="ctr"/>
            <a:r>
              <a:rPr lang="en-US" b="1" dirty="0">
                <a:solidFill>
                  <a:srgbClr val="FFFF00"/>
                </a:solidFill>
              </a:rPr>
              <a:t>THE SILENT EPIDEMIC IN HEALTHCARE</a:t>
            </a:r>
          </a:p>
        </p:txBody>
      </p:sp>
      <p:sp>
        <p:nvSpPr>
          <p:cNvPr id="12" name="TextBox 11"/>
          <p:cNvSpPr txBox="1"/>
          <p:nvPr/>
        </p:nvSpPr>
        <p:spPr>
          <a:xfrm>
            <a:off x="2934158" y="908379"/>
            <a:ext cx="3275684" cy="307777"/>
          </a:xfrm>
          <a:prstGeom prst="rect">
            <a:avLst/>
          </a:prstGeom>
          <a:noFill/>
        </p:spPr>
        <p:txBody>
          <a:bodyPr wrap="square" rtlCol="0">
            <a:spAutoFit/>
          </a:bodyPr>
          <a:lstStyle/>
          <a:p>
            <a:pPr algn="ctr"/>
            <a:r>
              <a:rPr lang="en-US" b="1" dirty="0">
                <a:solidFill>
                  <a:srgbClr val="FFFF00"/>
                </a:solidFill>
              </a:rPr>
              <a:t>Medication Errors: A Global Crisis</a:t>
            </a:r>
          </a:p>
        </p:txBody>
      </p:sp>
      <p:sp>
        <p:nvSpPr>
          <p:cNvPr id="13" name="TextBox 12"/>
          <p:cNvSpPr txBox="1"/>
          <p:nvPr/>
        </p:nvSpPr>
        <p:spPr>
          <a:xfrm>
            <a:off x="1856309" y="1374265"/>
            <a:ext cx="5431381" cy="2123658"/>
          </a:xfrm>
          <a:prstGeom prst="rect">
            <a:avLst/>
          </a:prstGeom>
          <a:noFill/>
        </p:spPr>
        <p:txBody>
          <a:bodyPr wrap="square" rtlCol="0">
            <a:spAutoFit/>
          </a:bodyPr>
          <a:lstStyle/>
          <a:p>
            <a:pPr algn="ctr"/>
            <a:r>
              <a:rPr lang="en-US" dirty="0" smtClean="0">
                <a:solidFill>
                  <a:schemeClr val="bg1"/>
                </a:solidFill>
              </a:rPr>
              <a:t>A </a:t>
            </a:r>
            <a:r>
              <a:rPr lang="en-US" dirty="0">
                <a:solidFill>
                  <a:schemeClr val="bg1"/>
                </a:solidFill>
              </a:rPr>
              <a:t>medication error is </a:t>
            </a:r>
            <a:r>
              <a:rPr lang="en-US" sz="1600" dirty="0">
                <a:solidFill>
                  <a:schemeClr val="bg1"/>
                </a:solidFill>
              </a:rPr>
              <a:t>any preventable mistake during prescribing, preparing, dispensing, </a:t>
            </a:r>
            <a:r>
              <a:rPr lang="en-US" sz="1600" dirty="0" smtClean="0">
                <a:solidFill>
                  <a:schemeClr val="bg1"/>
                </a:solidFill>
              </a:rPr>
              <a:t>administering or </a:t>
            </a:r>
            <a:r>
              <a:rPr lang="en-US" sz="1600" dirty="0">
                <a:solidFill>
                  <a:schemeClr val="bg1"/>
                </a:solidFill>
              </a:rPr>
              <a:t>monitoring medications that can cause patient harm</a:t>
            </a:r>
            <a:r>
              <a:rPr lang="en-US" dirty="0">
                <a:solidFill>
                  <a:schemeClr val="bg1"/>
                </a:solidFill>
              </a:rPr>
              <a:t>, ranging from mild injury to severe complications or death, and can occur due to system failures or human factors like fatigue, impacting the right drug, dose, patient, or time. These errors are a major cause of preventable patient harm, often stemming from poor communication, complex processes, or environmental issues, costing healthcare systems billions annually</a:t>
            </a:r>
            <a:r>
              <a:rPr lang="en-US" dirty="0"/>
              <a:t>. </a:t>
            </a:r>
            <a:endParaRPr lang="en-US" sz="1600" dirty="0" smtClean="0">
              <a:solidFill>
                <a:schemeClr val="bg1"/>
              </a:solidFill>
            </a:endParaRPr>
          </a:p>
        </p:txBody>
      </p:sp>
      <p:pic>
        <p:nvPicPr>
          <p:cNvPr id="9" name="Picture 8"/>
          <p:cNvPicPr>
            <a:picLocks noChangeAspect="1"/>
          </p:cNvPicPr>
          <p:nvPr/>
        </p:nvPicPr>
        <p:blipFill rotWithShape="1">
          <a:blip r:embed="rId4">
            <a:extLst>
              <a:ext uri="{28A0092B-C50C-407E-A947-70E740481C1C}">
                <a14:useLocalDpi xmlns:a14="http://schemas.microsoft.com/office/drawing/2010/main" val="0"/>
              </a:ext>
            </a:extLst>
          </a:blip>
          <a:srcRect l="14578" r="-7167" b="-6975"/>
          <a:stretch/>
        </p:blipFill>
        <p:spPr>
          <a:xfrm>
            <a:off x="3200399" y="3640737"/>
            <a:ext cx="2743200" cy="1645920"/>
          </a:xfrm>
          <a:prstGeom prst="rect">
            <a:avLst/>
          </a:prstGeom>
          <a:ln>
            <a:noFill/>
          </a:ln>
          <a:effectLst>
            <a:softEdge rad="112500"/>
          </a:effectLst>
        </p:spPr>
      </p:pic>
    </p:spTree>
    <p:extLst>
      <p:ext uri="{BB962C8B-B14F-4D97-AF65-F5344CB8AC3E}">
        <p14:creationId xmlns:p14="http://schemas.microsoft.com/office/powerpoint/2010/main" val="4138000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500"/>
                                        <p:tgtEl>
                                          <p:spTgt spid="4"/>
                                        </p:tgtEl>
                                      </p:cBhvr>
                                    </p:animEffect>
                                  </p:childTnLst>
                                </p:cTn>
                              </p:par>
                            </p:childTnLst>
                          </p:cTn>
                        </p:par>
                        <p:par>
                          <p:cTn id="8" fill="hold">
                            <p:stCondLst>
                              <p:cond delay="1500"/>
                            </p:stCondLst>
                            <p:childTnLst>
                              <p:par>
                                <p:cTn id="9" presetID="2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1000"/>
                                        <p:tgtEl>
                                          <p:spTgt spid="6"/>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down)">
                                      <p:cBhvr>
                                        <p:cTn id="14" dur="1750"/>
                                        <p:tgtEl>
                                          <p:spTgt spid="8"/>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1500"/>
                                        <p:tgtEl>
                                          <p:spTgt spid="11"/>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down)">
                                      <p:cBhvr>
                                        <p:cTn id="20" dur="1750"/>
                                        <p:tgtEl>
                                          <p:spTgt spid="12"/>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down)">
                                      <p:cBhvr>
                                        <p:cTn id="23" dur="1750"/>
                                        <p:tgtEl>
                                          <p:spTgt spid="13"/>
                                        </p:tgtEl>
                                      </p:cBhvr>
                                    </p:animEffect>
                                  </p:childTnLst>
                                </p:cTn>
                              </p:par>
                            </p:childTnLst>
                          </p:cTn>
                        </p:par>
                        <p:par>
                          <p:cTn id="24" fill="hold">
                            <p:stCondLst>
                              <p:cond delay="3250"/>
                            </p:stCondLst>
                            <p:childTnLst>
                              <p:par>
                                <p:cTn id="25" presetID="26" presetClass="emph" presetSubtype="0" fill="hold" nodeType="afterEffect">
                                  <p:stCondLst>
                                    <p:cond delay="0"/>
                                  </p:stCondLst>
                                  <p:childTnLst>
                                    <p:animEffect transition="out" filter="fade">
                                      <p:cBhvr>
                                        <p:cTn id="26" dur="7250" tmFilter="0, 0; .2, .5; .8, .5; 1, 0"/>
                                        <p:tgtEl>
                                          <p:spTgt spid="9"/>
                                        </p:tgtEl>
                                      </p:cBhvr>
                                    </p:animEffect>
                                    <p:animScale>
                                      <p:cBhvr>
                                        <p:cTn id="27" dur="3625" autoRev="1" fill="hold"/>
                                        <p:tgtEl>
                                          <p:spTgt spid="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p:bldP spid="11" grpId="0"/>
      <p:bldP spid="12"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22"/>
        <p:cNvGrpSpPr/>
        <p:nvPr/>
      </p:nvGrpSpPr>
      <p:grpSpPr>
        <a:xfrm>
          <a:off x="0" y="0"/>
          <a:ext cx="0" cy="0"/>
          <a:chOff x="0" y="0"/>
          <a:chExt cx="0" cy="0"/>
        </a:xfrm>
      </p:grpSpPr>
      <p:sp>
        <p:nvSpPr>
          <p:cNvPr id="4" name="Rectangle 3"/>
          <p:cNvSpPr/>
          <p:nvPr/>
        </p:nvSpPr>
        <p:spPr>
          <a:xfrm>
            <a:off x="0" y="0"/>
            <a:ext cx="9144000" cy="5143500"/>
          </a:xfrm>
          <a:prstGeom prst="rect">
            <a:avLst/>
          </a:prstGeom>
          <a:blipFill dpi="0" rotWithShape="1">
            <a:blip r:embed="rId3">
              <a:alphaModFix amt="60000"/>
            </a:blip>
            <a:srcRect/>
            <a:stretch>
              <a:fillRect l="-11389" t="38" r="-16138" b="-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4"/>
          <a:stretch>
            <a:fillRect/>
          </a:stretch>
        </p:blipFill>
        <p:spPr>
          <a:xfrm>
            <a:off x="172531" y="959292"/>
            <a:ext cx="4980435" cy="322491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Picture 7"/>
          <p:cNvPicPr>
            <a:picLocks noChangeAspect="1"/>
          </p:cNvPicPr>
          <p:nvPr/>
        </p:nvPicPr>
        <p:blipFill>
          <a:blip r:embed="rId5"/>
          <a:stretch>
            <a:fillRect/>
          </a:stretch>
        </p:blipFill>
        <p:spPr>
          <a:xfrm>
            <a:off x="5325497" y="959292"/>
            <a:ext cx="3724859" cy="322491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TextBox 1"/>
          <p:cNvSpPr txBox="1"/>
          <p:nvPr/>
        </p:nvSpPr>
        <p:spPr>
          <a:xfrm>
            <a:off x="2155751" y="156481"/>
            <a:ext cx="4832498" cy="646331"/>
          </a:xfrm>
          <a:prstGeom prst="rect">
            <a:avLst/>
          </a:prstGeom>
          <a:noFill/>
        </p:spPr>
        <p:txBody>
          <a:bodyPr wrap="square" rtlCol="0">
            <a:spAutoFit/>
          </a:bodyPr>
          <a:lstStyle/>
          <a:p>
            <a:pPr algn="ctr"/>
            <a:r>
              <a:rPr lang="en-US" sz="1800" b="1" dirty="0" smtClean="0">
                <a:solidFill>
                  <a:schemeClr val="bg1">
                    <a:lumMod val="85000"/>
                  </a:schemeClr>
                </a:solidFill>
                <a:effectLst>
                  <a:outerShdw blurRad="38100" dist="38100" dir="2700000" algn="tl">
                    <a:srgbClr val="000000">
                      <a:alpha val="43137"/>
                    </a:srgbClr>
                  </a:outerShdw>
                </a:effectLst>
              </a:rPr>
              <a:t>WHO REPORT ABOUT MEDICATION ERROR</a:t>
            </a:r>
            <a:endParaRPr lang="en-US" sz="1800" b="1" dirty="0">
              <a:solidFill>
                <a:schemeClr val="bg1">
                  <a:lumMod val="8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491502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500"/>
                                        <p:tgtEl>
                                          <p:spTgt spid="4"/>
                                        </p:tgtEl>
                                      </p:cBhvr>
                                    </p:animEffect>
                                  </p:childTnLst>
                                </p:cTn>
                              </p:par>
                              <p:par>
                                <p:cTn id="8" presetID="26" presetClass="emph" presetSubtype="0" fill="hold" nodeType="withEffect">
                                  <p:stCondLst>
                                    <p:cond delay="0"/>
                                  </p:stCondLst>
                                  <p:childTnLst>
                                    <p:animEffect transition="out" filter="fade">
                                      <p:cBhvr>
                                        <p:cTn id="9" dur="3000" tmFilter="0, 0; .2, .5; .8, .5; 1, 0"/>
                                        <p:tgtEl>
                                          <p:spTgt spid="7"/>
                                        </p:tgtEl>
                                      </p:cBhvr>
                                    </p:animEffect>
                                    <p:animScale>
                                      <p:cBhvr>
                                        <p:cTn id="10" dur="1500" autoRev="1" fill="hold"/>
                                        <p:tgtEl>
                                          <p:spTgt spid="7"/>
                                        </p:tgtEl>
                                      </p:cBhvr>
                                      <p:by x="105000" y="105000"/>
                                    </p:animScale>
                                  </p:childTnLst>
                                </p:cTn>
                              </p:par>
                            </p:childTnLst>
                          </p:cTn>
                        </p:par>
                        <p:par>
                          <p:cTn id="11" fill="hold">
                            <p:stCondLst>
                              <p:cond delay="3000"/>
                            </p:stCondLst>
                            <p:childTnLst>
                              <p:par>
                                <p:cTn id="12" presetID="26" presetClass="emph" presetSubtype="0" fill="hold" nodeType="afterEffect">
                                  <p:stCondLst>
                                    <p:cond delay="0"/>
                                  </p:stCondLst>
                                  <p:childTnLst>
                                    <p:animEffect transition="out" filter="fade">
                                      <p:cBhvr>
                                        <p:cTn id="13" dur="4500" tmFilter="0, 0; .2, .5; .8, .5; 1, 0"/>
                                        <p:tgtEl>
                                          <p:spTgt spid="8"/>
                                        </p:tgtEl>
                                      </p:cBhvr>
                                    </p:animEffect>
                                    <p:animScale>
                                      <p:cBhvr>
                                        <p:cTn id="14" dur="2250" autoRev="1" fill="hold"/>
                                        <p:tgtEl>
                                          <p:spTgt spid="8"/>
                                        </p:tgtEl>
                                      </p:cBhvr>
                                      <p:by x="105000" y="105000"/>
                                    </p:animScale>
                                  </p:childTnLst>
                                </p:cTn>
                              </p:par>
                              <p:par>
                                <p:cTn id="15" presetID="22" presetClass="entr" presetSubtype="4"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1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822"/>
        <p:cNvGrpSpPr/>
        <p:nvPr/>
      </p:nvGrpSpPr>
      <p:grpSpPr>
        <a:xfrm>
          <a:off x="0" y="0"/>
          <a:ext cx="0" cy="0"/>
          <a:chOff x="0" y="0"/>
          <a:chExt cx="0" cy="0"/>
        </a:xfrm>
      </p:grpSpPr>
      <p:sp>
        <p:nvSpPr>
          <p:cNvPr id="4" name="Rectangle 3"/>
          <p:cNvSpPr/>
          <p:nvPr/>
        </p:nvSpPr>
        <p:spPr>
          <a:xfrm>
            <a:off x="0" y="0"/>
            <a:ext cx="9144000" cy="5143500"/>
          </a:xfrm>
          <a:prstGeom prst="rect">
            <a:avLst/>
          </a:prstGeom>
          <a:blipFill dpi="0" rotWithShape="1">
            <a:blip r:embed="rId3">
              <a:alphaModFix amt="64000"/>
            </a:blip>
            <a:srcRect/>
            <a:stretch>
              <a:fillRect l="-11389" t="38" r="-16138" b="-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hlinkClick r:id="rId4"/>
          </p:cNvPr>
          <p:cNvPicPr>
            <a:picLocks noChangeAspect="1"/>
          </p:cNvPicPr>
          <p:nvPr/>
        </p:nvPicPr>
        <p:blipFill>
          <a:blip r:embed="rId5">
            <a:grayscl/>
            <a:extLst>
              <a:ext uri="{BEBA8EAE-BF5A-486C-A8C5-ECC9F3942E4B}">
                <a14:imgProps xmlns:a14="http://schemas.microsoft.com/office/drawing/2010/main">
                  <a14:imgLayer r:embed="rId6">
                    <a14:imgEffect>
                      <a14:colorTemperature colorTemp="4700"/>
                    </a14:imgEffect>
                  </a14:imgLayer>
                </a14:imgProps>
              </a:ext>
            </a:extLst>
          </a:blip>
          <a:stretch>
            <a:fillRect/>
          </a:stretch>
        </p:blipFill>
        <p:spPr>
          <a:xfrm>
            <a:off x="1980282" y="1168723"/>
            <a:ext cx="5203712" cy="3204973"/>
          </a:xfrm>
          <a:prstGeom prst="rect">
            <a:avLst/>
          </a:prstGeom>
          <a:ln w="38100" cap="sq">
            <a:solidFill>
              <a:schemeClr val="bg1">
                <a:lumMod val="65000"/>
              </a:schemeClr>
            </a:solidFill>
            <a:prstDash val="solid"/>
            <a:miter lim="800000"/>
          </a:ln>
          <a:effectLst>
            <a:outerShdw blurRad="50800" dist="38100" dir="2700000" algn="tl" rotWithShape="0">
              <a:srgbClr val="000000">
                <a:alpha val="43000"/>
              </a:srgbClr>
            </a:outerShdw>
          </a:effectLst>
        </p:spPr>
      </p:pic>
      <p:sp>
        <p:nvSpPr>
          <p:cNvPr id="3" name="TextBox 2"/>
          <p:cNvSpPr txBox="1"/>
          <p:nvPr/>
        </p:nvSpPr>
        <p:spPr>
          <a:xfrm>
            <a:off x="1980282" y="690184"/>
            <a:ext cx="5183436" cy="307777"/>
          </a:xfrm>
          <a:prstGeom prst="rect">
            <a:avLst/>
          </a:prstGeom>
          <a:noFill/>
        </p:spPr>
        <p:txBody>
          <a:bodyPr wrap="square" rtlCol="0">
            <a:spAutoFit/>
          </a:bodyPr>
          <a:lstStyle/>
          <a:p>
            <a:pPr algn="ctr"/>
            <a:r>
              <a:rPr lang="en-US" dirty="0" smtClean="0">
                <a:ln w="0"/>
                <a:solidFill>
                  <a:schemeClr val="bg1"/>
                </a:solidFill>
                <a:effectLst>
                  <a:outerShdw blurRad="38100" dist="25400" dir="5400000" algn="ctr" rotWithShape="0">
                    <a:srgbClr val="6E747A">
                      <a:alpha val="43000"/>
                    </a:srgbClr>
                  </a:outerShdw>
                </a:effectLst>
              </a:rPr>
              <a:t>https://uppsalareports.org/deep-dive/medication-errors</a:t>
            </a:r>
            <a:endParaRPr lang="en-US" dirty="0">
              <a:ln w="0"/>
              <a:solidFill>
                <a:schemeClr val="bg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540732550"/>
      </p:ext>
    </p:extLst>
  </p:cSld>
  <p:clrMapOvr>
    <a:masterClrMapping/>
  </p:clrMapOvr>
  <mc:AlternateContent xmlns:mc="http://schemas.openxmlformats.org/markup-compatibility/2006" xmlns:p14="http://schemas.microsoft.com/office/powerpoint/2010/main">
    <mc:Choice Requires="p14">
      <p:transition spd="slow" p14:dur="2000">
        <p:wipe/>
      </p:transition>
    </mc:Choice>
    <mc:Fallback xmlns="">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500"/>
                                        <p:tgtEl>
                                          <p:spTgt spid="4"/>
                                        </p:tgtEl>
                                      </p:cBhvr>
                                    </p:animEffect>
                                  </p:childTnLst>
                                </p:cTn>
                              </p:par>
                            </p:childTnLst>
                          </p:cTn>
                        </p:par>
                        <p:par>
                          <p:cTn id="8" fill="hold">
                            <p:stCondLst>
                              <p:cond delay="1500"/>
                            </p:stCondLst>
                            <p:childTnLst>
                              <p:par>
                                <p:cTn id="9" presetID="26" presetClass="emph" presetSubtype="0" fill="hold" nodeType="afterEffect">
                                  <p:stCondLst>
                                    <p:cond delay="0"/>
                                  </p:stCondLst>
                                  <p:childTnLst>
                                    <p:animEffect transition="out" filter="fade">
                                      <p:cBhvr>
                                        <p:cTn id="10" dur="2250" tmFilter="0, 0; .2, .5; .8, .5; 1, 0"/>
                                        <p:tgtEl>
                                          <p:spTgt spid="2"/>
                                        </p:tgtEl>
                                      </p:cBhvr>
                                    </p:animEffect>
                                    <p:animScale>
                                      <p:cBhvr>
                                        <p:cTn id="11" dur="1125"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22"/>
        <p:cNvGrpSpPr/>
        <p:nvPr/>
      </p:nvGrpSpPr>
      <p:grpSpPr>
        <a:xfrm>
          <a:off x="0" y="0"/>
          <a:ext cx="0" cy="0"/>
          <a:chOff x="0" y="0"/>
          <a:chExt cx="0" cy="0"/>
        </a:xfrm>
      </p:grpSpPr>
      <p:sp>
        <p:nvSpPr>
          <p:cNvPr id="4" name="Rectangle 3"/>
          <p:cNvSpPr/>
          <p:nvPr/>
        </p:nvSpPr>
        <p:spPr>
          <a:xfrm>
            <a:off x="0" y="0"/>
            <a:ext cx="9144000" cy="5143500"/>
          </a:xfrm>
          <a:prstGeom prst="rect">
            <a:avLst/>
          </a:prstGeom>
          <a:blipFill dpi="0" rotWithShape="1">
            <a:blip r:embed="rId3">
              <a:alphaModFix amt="60000"/>
            </a:blip>
            <a:srcRect/>
            <a:stretch>
              <a:fillRect l="-11389" t="38" r="-16138" b="-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886858" y="341523"/>
            <a:ext cx="7370284" cy="4351663"/>
          </a:xfrm>
          <a:prstGeom prst="rect">
            <a:avLst/>
          </a:prstGeom>
          <a:solidFill>
            <a:schemeClr val="bg2">
              <a:lumMod val="50000"/>
              <a:alpha val="4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endParaRPr lang="en-US" dirty="0"/>
          </a:p>
        </p:txBody>
      </p:sp>
      <p:sp>
        <p:nvSpPr>
          <p:cNvPr id="8" name="TextBox 7"/>
          <p:cNvSpPr txBox="1"/>
          <p:nvPr/>
        </p:nvSpPr>
        <p:spPr>
          <a:xfrm>
            <a:off x="2864386" y="463520"/>
            <a:ext cx="3873806" cy="461665"/>
          </a:xfrm>
          <a:prstGeom prst="rect">
            <a:avLst/>
          </a:prstGeom>
          <a:noFill/>
        </p:spPr>
        <p:txBody>
          <a:bodyPr wrap="square" rtlCol="0">
            <a:spAutoFit/>
          </a:bodyPr>
          <a:lstStyle/>
          <a:p>
            <a:pPr algn="ctr"/>
            <a:r>
              <a:rPr lang="en-US" sz="2400" b="1" dirty="0" smtClean="0">
                <a:solidFill>
                  <a:srgbClr val="FFFF00"/>
                </a:solidFill>
              </a:rPr>
              <a:t>BOSTON 2020 CASE</a:t>
            </a:r>
            <a:endParaRPr lang="en-US" sz="2400" b="1" dirty="0">
              <a:solidFill>
                <a:srgbClr val="FFFF00"/>
              </a:solidFill>
            </a:endParaRPr>
          </a:p>
        </p:txBody>
      </p:sp>
      <p:sp>
        <p:nvSpPr>
          <p:cNvPr id="13" name="TextBox 12"/>
          <p:cNvSpPr txBox="1"/>
          <p:nvPr/>
        </p:nvSpPr>
        <p:spPr>
          <a:xfrm>
            <a:off x="2415447" y="1142720"/>
            <a:ext cx="4313105" cy="2462213"/>
          </a:xfrm>
          <a:prstGeom prst="rect">
            <a:avLst/>
          </a:prstGeom>
          <a:noFill/>
        </p:spPr>
        <p:txBody>
          <a:bodyPr wrap="square" rtlCol="0">
            <a:spAutoFit/>
          </a:bodyPr>
          <a:lstStyle/>
          <a:p>
            <a:pPr algn="ctr"/>
            <a:r>
              <a:rPr lang="en-US" b="1" dirty="0">
                <a:solidFill>
                  <a:schemeClr val="bg1"/>
                </a:solidFill>
              </a:rPr>
              <a:t>SPECIFIC LASA DRUG PAIRS </a:t>
            </a:r>
            <a:r>
              <a:rPr lang="en-US" b="1" dirty="0" smtClean="0">
                <a:solidFill>
                  <a:schemeClr val="bg1"/>
                </a:solidFill>
              </a:rPr>
              <a:t>DOCUMENTED</a:t>
            </a:r>
          </a:p>
          <a:p>
            <a:pPr algn="ctr"/>
            <a:r>
              <a:rPr lang="en-US" b="1" dirty="0">
                <a:solidFill>
                  <a:schemeClr val="bg1"/>
                </a:solidFill>
              </a:rPr>
              <a:t>From Ontario College of Pharmacists (2020):</a:t>
            </a:r>
          </a:p>
          <a:p>
            <a:pPr algn="ctr"/>
            <a:r>
              <a:rPr lang="en-US" b="1" dirty="0">
                <a:solidFill>
                  <a:schemeClr val="bg1"/>
                </a:solidFill>
              </a:rPr>
              <a:t>Hydroxyzine ↔ Hydralazine</a:t>
            </a:r>
            <a:r>
              <a:rPr lang="en-US" dirty="0">
                <a:solidFill>
                  <a:schemeClr val="bg1"/>
                </a:solidFill>
              </a:rPr>
              <a:t> (case study with detailed analysis)</a:t>
            </a:r>
          </a:p>
          <a:p>
            <a:pPr algn="ctr"/>
            <a:r>
              <a:rPr lang="en-US" dirty="0">
                <a:solidFill>
                  <a:schemeClr val="bg1"/>
                </a:solidFill>
              </a:rPr>
              <a:t>Additional pairs: </a:t>
            </a:r>
            <a:r>
              <a:rPr lang="en-US" b="1" dirty="0">
                <a:solidFill>
                  <a:schemeClr val="bg1"/>
                </a:solidFill>
              </a:rPr>
              <a:t>Lasix® ↔ </a:t>
            </a:r>
            <a:r>
              <a:rPr lang="en-US" b="1" dirty="0" err="1">
                <a:solidFill>
                  <a:schemeClr val="bg1"/>
                </a:solidFill>
              </a:rPr>
              <a:t>Losec</a:t>
            </a:r>
            <a:r>
              <a:rPr lang="en-US" b="1" dirty="0">
                <a:solidFill>
                  <a:schemeClr val="bg1"/>
                </a:solidFill>
              </a:rPr>
              <a:t>®</a:t>
            </a:r>
            <a:r>
              <a:rPr lang="en-US" dirty="0">
                <a:solidFill>
                  <a:schemeClr val="bg1"/>
                </a:solidFill>
              </a:rPr>
              <a:t>, </a:t>
            </a:r>
            <a:endParaRPr lang="en-US" dirty="0" smtClean="0">
              <a:solidFill>
                <a:schemeClr val="bg1"/>
              </a:solidFill>
            </a:endParaRPr>
          </a:p>
          <a:p>
            <a:pPr algn="ctr"/>
            <a:r>
              <a:rPr lang="en-US" b="1" dirty="0" err="1" smtClean="0">
                <a:solidFill>
                  <a:schemeClr val="bg1"/>
                </a:solidFill>
              </a:rPr>
              <a:t>Ceftin</a:t>
            </a:r>
            <a:r>
              <a:rPr lang="en-US" b="1" dirty="0">
                <a:solidFill>
                  <a:schemeClr val="bg1"/>
                </a:solidFill>
              </a:rPr>
              <a:t>® ↔ </a:t>
            </a:r>
            <a:r>
              <a:rPr lang="en-US" b="1" dirty="0" err="1">
                <a:solidFill>
                  <a:schemeClr val="bg1"/>
                </a:solidFill>
              </a:rPr>
              <a:t>Cefzil</a:t>
            </a:r>
            <a:r>
              <a:rPr lang="en-US" b="1" dirty="0">
                <a:solidFill>
                  <a:schemeClr val="bg1"/>
                </a:solidFill>
              </a:rPr>
              <a:t>®</a:t>
            </a:r>
            <a:r>
              <a:rPr lang="en-US" dirty="0">
                <a:solidFill>
                  <a:schemeClr val="bg1"/>
                </a:solidFill>
              </a:rPr>
              <a:t>, etc.</a:t>
            </a:r>
          </a:p>
          <a:p>
            <a:pPr algn="ctr"/>
            <a:r>
              <a:rPr lang="en-US" b="1" dirty="0">
                <a:solidFill>
                  <a:schemeClr val="bg1"/>
                </a:solidFill>
              </a:rPr>
              <a:t>Citation:</a:t>
            </a:r>
            <a:r>
              <a:rPr lang="en-US" dirty="0">
                <a:solidFill>
                  <a:schemeClr val="bg1"/>
                </a:solidFill>
              </a:rPr>
              <a:t> Focus on Error Prevention, Spring-Summer </a:t>
            </a:r>
            <a:r>
              <a:rPr lang="en-US" dirty="0" smtClean="0">
                <a:solidFill>
                  <a:schemeClr val="bg1"/>
                </a:solidFill>
              </a:rPr>
              <a:t>2020</a:t>
            </a:r>
          </a:p>
          <a:p>
            <a:pPr algn="ctr"/>
            <a:r>
              <a:rPr lang="en-US" dirty="0" smtClean="0">
                <a:solidFill>
                  <a:srgbClr val="00B0F0"/>
                </a:solidFill>
                <a:hlinkClick r:id="rId4"/>
              </a:rPr>
              <a:t>https://ocpinfo.com/ocp-resources/focus-on-error-prevention-spring-summer-2020/?</a:t>
            </a:r>
            <a:endParaRPr lang="en-US" dirty="0">
              <a:solidFill>
                <a:srgbClr val="00B0F0"/>
              </a:solidFill>
            </a:endParaRPr>
          </a:p>
          <a:p>
            <a:pPr algn="ctr"/>
            <a:endParaRPr lang="en-US" b="1" dirty="0">
              <a:solidFill>
                <a:schemeClr val="bg1"/>
              </a:solidFill>
            </a:endParaRP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39311" y="3386892"/>
            <a:ext cx="1865376" cy="1243584"/>
          </a:xfrm>
          <a:prstGeom prst="rect">
            <a:avLst/>
          </a:prstGeom>
        </p:spPr>
      </p:pic>
    </p:spTree>
    <p:extLst>
      <p:ext uri="{BB962C8B-B14F-4D97-AF65-F5344CB8AC3E}">
        <p14:creationId xmlns:p14="http://schemas.microsoft.com/office/powerpoint/2010/main" val="2466782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500"/>
                                        <p:tgtEl>
                                          <p:spTgt spid="4"/>
                                        </p:tgtEl>
                                      </p:cBhvr>
                                    </p:animEffect>
                                  </p:childTnLst>
                                </p:cTn>
                              </p:par>
                            </p:childTnLst>
                          </p:cTn>
                        </p:par>
                        <p:par>
                          <p:cTn id="8" fill="hold">
                            <p:stCondLst>
                              <p:cond delay="1500"/>
                            </p:stCondLst>
                            <p:childTnLst>
                              <p:par>
                                <p:cTn id="9" presetID="2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1500"/>
                                        <p:tgtEl>
                                          <p:spTgt spid="6"/>
                                        </p:tgtEl>
                                      </p:cBhvr>
                                    </p:animEffect>
                                  </p:childTnLst>
                                </p:cTn>
                              </p:par>
                            </p:childTnLst>
                          </p:cTn>
                        </p:par>
                        <p:par>
                          <p:cTn id="12" fill="hold">
                            <p:stCondLst>
                              <p:cond delay="3000"/>
                            </p:stCondLst>
                            <p:childTnLst>
                              <p:par>
                                <p:cTn id="13" presetID="22" presetClass="entr" presetSubtype="4"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1250"/>
                                        <p:tgtEl>
                                          <p:spTgt spid="8"/>
                                        </p:tgtEl>
                                      </p:cBhvr>
                                    </p:animEffect>
                                  </p:childTnLst>
                                </p:cTn>
                              </p:par>
                            </p:childTnLst>
                          </p:cTn>
                        </p:par>
                        <p:par>
                          <p:cTn id="16" fill="hold">
                            <p:stCondLst>
                              <p:cond delay="4250"/>
                            </p:stCondLst>
                            <p:childTnLst>
                              <p:par>
                                <p:cTn id="17" presetID="22" presetClass="entr" presetSubtype="4"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down)">
                                      <p:cBhvr>
                                        <p:cTn id="19" dur="1250"/>
                                        <p:tgtEl>
                                          <p:spTgt spid="13"/>
                                        </p:tgtEl>
                                      </p:cBhvr>
                                    </p:animEffect>
                                  </p:childTnLst>
                                </p:cTn>
                              </p:par>
                            </p:childTnLst>
                          </p:cTn>
                        </p:par>
                        <p:par>
                          <p:cTn id="20" fill="hold">
                            <p:stCondLst>
                              <p:cond delay="5500"/>
                            </p:stCondLst>
                            <p:childTnLst>
                              <p:par>
                                <p:cTn id="21" presetID="53" presetClass="entr" presetSubtype="16"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2500" fill="hold"/>
                                        <p:tgtEl>
                                          <p:spTgt spid="2"/>
                                        </p:tgtEl>
                                        <p:attrNameLst>
                                          <p:attrName>ppt_w</p:attrName>
                                        </p:attrNameLst>
                                      </p:cBhvr>
                                      <p:tavLst>
                                        <p:tav tm="0">
                                          <p:val>
                                            <p:fltVal val="0"/>
                                          </p:val>
                                        </p:tav>
                                        <p:tav tm="100000">
                                          <p:val>
                                            <p:strVal val="#ppt_w"/>
                                          </p:val>
                                        </p:tav>
                                      </p:tavLst>
                                    </p:anim>
                                    <p:anim calcmode="lin" valueType="num">
                                      <p:cBhvr>
                                        <p:cTn id="24" dur="2500" fill="hold"/>
                                        <p:tgtEl>
                                          <p:spTgt spid="2"/>
                                        </p:tgtEl>
                                        <p:attrNameLst>
                                          <p:attrName>ppt_h</p:attrName>
                                        </p:attrNameLst>
                                      </p:cBhvr>
                                      <p:tavLst>
                                        <p:tav tm="0">
                                          <p:val>
                                            <p:fltVal val="0"/>
                                          </p:val>
                                        </p:tav>
                                        <p:tav tm="100000">
                                          <p:val>
                                            <p:strVal val="#ppt_h"/>
                                          </p:val>
                                        </p:tav>
                                      </p:tavLst>
                                    </p:anim>
                                    <p:animEffect transition="in" filter="fade">
                                      <p:cBhvr>
                                        <p:cTn id="25" dur="2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22"/>
        <p:cNvGrpSpPr/>
        <p:nvPr/>
      </p:nvGrpSpPr>
      <p:grpSpPr>
        <a:xfrm>
          <a:off x="0" y="0"/>
          <a:ext cx="0" cy="0"/>
          <a:chOff x="0" y="0"/>
          <a:chExt cx="0" cy="0"/>
        </a:xfrm>
      </p:grpSpPr>
      <p:sp>
        <p:nvSpPr>
          <p:cNvPr id="4" name="Rectangle 3"/>
          <p:cNvSpPr/>
          <p:nvPr/>
        </p:nvSpPr>
        <p:spPr>
          <a:xfrm>
            <a:off x="0" y="0"/>
            <a:ext cx="9144000" cy="5143500"/>
          </a:xfrm>
          <a:prstGeom prst="rect">
            <a:avLst/>
          </a:prstGeom>
          <a:blipFill dpi="0" rotWithShape="1">
            <a:blip r:embed="rId3">
              <a:alphaModFix amt="60000"/>
            </a:blip>
            <a:srcRect/>
            <a:stretch>
              <a:fillRect l="-11389" t="38" r="-16138" b="-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0" y="0"/>
            <a:ext cx="9144000" cy="5143499"/>
          </a:xfrm>
          <a:prstGeom prst="rect">
            <a:avLst/>
          </a:prstGeom>
          <a:solidFill>
            <a:schemeClr val="bg2">
              <a:lumMod val="50000"/>
              <a:alpha val="4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endParaRPr lang="en-US" dirty="0"/>
          </a:p>
        </p:txBody>
      </p:sp>
      <p:sp>
        <p:nvSpPr>
          <p:cNvPr id="8" name="TextBox 7"/>
          <p:cNvSpPr txBox="1"/>
          <p:nvPr/>
        </p:nvSpPr>
        <p:spPr>
          <a:xfrm>
            <a:off x="1746250" y="463520"/>
            <a:ext cx="5651500" cy="461665"/>
          </a:xfrm>
          <a:prstGeom prst="rect">
            <a:avLst/>
          </a:prstGeom>
          <a:noFill/>
        </p:spPr>
        <p:txBody>
          <a:bodyPr wrap="square" rtlCol="0">
            <a:spAutoFit/>
          </a:bodyPr>
          <a:lstStyle/>
          <a:p>
            <a:pPr algn="ctr"/>
            <a:r>
              <a:rPr lang="en-US" sz="2400" b="1" dirty="0" smtClean="0">
                <a:solidFill>
                  <a:srgbClr val="FFFF00"/>
                </a:solidFill>
              </a:rPr>
              <a:t>SOLUTION – HIGH LEVEL OVERVIEW</a:t>
            </a:r>
            <a:endParaRPr lang="en-US" sz="2400" b="1" dirty="0">
              <a:solidFill>
                <a:srgbClr val="FFFF00"/>
              </a:solidFill>
            </a:endParaRPr>
          </a:p>
        </p:txBody>
      </p:sp>
      <p:sp>
        <p:nvSpPr>
          <p:cNvPr id="13" name="TextBox 12"/>
          <p:cNvSpPr txBox="1"/>
          <p:nvPr/>
        </p:nvSpPr>
        <p:spPr>
          <a:xfrm>
            <a:off x="1271846" y="1142720"/>
            <a:ext cx="6600308" cy="2677656"/>
          </a:xfrm>
          <a:prstGeom prst="rect">
            <a:avLst/>
          </a:prstGeom>
          <a:noFill/>
        </p:spPr>
        <p:txBody>
          <a:bodyPr wrap="square" rtlCol="0">
            <a:spAutoFit/>
          </a:bodyPr>
          <a:lstStyle/>
          <a:p>
            <a:pPr>
              <a:lnSpc>
                <a:spcPct val="150000"/>
              </a:lnSpc>
            </a:pPr>
            <a:r>
              <a:rPr lang="en-US" sz="1600" b="1" dirty="0" smtClean="0">
                <a:solidFill>
                  <a:schemeClr val="bg1"/>
                </a:solidFill>
              </a:rPr>
              <a:t>App </a:t>
            </a:r>
            <a:r>
              <a:rPr lang="en-US" sz="1600" b="1" dirty="0">
                <a:solidFill>
                  <a:schemeClr val="bg1"/>
                </a:solidFill>
              </a:rPr>
              <a:t>Name</a:t>
            </a:r>
            <a:r>
              <a:rPr lang="en-US" sz="1600" dirty="0">
                <a:solidFill>
                  <a:schemeClr val="bg1"/>
                </a:solidFill>
              </a:rPr>
              <a:t>: </a:t>
            </a:r>
            <a:r>
              <a:rPr lang="en-US" sz="1600" dirty="0" err="1" smtClean="0">
                <a:solidFill>
                  <a:schemeClr val="bg1"/>
                </a:solidFill>
              </a:rPr>
              <a:t>MediNomix</a:t>
            </a:r>
            <a:r>
              <a:rPr lang="en-US" sz="1600" dirty="0" smtClean="0">
                <a:solidFill>
                  <a:schemeClr val="bg1"/>
                </a:solidFill>
              </a:rPr>
              <a:t> Medication Error and risk assessment</a:t>
            </a:r>
          </a:p>
          <a:p>
            <a:pPr>
              <a:lnSpc>
                <a:spcPct val="150000"/>
              </a:lnSpc>
            </a:pPr>
            <a:r>
              <a:rPr lang="en-US" sz="1600" b="1" dirty="0" smtClean="0">
                <a:solidFill>
                  <a:schemeClr val="bg1"/>
                </a:solidFill>
              </a:rPr>
              <a:t>Purpose</a:t>
            </a:r>
            <a:r>
              <a:rPr lang="en-US" sz="1600" dirty="0">
                <a:solidFill>
                  <a:schemeClr val="bg1"/>
                </a:solidFill>
              </a:rPr>
              <a:t>: Real-time drug name validation using multiple algorithms</a:t>
            </a:r>
          </a:p>
          <a:p>
            <a:pPr algn="ctr">
              <a:lnSpc>
                <a:spcPct val="150000"/>
              </a:lnSpc>
            </a:pPr>
            <a:r>
              <a:rPr lang="en-US" sz="1600" b="1" dirty="0">
                <a:solidFill>
                  <a:srgbClr val="FFFF00"/>
                </a:solidFill>
              </a:rPr>
              <a:t>How</a:t>
            </a:r>
            <a:r>
              <a:rPr lang="en-US" sz="1600" dirty="0">
                <a:solidFill>
                  <a:schemeClr val="bg1"/>
                </a:solidFill>
              </a:rPr>
              <a:t>: Compares input against known drug names using:</a:t>
            </a:r>
          </a:p>
          <a:p>
            <a:pPr marL="342900" lvl="1" indent="-342900">
              <a:lnSpc>
                <a:spcPct val="150000"/>
              </a:lnSpc>
              <a:buClr>
                <a:schemeClr val="bg1"/>
              </a:buClr>
              <a:buFont typeface="+mj-lt"/>
              <a:buAutoNum type="arabicPeriod"/>
            </a:pPr>
            <a:r>
              <a:rPr lang="en-US" sz="1600" b="1" dirty="0">
                <a:solidFill>
                  <a:schemeClr val="bg1"/>
                </a:solidFill>
              </a:rPr>
              <a:t>Spelling</a:t>
            </a:r>
            <a:r>
              <a:rPr lang="en-US" sz="1600" dirty="0">
                <a:solidFill>
                  <a:schemeClr val="bg1"/>
                </a:solidFill>
              </a:rPr>
              <a:t> (</a:t>
            </a:r>
            <a:r>
              <a:rPr lang="en-US" sz="1600" dirty="0" err="1">
                <a:solidFill>
                  <a:schemeClr val="bg1"/>
                </a:solidFill>
              </a:rPr>
              <a:t>Levenshtein</a:t>
            </a:r>
            <a:r>
              <a:rPr lang="en-US" sz="1600" dirty="0">
                <a:solidFill>
                  <a:schemeClr val="bg1"/>
                </a:solidFill>
              </a:rPr>
              <a:t>, Fuzzy)</a:t>
            </a:r>
          </a:p>
          <a:p>
            <a:pPr marL="342900" lvl="1" indent="-342900">
              <a:lnSpc>
                <a:spcPct val="150000"/>
              </a:lnSpc>
              <a:buClr>
                <a:schemeClr val="bg1"/>
              </a:buClr>
              <a:buFont typeface="+mj-lt"/>
              <a:buAutoNum type="arabicPeriod"/>
            </a:pPr>
            <a:r>
              <a:rPr lang="en-US" sz="1600" b="1" dirty="0">
                <a:solidFill>
                  <a:schemeClr val="bg1"/>
                </a:solidFill>
              </a:rPr>
              <a:t>Phonetic</a:t>
            </a:r>
            <a:r>
              <a:rPr lang="en-US" sz="1600" dirty="0">
                <a:solidFill>
                  <a:schemeClr val="bg1"/>
                </a:solidFill>
              </a:rPr>
              <a:t> (Soundex, </a:t>
            </a:r>
            <a:r>
              <a:rPr lang="en-US" sz="1600" dirty="0" err="1">
                <a:solidFill>
                  <a:schemeClr val="bg1"/>
                </a:solidFill>
              </a:rPr>
              <a:t>Metaphone</a:t>
            </a:r>
            <a:r>
              <a:rPr lang="en-US" sz="1600" dirty="0">
                <a:solidFill>
                  <a:schemeClr val="bg1"/>
                </a:solidFill>
              </a:rPr>
              <a:t>)</a:t>
            </a:r>
          </a:p>
          <a:p>
            <a:pPr marL="342900" lvl="1" indent="-342900">
              <a:lnSpc>
                <a:spcPct val="150000"/>
              </a:lnSpc>
              <a:buClr>
                <a:schemeClr val="bg1"/>
              </a:buClr>
              <a:buFont typeface="+mj-lt"/>
              <a:buAutoNum type="arabicPeriod"/>
            </a:pPr>
            <a:r>
              <a:rPr lang="en-US" sz="1600" b="1" dirty="0">
                <a:solidFill>
                  <a:schemeClr val="bg1"/>
                </a:solidFill>
              </a:rPr>
              <a:t>Therapeutic Suffix Analysis</a:t>
            </a:r>
            <a:endParaRPr lang="en-US" sz="1600" dirty="0">
              <a:solidFill>
                <a:schemeClr val="bg1"/>
              </a:solidFill>
            </a:endParaRPr>
          </a:p>
          <a:p>
            <a:pPr>
              <a:lnSpc>
                <a:spcPct val="150000"/>
              </a:lnSpc>
            </a:pPr>
            <a:r>
              <a:rPr lang="en-US" sz="1600" b="1" dirty="0">
                <a:solidFill>
                  <a:schemeClr val="bg1"/>
                </a:solidFill>
              </a:rPr>
              <a:t>Outcome</a:t>
            </a:r>
            <a:r>
              <a:rPr lang="en-US" sz="1600" dirty="0">
                <a:solidFill>
                  <a:schemeClr val="bg1"/>
                </a:solidFill>
              </a:rPr>
              <a:t>: Flags high-risk similarities before </a:t>
            </a:r>
            <a:r>
              <a:rPr lang="en-US" sz="1600" dirty="0" smtClean="0">
                <a:solidFill>
                  <a:schemeClr val="bg1"/>
                </a:solidFill>
              </a:rPr>
              <a:t>dispensing</a:t>
            </a:r>
            <a:endParaRPr lang="en-US" sz="1600" dirty="0">
              <a:solidFill>
                <a:schemeClr val="bg1"/>
              </a:solidFill>
            </a:endParaRPr>
          </a:p>
        </p:txBody>
      </p:sp>
    </p:spTree>
    <p:extLst>
      <p:ext uri="{BB962C8B-B14F-4D97-AF65-F5344CB8AC3E}">
        <p14:creationId xmlns:p14="http://schemas.microsoft.com/office/powerpoint/2010/main" val="142144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500"/>
                                        <p:tgtEl>
                                          <p:spTgt spid="4"/>
                                        </p:tgtEl>
                                      </p:cBhvr>
                                    </p:animEffect>
                                  </p:childTnLst>
                                </p:cTn>
                              </p:par>
                            </p:childTnLst>
                          </p:cTn>
                        </p:par>
                        <p:par>
                          <p:cTn id="8" fill="hold">
                            <p:stCondLst>
                              <p:cond delay="1500"/>
                            </p:stCondLst>
                            <p:childTnLst>
                              <p:par>
                                <p:cTn id="9" presetID="2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1500"/>
                                        <p:tgtEl>
                                          <p:spTgt spid="6"/>
                                        </p:tgtEl>
                                      </p:cBhvr>
                                    </p:animEffect>
                                  </p:childTnLst>
                                </p:cTn>
                              </p:par>
                            </p:childTnLst>
                          </p:cTn>
                        </p:par>
                        <p:par>
                          <p:cTn id="12" fill="hold">
                            <p:stCondLst>
                              <p:cond delay="3000"/>
                            </p:stCondLst>
                            <p:childTnLst>
                              <p:par>
                                <p:cTn id="13" presetID="22" presetClass="entr" presetSubtype="4"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1250"/>
                                        <p:tgtEl>
                                          <p:spTgt spid="8"/>
                                        </p:tgtEl>
                                      </p:cBhvr>
                                    </p:animEffect>
                                  </p:childTnLst>
                                </p:cTn>
                              </p:par>
                            </p:childTnLst>
                          </p:cTn>
                        </p:par>
                        <p:par>
                          <p:cTn id="16" fill="hold">
                            <p:stCondLst>
                              <p:cond delay="4250"/>
                            </p:stCondLst>
                            <p:childTnLst>
                              <p:par>
                                <p:cTn id="17" presetID="22" presetClass="entr" presetSubtype="4"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down)">
                                      <p:cBhvr>
                                        <p:cTn id="19" dur="1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22"/>
        <p:cNvGrpSpPr/>
        <p:nvPr/>
      </p:nvGrpSpPr>
      <p:grpSpPr>
        <a:xfrm>
          <a:off x="0" y="0"/>
          <a:ext cx="0" cy="0"/>
          <a:chOff x="0" y="0"/>
          <a:chExt cx="0" cy="0"/>
        </a:xfrm>
      </p:grpSpPr>
      <p:sp>
        <p:nvSpPr>
          <p:cNvPr id="4" name="Rectangle 3"/>
          <p:cNvSpPr/>
          <p:nvPr/>
        </p:nvSpPr>
        <p:spPr>
          <a:xfrm>
            <a:off x="0" y="0"/>
            <a:ext cx="9144000" cy="5143500"/>
          </a:xfrm>
          <a:prstGeom prst="rect">
            <a:avLst/>
          </a:prstGeom>
          <a:blipFill dpi="0" rotWithShape="1">
            <a:blip r:embed="rId3">
              <a:alphaModFix amt="60000"/>
            </a:blip>
            <a:srcRect/>
            <a:stretch>
              <a:fillRect l="-11389" t="38" r="-16138" b="-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886858" y="341523"/>
            <a:ext cx="7370284" cy="4351663"/>
          </a:xfrm>
          <a:prstGeom prst="rect">
            <a:avLst/>
          </a:prstGeom>
          <a:solidFill>
            <a:schemeClr val="bg2">
              <a:lumMod val="50000"/>
              <a:alpha val="4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endParaRPr lang="en-US" dirty="0"/>
          </a:p>
        </p:txBody>
      </p:sp>
      <p:sp>
        <p:nvSpPr>
          <p:cNvPr id="8" name="TextBox 7"/>
          <p:cNvSpPr txBox="1"/>
          <p:nvPr/>
        </p:nvSpPr>
        <p:spPr>
          <a:xfrm>
            <a:off x="1746250" y="463520"/>
            <a:ext cx="5651500" cy="461665"/>
          </a:xfrm>
          <a:prstGeom prst="rect">
            <a:avLst/>
          </a:prstGeom>
          <a:noFill/>
        </p:spPr>
        <p:txBody>
          <a:bodyPr wrap="square" rtlCol="0">
            <a:spAutoFit/>
          </a:bodyPr>
          <a:lstStyle/>
          <a:p>
            <a:pPr algn="ctr"/>
            <a:r>
              <a:rPr lang="en-US" sz="2400" b="1" dirty="0" smtClean="0">
                <a:solidFill>
                  <a:srgbClr val="FFFF00"/>
                </a:solidFill>
              </a:rPr>
              <a:t>TECHNOLOGY STACK</a:t>
            </a:r>
            <a:endParaRPr lang="en-US" sz="2400" b="1" dirty="0">
              <a:solidFill>
                <a:srgbClr val="FFFF00"/>
              </a:solidFill>
            </a:endParaRPr>
          </a:p>
        </p:txBody>
      </p:sp>
      <p:sp>
        <p:nvSpPr>
          <p:cNvPr id="13" name="TextBox 12"/>
          <p:cNvSpPr txBox="1"/>
          <p:nvPr/>
        </p:nvSpPr>
        <p:spPr>
          <a:xfrm>
            <a:off x="2185624" y="1142720"/>
            <a:ext cx="5383576" cy="2062103"/>
          </a:xfrm>
          <a:prstGeom prst="rect">
            <a:avLst/>
          </a:prstGeom>
          <a:noFill/>
        </p:spPr>
        <p:txBody>
          <a:bodyPr wrap="square" rtlCol="0">
            <a:spAutoFit/>
          </a:bodyPr>
          <a:lstStyle/>
          <a:p>
            <a:pPr>
              <a:lnSpc>
                <a:spcPct val="200000"/>
              </a:lnSpc>
            </a:pPr>
            <a:r>
              <a:rPr lang="en-US" sz="1600" b="1" dirty="0" smtClean="0">
                <a:solidFill>
                  <a:schemeClr val="bg1"/>
                </a:solidFill>
              </a:rPr>
              <a:t>Backend</a:t>
            </a:r>
            <a:r>
              <a:rPr lang="en-US" sz="1600" dirty="0">
                <a:solidFill>
                  <a:schemeClr val="bg1"/>
                </a:solidFill>
              </a:rPr>
              <a:t>: </a:t>
            </a:r>
            <a:r>
              <a:rPr lang="en-US" sz="1600" dirty="0" err="1">
                <a:solidFill>
                  <a:schemeClr val="bg1"/>
                </a:solidFill>
              </a:rPr>
              <a:t>FastAPI</a:t>
            </a:r>
            <a:r>
              <a:rPr lang="en-US" sz="1600" dirty="0">
                <a:solidFill>
                  <a:schemeClr val="bg1"/>
                </a:solidFill>
              </a:rPr>
              <a:t> (</a:t>
            </a:r>
            <a:r>
              <a:rPr lang="en-US" sz="1600" dirty="0" err="1">
                <a:solidFill>
                  <a:schemeClr val="bg1"/>
                </a:solidFill>
              </a:rPr>
              <a:t>async</a:t>
            </a:r>
            <a:r>
              <a:rPr lang="en-US" sz="1600" dirty="0">
                <a:solidFill>
                  <a:schemeClr val="bg1"/>
                </a:solidFill>
              </a:rPr>
              <a:t>, high-performance)</a:t>
            </a:r>
          </a:p>
          <a:p>
            <a:pPr>
              <a:lnSpc>
                <a:spcPct val="200000"/>
              </a:lnSpc>
            </a:pPr>
            <a:r>
              <a:rPr lang="en-US" sz="1600" b="1" dirty="0">
                <a:solidFill>
                  <a:schemeClr val="bg1"/>
                </a:solidFill>
              </a:rPr>
              <a:t>Database</a:t>
            </a:r>
            <a:r>
              <a:rPr lang="en-US" sz="1600" dirty="0">
                <a:solidFill>
                  <a:schemeClr val="bg1"/>
                </a:solidFill>
              </a:rPr>
              <a:t>: PostgreSQL with </a:t>
            </a:r>
            <a:r>
              <a:rPr lang="en-US" sz="1600" dirty="0" err="1">
                <a:solidFill>
                  <a:schemeClr val="bg1"/>
                </a:solidFill>
              </a:rPr>
              <a:t>SQLAlchemy</a:t>
            </a:r>
            <a:r>
              <a:rPr lang="en-US" sz="1600" dirty="0">
                <a:solidFill>
                  <a:schemeClr val="bg1"/>
                </a:solidFill>
              </a:rPr>
              <a:t> </a:t>
            </a:r>
            <a:r>
              <a:rPr lang="en-US" sz="1600" dirty="0" smtClean="0">
                <a:solidFill>
                  <a:schemeClr val="bg1"/>
                </a:solidFill>
              </a:rPr>
              <a:t>ORM</a:t>
            </a:r>
          </a:p>
          <a:p>
            <a:pPr>
              <a:lnSpc>
                <a:spcPct val="200000"/>
              </a:lnSpc>
            </a:pPr>
            <a:r>
              <a:rPr lang="en-US" sz="1600" b="1" dirty="0" smtClean="0">
                <a:solidFill>
                  <a:schemeClr val="bg1"/>
                </a:solidFill>
              </a:rPr>
              <a:t>Frontend: </a:t>
            </a:r>
            <a:r>
              <a:rPr lang="en-US" sz="1600" dirty="0" err="1" smtClean="0">
                <a:solidFill>
                  <a:schemeClr val="bg1"/>
                </a:solidFill>
              </a:rPr>
              <a:t>Streamlit</a:t>
            </a:r>
            <a:endParaRPr lang="en-US" sz="1600" dirty="0">
              <a:solidFill>
                <a:schemeClr val="bg1"/>
              </a:solidFill>
            </a:endParaRPr>
          </a:p>
          <a:p>
            <a:pPr>
              <a:lnSpc>
                <a:spcPct val="200000"/>
              </a:lnSpc>
            </a:pPr>
            <a:r>
              <a:rPr lang="en-US" sz="1600" b="1" dirty="0">
                <a:solidFill>
                  <a:schemeClr val="bg1"/>
                </a:solidFill>
              </a:rPr>
              <a:t>Algorithms</a:t>
            </a:r>
            <a:r>
              <a:rPr lang="en-US" sz="1600" dirty="0">
                <a:solidFill>
                  <a:schemeClr val="bg1"/>
                </a:solidFill>
              </a:rPr>
              <a:t>: Fuzzy matching (</a:t>
            </a:r>
            <a:r>
              <a:rPr lang="en-US" sz="1600" dirty="0" err="1">
                <a:solidFill>
                  <a:schemeClr val="bg1"/>
                </a:solidFill>
              </a:rPr>
              <a:t>RapidFuzz</a:t>
            </a:r>
            <a:r>
              <a:rPr lang="en-US" sz="1600" dirty="0">
                <a:solidFill>
                  <a:schemeClr val="bg1"/>
                </a:solidFill>
              </a:rPr>
              <a:t>), Phonetic </a:t>
            </a:r>
            <a:r>
              <a:rPr lang="en-US" sz="1600" dirty="0" smtClean="0">
                <a:solidFill>
                  <a:schemeClr val="bg1"/>
                </a:solidFill>
              </a:rPr>
              <a:t>libs</a:t>
            </a:r>
            <a:endParaRPr lang="en-US" sz="1600" dirty="0">
              <a:solidFill>
                <a:schemeClr val="bg1"/>
              </a:solidFill>
            </a:endParaRPr>
          </a:p>
        </p:txBody>
      </p:sp>
    </p:spTree>
    <p:extLst>
      <p:ext uri="{BB962C8B-B14F-4D97-AF65-F5344CB8AC3E}">
        <p14:creationId xmlns:p14="http://schemas.microsoft.com/office/powerpoint/2010/main" val="3212653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500"/>
                                        <p:tgtEl>
                                          <p:spTgt spid="4"/>
                                        </p:tgtEl>
                                      </p:cBhvr>
                                    </p:animEffect>
                                  </p:childTnLst>
                                </p:cTn>
                              </p:par>
                            </p:childTnLst>
                          </p:cTn>
                        </p:par>
                        <p:par>
                          <p:cTn id="8" fill="hold">
                            <p:stCondLst>
                              <p:cond delay="1500"/>
                            </p:stCondLst>
                            <p:childTnLst>
                              <p:par>
                                <p:cTn id="9" presetID="2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1500"/>
                                        <p:tgtEl>
                                          <p:spTgt spid="6"/>
                                        </p:tgtEl>
                                      </p:cBhvr>
                                    </p:animEffect>
                                  </p:childTnLst>
                                </p:cTn>
                              </p:par>
                            </p:childTnLst>
                          </p:cTn>
                        </p:par>
                        <p:par>
                          <p:cTn id="12" fill="hold">
                            <p:stCondLst>
                              <p:cond delay="3000"/>
                            </p:stCondLst>
                            <p:childTnLst>
                              <p:par>
                                <p:cTn id="13" presetID="22" presetClass="entr" presetSubtype="4"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1250"/>
                                        <p:tgtEl>
                                          <p:spTgt spid="8"/>
                                        </p:tgtEl>
                                      </p:cBhvr>
                                    </p:animEffect>
                                  </p:childTnLst>
                                </p:cTn>
                              </p:par>
                            </p:childTnLst>
                          </p:cTn>
                        </p:par>
                        <p:par>
                          <p:cTn id="16" fill="hold">
                            <p:stCondLst>
                              <p:cond delay="4250"/>
                            </p:stCondLst>
                            <p:childTnLst>
                              <p:par>
                                <p:cTn id="17" presetID="22" presetClass="entr" presetSubtype="4"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down)">
                                      <p:cBhvr>
                                        <p:cTn id="19" dur="1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Layer>
                </a14:imgProps>
              </a:ext>
              <a:ext uri="{28A0092B-C50C-407E-A947-70E740481C1C}">
                <a14:useLocalDpi xmlns:a14="http://schemas.microsoft.com/office/drawing/2010/main" val="0"/>
              </a:ext>
            </a:extLst>
          </a:blip>
          <a:stretch>
            <a:fillRect/>
          </a:stretch>
        </p:blipFill>
        <p:spPr>
          <a:xfrm>
            <a:off x="-233916" y="-223284"/>
            <a:ext cx="9505507" cy="5366784"/>
          </a:xfrm>
          <a:prstGeom prst="rect">
            <a:avLst/>
          </a:prstGeom>
        </p:spPr>
      </p:pic>
      <p:sp>
        <p:nvSpPr>
          <p:cNvPr id="3" name="TextBox 2"/>
          <p:cNvSpPr txBox="1"/>
          <p:nvPr/>
        </p:nvSpPr>
        <p:spPr>
          <a:xfrm>
            <a:off x="0" y="0"/>
            <a:ext cx="2705100" cy="307777"/>
          </a:xfrm>
          <a:prstGeom prst="rect">
            <a:avLst/>
          </a:prstGeom>
          <a:noFill/>
        </p:spPr>
        <p:txBody>
          <a:bodyPr wrap="square" rtlCol="0">
            <a:spAutoFit/>
          </a:bodyPr>
          <a:lstStyle/>
          <a:p>
            <a:pPr algn="ctr"/>
            <a:r>
              <a:rPr lang="en-US" b="1" dirty="0" smtClean="0">
                <a:solidFill>
                  <a:schemeClr val="bg2"/>
                </a:solidFill>
                <a:effectLst>
                  <a:outerShdw blurRad="38100" dist="38100" dir="2700000" algn="tl">
                    <a:srgbClr val="000000">
                      <a:alpha val="43137"/>
                    </a:srgbClr>
                  </a:outerShdw>
                </a:effectLst>
              </a:rPr>
              <a:t>SYSTEM ARCHITECTURE</a:t>
            </a:r>
            <a:endParaRPr lang="en-US" b="1" dirty="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775408322"/>
      </p:ext>
    </p:extLst>
  </p:cSld>
  <p:clrMapOvr>
    <a:masterClrMapping/>
  </p:clrMapOvr>
  <mc:AlternateContent xmlns:mc="http://schemas.openxmlformats.org/markup-compatibility/2006" xmlns:p14="http://schemas.microsoft.com/office/powerpoint/2010/main">
    <mc:Choice Requires="p14">
      <p:transition spd="slow" p14:dur="20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250"/>
                                        <p:tgtEl>
                                          <p:spTgt spid="3"/>
                                        </p:tgtEl>
                                      </p:cBhvr>
                                    </p:animEffect>
                                  </p:childTnLst>
                                </p:cTn>
                              </p:par>
                            </p:childTnLst>
                          </p:cTn>
                        </p:par>
                        <p:par>
                          <p:cTn id="8" fill="hold">
                            <p:stCondLst>
                              <p:cond delay="1250"/>
                            </p:stCondLst>
                            <p:childTnLst>
                              <p:par>
                                <p:cTn id="9" presetID="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2500" fill="hold"/>
                                        <p:tgtEl>
                                          <p:spTgt spid="2"/>
                                        </p:tgtEl>
                                        <p:attrNameLst>
                                          <p:attrName>ppt_x</p:attrName>
                                        </p:attrNameLst>
                                      </p:cBhvr>
                                      <p:tavLst>
                                        <p:tav tm="0">
                                          <p:val>
                                            <p:strVal val="#ppt_x"/>
                                          </p:val>
                                        </p:tav>
                                        <p:tav tm="100000">
                                          <p:val>
                                            <p:strVal val="#ppt_x"/>
                                          </p:val>
                                        </p:tav>
                                      </p:tavLst>
                                    </p:anim>
                                    <p:anim calcmode="lin" valueType="num">
                                      <p:cBhvr additive="base">
                                        <p:cTn id="12" dur="2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60864"/>
            <a:ext cx="8946116" cy="668287"/>
          </a:xfrm>
          <a:prstGeom prst="rect">
            <a:avLst/>
          </a:prstGeom>
        </p:spPr>
      </p:pic>
      <p:sp>
        <p:nvSpPr>
          <p:cNvPr id="3" name="TextBox 2"/>
          <p:cNvSpPr txBox="1"/>
          <p:nvPr/>
        </p:nvSpPr>
        <p:spPr>
          <a:xfrm>
            <a:off x="3219450" y="0"/>
            <a:ext cx="2705100" cy="369332"/>
          </a:xfrm>
          <a:prstGeom prst="rect">
            <a:avLst/>
          </a:prstGeom>
          <a:noFill/>
        </p:spPr>
        <p:txBody>
          <a:bodyPr wrap="square" rtlCol="0">
            <a:spAutoFit/>
          </a:bodyPr>
          <a:lstStyle/>
          <a:p>
            <a:pPr algn="ctr"/>
            <a:r>
              <a:rPr lang="en-US" sz="1800" b="1" dirty="0" smtClean="0">
                <a:solidFill>
                  <a:schemeClr val="bg2"/>
                </a:solidFill>
                <a:effectLst>
                  <a:outerShdw blurRad="38100" dist="38100" dir="2700000" algn="tl">
                    <a:srgbClr val="000000">
                      <a:alpha val="43137"/>
                    </a:srgbClr>
                  </a:outerShdw>
                </a:effectLst>
              </a:rPr>
              <a:t>SIMPLE ETL PIPELINE</a:t>
            </a:r>
            <a:endParaRPr lang="en-US" sz="1800" b="1" dirty="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58506406"/>
      </p:ext>
    </p:extLst>
  </p:cSld>
  <p:clrMapOvr>
    <a:masterClrMapping/>
  </p:clrMapOvr>
  <mc:AlternateContent xmlns:mc="http://schemas.openxmlformats.org/markup-compatibility/2006" xmlns:p14="http://schemas.microsoft.com/office/powerpoint/2010/main">
    <mc:Choice Requires="p14">
      <p:transition spd="slow" p14:dur="20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250"/>
                                        <p:tgtEl>
                                          <p:spTgt spid="3"/>
                                        </p:tgtEl>
                                      </p:cBhvr>
                                    </p:animEffect>
                                  </p:childTnLst>
                                </p:cTn>
                              </p:par>
                            </p:childTnLst>
                          </p:cTn>
                        </p:par>
                        <p:par>
                          <p:cTn id="8" fill="hold">
                            <p:stCondLst>
                              <p:cond delay="1250"/>
                            </p:stCondLst>
                            <p:childTnLst>
                              <p:par>
                                <p:cTn id="9" presetID="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2500" fill="hold"/>
                                        <p:tgtEl>
                                          <p:spTgt spid="2"/>
                                        </p:tgtEl>
                                        <p:attrNameLst>
                                          <p:attrName>ppt_x</p:attrName>
                                        </p:attrNameLst>
                                      </p:cBhvr>
                                      <p:tavLst>
                                        <p:tav tm="0">
                                          <p:val>
                                            <p:strVal val="#ppt_x"/>
                                          </p:val>
                                        </p:tav>
                                        <p:tav tm="100000">
                                          <p:val>
                                            <p:strVal val="#ppt_x"/>
                                          </p:val>
                                        </p:tav>
                                      </p:tavLst>
                                    </p:anim>
                                    <p:anim calcmode="lin" valueType="num">
                                      <p:cBhvr additive="base">
                                        <p:cTn id="12" dur="2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46331"/>
            <a:ext cx="9144000" cy="3290669"/>
          </a:xfrm>
          <a:prstGeom prst="rect">
            <a:avLst/>
          </a:prstGeom>
        </p:spPr>
      </p:pic>
      <p:sp>
        <p:nvSpPr>
          <p:cNvPr id="3" name="TextBox 2"/>
          <p:cNvSpPr txBox="1"/>
          <p:nvPr/>
        </p:nvSpPr>
        <p:spPr>
          <a:xfrm>
            <a:off x="3219450" y="0"/>
            <a:ext cx="2705100" cy="646331"/>
          </a:xfrm>
          <a:prstGeom prst="rect">
            <a:avLst/>
          </a:prstGeom>
          <a:noFill/>
        </p:spPr>
        <p:txBody>
          <a:bodyPr wrap="square" rtlCol="0">
            <a:spAutoFit/>
          </a:bodyPr>
          <a:lstStyle/>
          <a:p>
            <a:pPr algn="ctr"/>
            <a:r>
              <a:rPr lang="en-US" sz="1800" b="1" dirty="0" smtClean="0">
                <a:solidFill>
                  <a:schemeClr val="bg2"/>
                </a:solidFill>
                <a:effectLst>
                  <a:outerShdw blurRad="38100" dist="38100" dir="2700000" algn="tl">
                    <a:srgbClr val="000000">
                      <a:alpha val="43137"/>
                    </a:srgbClr>
                  </a:outerShdw>
                </a:effectLst>
              </a:rPr>
              <a:t>DETAILED ETL PIPELINE</a:t>
            </a:r>
            <a:endParaRPr lang="en-US" sz="1800" b="1" dirty="0">
              <a:solidFill>
                <a:schemeClr val="bg2"/>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89598781"/>
      </p:ext>
    </p:extLst>
  </p:cSld>
  <p:clrMapOvr>
    <a:masterClrMapping/>
  </p:clrMapOvr>
  <mc:AlternateContent xmlns:mc="http://schemas.openxmlformats.org/markup-compatibility/2006" xmlns:p14="http://schemas.microsoft.com/office/powerpoint/2010/main">
    <mc:Choice Requires="p14">
      <p:transition spd="slow" p14:dur="20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250"/>
                                        <p:tgtEl>
                                          <p:spTgt spid="3"/>
                                        </p:tgtEl>
                                      </p:cBhvr>
                                    </p:animEffect>
                                  </p:childTnLst>
                                </p:cTn>
                              </p:par>
                            </p:childTnLst>
                          </p:cTn>
                        </p:par>
                        <p:par>
                          <p:cTn id="8" fill="hold">
                            <p:stCondLst>
                              <p:cond delay="1250"/>
                            </p:stCondLst>
                            <p:childTnLst>
                              <p:par>
                                <p:cTn id="9" presetID="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2500" fill="hold"/>
                                        <p:tgtEl>
                                          <p:spTgt spid="2"/>
                                        </p:tgtEl>
                                        <p:attrNameLst>
                                          <p:attrName>ppt_x</p:attrName>
                                        </p:attrNameLst>
                                      </p:cBhvr>
                                      <p:tavLst>
                                        <p:tav tm="0">
                                          <p:val>
                                            <p:strVal val="#ppt_x"/>
                                          </p:val>
                                        </p:tav>
                                        <p:tav tm="100000">
                                          <p:val>
                                            <p:strVal val="#ppt_x"/>
                                          </p:val>
                                        </p:tav>
                                      </p:tavLst>
                                    </p:anim>
                                    <p:anim calcmode="lin" valueType="num">
                                      <p:cBhvr additive="base">
                                        <p:cTn id="12" dur="2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22"/>
        <p:cNvGrpSpPr/>
        <p:nvPr/>
      </p:nvGrpSpPr>
      <p:grpSpPr>
        <a:xfrm>
          <a:off x="0" y="0"/>
          <a:ext cx="0" cy="0"/>
          <a:chOff x="0" y="0"/>
          <a:chExt cx="0" cy="0"/>
        </a:xfrm>
      </p:grpSpPr>
      <p:sp>
        <p:nvSpPr>
          <p:cNvPr id="4" name="Rectangle 3"/>
          <p:cNvSpPr/>
          <p:nvPr/>
        </p:nvSpPr>
        <p:spPr>
          <a:xfrm>
            <a:off x="0" y="0"/>
            <a:ext cx="9144000" cy="5143500"/>
          </a:xfrm>
          <a:prstGeom prst="rect">
            <a:avLst/>
          </a:prstGeom>
          <a:blipFill dpi="0" rotWithShape="1">
            <a:blip r:embed="rId3">
              <a:alphaModFix amt="60000"/>
            </a:blip>
            <a:srcRect/>
            <a:stretch>
              <a:fillRect l="-11389" t="38" r="-16138" b="-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TextBox 5"/>
          <p:cNvSpPr txBox="1"/>
          <p:nvPr/>
        </p:nvSpPr>
        <p:spPr>
          <a:xfrm>
            <a:off x="0" y="0"/>
            <a:ext cx="9144000" cy="5143499"/>
          </a:xfrm>
          <a:prstGeom prst="rect">
            <a:avLst/>
          </a:prstGeom>
          <a:solidFill>
            <a:schemeClr val="bg2">
              <a:lumMod val="50000"/>
              <a:alpha val="4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8" name="TextBox 7"/>
          <p:cNvSpPr txBox="1"/>
          <p:nvPr/>
        </p:nvSpPr>
        <p:spPr>
          <a:xfrm>
            <a:off x="1746250" y="1417588"/>
            <a:ext cx="5651500" cy="230832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200" b="1" i="0" u="none" strike="noStrike" kern="0" cap="none" spc="0" normalizeH="0" baseline="0" noProof="0" dirty="0" smtClean="0">
                <a:ln>
                  <a:noFill/>
                </a:ln>
                <a:solidFill>
                  <a:srgbClr val="FFFF00"/>
                </a:solidFill>
                <a:effectLst/>
                <a:uLnTx/>
                <a:uFillTx/>
                <a:sym typeface="Arial"/>
              </a:rPr>
              <a:t>PROJECT</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7200" b="1" dirty="0" smtClean="0">
                <a:solidFill>
                  <a:srgbClr val="FFFF00"/>
                </a:solidFill>
              </a:rPr>
              <a:t>DEMO</a:t>
            </a:r>
            <a:endParaRPr kumimoji="0" lang="en-US" sz="7200" b="1" i="0" u="none" strike="noStrike" kern="0" cap="none" spc="0" normalizeH="0" baseline="0" noProof="0" dirty="0">
              <a:ln>
                <a:noFill/>
              </a:ln>
              <a:solidFill>
                <a:srgbClr val="FFFF00"/>
              </a:solidFill>
              <a:effectLst/>
              <a:uLnTx/>
              <a:uFillTx/>
              <a:sym typeface="Arial"/>
            </a:endParaRPr>
          </a:p>
        </p:txBody>
      </p:sp>
    </p:spTree>
    <p:extLst>
      <p:ext uri="{BB962C8B-B14F-4D97-AF65-F5344CB8AC3E}">
        <p14:creationId xmlns:p14="http://schemas.microsoft.com/office/powerpoint/2010/main" val="3250334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500"/>
                                        <p:tgtEl>
                                          <p:spTgt spid="4"/>
                                        </p:tgtEl>
                                      </p:cBhvr>
                                    </p:animEffect>
                                  </p:childTnLst>
                                </p:cTn>
                              </p:par>
                            </p:childTnLst>
                          </p:cTn>
                        </p:par>
                        <p:par>
                          <p:cTn id="8" fill="hold">
                            <p:stCondLst>
                              <p:cond delay="1500"/>
                            </p:stCondLst>
                            <p:childTnLst>
                              <p:par>
                                <p:cTn id="9" presetID="2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1500"/>
                                        <p:tgtEl>
                                          <p:spTgt spid="6"/>
                                        </p:tgtEl>
                                      </p:cBhvr>
                                    </p:animEffect>
                                  </p:childTnLst>
                                </p:cTn>
                              </p:par>
                            </p:childTnLst>
                          </p:cTn>
                        </p:par>
                        <p:par>
                          <p:cTn id="12" fill="hold">
                            <p:stCondLst>
                              <p:cond delay="3000"/>
                            </p:stCondLst>
                            <p:childTnLst>
                              <p:par>
                                <p:cTn id="13" presetID="22" presetClass="entr" presetSubtype="4"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1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22"/>
        <p:cNvGrpSpPr/>
        <p:nvPr/>
      </p:nvGrpSpPr>
      <p:grpSpPr>
        <a:xfrm>
          <a:off x="0" y="0"/>
          <a:ext cx="0" cy="0"/>
          <a:chOff x="0" y="0"/>
          <a:chExt cx="0" cy="0"/>
        </a:xfrm>
      </p:grpSpPr>
      <p:sp>
        <p:nvSpPr>
          <p:cNvPr id="4" name="Rectangle 3"/>
          <p:cNvSpPr/>
          <p:nvPr/>
        </p:nvSpPr>
        <p:spPr>
          <a:xfrm>
            <a:off x="0" y="0"/>
            <a:ext cx="9144000" cy="5143500"/>
          </a:xfrm>
          <a:prstGeom prst="rect">
            <a:avLst/>
          </a:prstGeom>
          <a:blipFill dpi="0" rotWithShape="1">
            <a:blip r:embed="rId3">
              <a:alphaModFix amt="60000"/>
            </a:blip>
            <a:srcRect/>
            <a:stretch>
              <a:fillRect l="-11389" t="38" r="-16138" b="-3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TextBox 5"/>
          <p:cNvSpPr txBox="1"/>
          <p:nvPr/>
        </p:nvSpPr>
        <p:spPr>
          <a:xfrm>
            <a:off x="0" y="0"/>
            <a:ext cx="9144000" cy="5143499"/>
          </a:xfrm>
          <a:prstGeom prst="rect">
            <a:avLst/>
          </a:prstGeom>
          <a:solidFill>
            <a:schemeClr val="bg2">
              <a:lumMod val="50000"/>
              <a:alpha val="4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8" name="TextBox 7"/>
          <p:cNvSpPr txBox="1"/>
          <p:nvPr/>
        </p:nvSpPr>
        <p:spPr>
          <a:xfrm>
            <a:off x="1746250" y="1048256"/>
            <a:ext cx="5651500" cy="304698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9600" b="1" i="0" u="none" strike="noStrike" kern="0" cap="none" spc="0" normalizeH="0" baseline="0" noProof="0" dirty="0" smtClean="0">
                <a:ln>
                  <a:noFill/>
                </a:ln>
                <a:solidFill>
                  <a:srgbClr val="FFFF00"/>
                </a:solidFill>
                <a:effectLst/>
                <a:uLnTx/>
                <a:uFillTx/>
                <a:sym typeface="Arial"/>
              </a:rPr>
              <a:t>THANK</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9600" b="1" dirty="0" smtClean="0">
                <a:solidFill>
                  <a:srgbClr val="FFFF00"/>
                </a:solidFill>
              </a:rPr>
              <a:t>YOU</a:t>
            </a:r>
            <a:endParaRPr kumimoji="0" lang="en-US" sz="9600" b="1" i="0" u="none" strike="noStrike" kern="0" cap="none" spc="0" normalizeH="0" baseline="0" noProof="0" dirty="0">
              <a:ln>
                <a:noFill/>
              </a:ln>
              <a:solidFill>
                <a:srgbClr val="FFFF00"/>
              </a:solidFill>
              <a:effectLst/>
              <a:uLnTx/>
              <a:uFillTx/>
              <a:sym typeface="Arial"/>
            </a:endParaRPr>
          </a:p>
        </p:txBody>
      </p:sp>
    </p:spTree>
    <p:extLst>
      <p:ext uri="{BB962C8B-B14F-4D97-AF65-F5344CB8AC3E}">
        <p14:creationId xmlns:p14="http://schemas.microsoft.com/office/powerpoint/2010/main" val="2479300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500"/>
                                        <p:tgtEl>
                                          <p:spTgt spid="4"/>
                                        </p:tgtEl>
                                      </p:cBhvr>
                                    </p:animEffect>
                                  </p:childTnLst>
                                </p:cTn>
                              </p:par>
                            </p:childTnLst>
                          </p:cTn>
                        </p:par>
                        <p:par>
                          <p:cTn id="8" fill="hold">
                            <p:stCondLst>
                              <p:cond delay="1500"/>
                            </p:stCondLst>
                            <p:childTnLst>
                              <p:par>
                                <p:cTn id="9" presetID="22" presetClass="entr" presetSubtype="4"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1500"/>
                                        <p:tgtEl>
                                          <p:spTgt spid="6"/>
                                        </p:tgtEl>
                                      </p:cBhvr>
                                    </p:animEffect>
                                  </p:childTnLst>
                                </p:cTn>
                              </p:par>
                            </p:childTnLst>
                          </p:cTn>
                        </p:par>
                        <p:par>
                          <p:cTn id="12" fill="hold">
                            <p:stCondLst>
                              <p:cond delay="3000"/>
                            </p:stCondLst>
                            <p:childTnLst>
                              <p:par>
                                <p:cTn id="13" presetID="22" presetClass="entr" presetSubtype="4"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1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p:bldLst>
  </p:timing>
</p:sld>
</file>

<file path=ppt/theme/theme1.xml><?xml version="1.0" encoding="utf-8"?>
<a:theme xmlns:a="http://schemas.openxmlformats.org/drawingml/2006/main" name="Big Data Science Consulting Toolkit by Slidesgo">
  <a:themeElements>
    <a:clrScheme name="Simple Light">
      <a:dk1>
        <a:srgbClr val="351C75"/>
      </a:dk1>
      <a:lt1>
        <a:srgbClr val="FFFFFF"/>
      </a:lt1>
      <a:dk2>
        <a:srgbClr val="674EA7"/>
      </a:dk2>
      <a:lt2>
        <a:srgbClr val="FFFFFF"/>
      </a:lt2>
      <a:accent1>
        <a:srgbClr val="00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Big Data Science Consulting Toolkit by Slidesgo">
  <a:themeElements>
    <a:clrScheme name="Simple Light">
      <a:dk1>
        <a:srgbClr val="351C75"/>
      </a:dk1>
      <a:lt1>
        <a:srgbClr val="FFFFFF"/>
      </a:lt1>
      <a:dk2>
        <a:srgbClr val="674EA7"/>
      </a:dk2>
      <a:lt2>
        <a:srgbClr val="FFFFFF"/>
      </a:lt2>
      <a:accent1>
        <a:srgbClr val="00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583</TotalTime>
  <Words>229</Words>
  <Application>Microsoft Office PowerPoint</Application>
  <PresentationFormat>On-screen Show (16:9)</PresentationFormat>
  <Paragraphs>47</Paragraphs>
  <Slides>14</Slides>
  <Notes>10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14</vt:i4>
      </vt:variant>
    </vt:vector>
  </HeadingPairs>
  <TitlesOfParts>
    <vt:vector size="23" baseType="lpstr">
      <vt:lpstr>Space Grotesk</vt:lpstr>
      <vt:lpstr>Dosis</vt:lpstr>
      <vt:lpstr>Quattrocento</vt:lpstr>
      <vt:lpstr>Montserrat</vt:lpstr>
      <vt:lpstr>Arial</vt:lpstr>
      <vt:lpstr>Cinzel</vt:lpstr>
      <vt:lpstr>Space Grotesk Medium</vt:lpstr>
      <vt:lpstr>Big Data Science Consulting Toolkit by Slidesgo</vt:lpstr>
      <vt:lpstr>1_Big Data Science Consulting Toolkit by Slidesgo</vt:lpstr>
      <vt:lpstr>PowerPoint Presentation</vt:lpstr>
      <vt:lpstr>Project: MediNomix Advance Medication Error prevention and risk analysis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Science Consulting Toolkit </dc:title>
  <dc:creator>Miss Alexa</dc:creator>
  <cp:lastModifiedBy>Moorche</cp:lastModifiedBy>
  <cp:revision>95</cp:revision>
  <dcterms:modified xsi:type="dcterms:W3CDTF">2026-01-15T02:38:56Z</dcterms:modified>
</cp:coreProperties>
</file>