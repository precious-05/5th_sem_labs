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68" r:id="rId3"/>
    <p:sldId id="258" r:id="rId4"/>
    <p:sldId id="265" r:id="rId5"/>
    <p:sldId id="269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20BCD-EA60-6E44-A27D-0673C6EC0C5C}" v="56" dt="2021-06-19T01:08:25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alsveen" userId="1bc9e0f3-63b8-43f3-87d9-c29a9f4159c1" providerId="ADAL" clId="{032C4407-E9F2-4176-BA7D-F421F4345921}"/>
    <pc:docChg chg="undo redo custSel modSld">
      <pc:chgData name="david dalsveen" userId="1bc9e0f3-63b8-43f3-87d9-c29a9f4159c1" providerId="ADAL" clId="{032C4407-E9F2-4176-BA7D-F421F4345921}" dt="2020-11-14T19:28:38.590" v="1420" actId="14100"/>
      <pc:docMkLst>
        <pc:docMk/>
      </pc:docMkLst>
      <pc:sldChg chg="addSp delSp modSp mod">
        <pc:chgData name="david dalsveen" userId="1bc9e0f3-63b8-43f3-87d9-c29a9f4159c1" providerId="ADAL" clId="{032C4407-E9F2-4176-BA7D-F421F4345921}" dt="2020-11-14T18:57:42.922" v="14" actId="14100"/>
        <pc:sldMkLst>
          <pc:docMk/>
          <pc:sldMk cId="4063939883" sldId="256"/>
        </pc:sldMkLst>
        <pc:spChg chg="mod">
          <ac:chgData name="david dalsveen" userId="1bc9e0f3-63b8-43f3-87d9-c29a9f4159c1" providerId="ADAL" clId="{032C4407-E9F2-4176-BA7D-F421F4345921}" dt="2020-11-14T18:56:05.499" v="3" actId="27636"/>
          <ac:spMkLst>
            <pc:docMk/>
            <pc:sldMk cId="4063939883" sldId="256"/>
            <ac:spMk id="2" creationId="{1C265080-7784-47AD-95CE-A9F66BD5AE31}"/>
          </ac:spMkLst>
        </pc:spChg>
        <pc:picChg chg="del">
          <ac:chgData name="david dalsveen" userId="1bc9e0f3-63b8-43f3-87d9-c29a9f4159c1" providerId="ADAL" clId="{032C4407-E9F2-4176-BA7D-F421F4345921}" dt="2020-11-14T18:57:16.081" v="9" actId="21"/>
          <ac:picMkLst>
            <pc:docMk/>
            <pc:sldMk cId="4063939883" sldId="256"/>
            <ac:picMk id="4" creationId="{07A3005A-B4D5-4649-9559-5EDC3EF500C3}"/>
          </ac:picMkLst>
        </pc:picChg>
        <pc:picChg chg="add mod">
          <ac:chgData name="david dalsveen" userId="1bc9e0f3-63b8-43f3-87d9-c29a9f4159c1" providerId="ADAL" clId="{032C4407-E9F2-4176-BA7D-F421F4345921}" dt="2020-11-14T18:57:42.922" v="14" actId="14100"/>
          <ac:picMkLst>
            <pc:docMk/>
            <pc:sldMk cId="4063939883" sldId="256"/>
            <ac:picMk id="10" creationId="{2FEB4B84-8A79-4439-A665-F7FA48E923C7}"/>
          </ac:picMkLst>
        </pc:picChg>
      </pc:sldChg>
      <pc:sldChg chg="addSp delSp modSp mod">
        <pc:chgData name="david dalsveen" userId="1bc9e0f3-63b8-43f3-87d9-c29a9f4159c1" providerId="ADAL" clId="{032C4407-E9F2-4176-BA7D-F421F4345921}" dt="2020-11-14T18:56:50.284" v="8" actId="14100"/>
        <pc:sldMkLst>
          <pc:docMk/>
          <pc:sldMk cId="1901650308" sldId="257"/>
        </pc:sldMkLst>
        <pc:picChg chg="add mod">
          <ac:chgData name="david dalsveen" userId="1bc9e0f3-63b8-43f3-87d9-c29a9f4159c1" providerId="ADAL" clId="{032C4407-E9F2-4176-BA7D-F421F4345921}" dt="2020-11-14T18:56:50.284" v="8" actId="14100"/>
          <ac:picMkLst>
            <pc:docMk/>
            <pc:sldMk cId="1901650308" sldId="257"/>
            <ac:picMk id="9" creationId="{04FF7CD0-340C-44BA-82FF-2189A139C581}"/>
          </ac:picMkLst>
        </pc:picChg>
        <pc:picChg chg="del">
          <ac:chgData name="david dalsveen" userId="1bc9e0f3-63b8-43f3-87d9-c29a9f4159c1" providerId="ADAL" clId="{032C4407-E9F2-4176-BA7D-F421F4345921}" dt="2020-11-14T18:56:36.948" v="5" actId="21"/>
          <ac:picMkLst>
            <pc:docMk/>
            <pc:sldMk cId="1901650308" sldId="257"/>
            <ac:picMk id="11" creationId="{7ABA980D-BD89-492D-AE84-1C1B4A68875E}"/>
          </ac:picMkLst>
        </pc:picChg>
      </pc:sldChg>
      <pc:sldChg chg="delSp modSp mod">
        <pc:chgData name="david dalsveen" userId="1bc9e0f3-63b8-43f3-87d9-c29a9f4159c1" providerId="ADAL" clId="{032C4407-E9F2-4176-BA7D-F421F4345921}" dt="2020-11-14T19:02:40.765" v="246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032C4407-E9F2-4176-BA7D-F421F4345921}" dt="2020-11-14T18:58:38.288" v="19" actId="27636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032C4407-E9F2-4176-BA7D-F421F4345921}" dt="2020-11-14T19:02:40.765" v="246" actId="20577"/>
          <ac:spMkLst>
            <pc:docMk/>
            <pc:sldMk cId="3647716643" sldId="258"/>
            <ac:spMk id="15" creationId="{54497D69-439C-4E04-AB3B-CAA04057B828}"/>
          </ac:spMkLst>
        </pc:spChg>
        <pc:picChg chg="del">
          <ac:chgData name="david dalsveen" userId="1bc9e0f3-63b8-43f3-87d9-c29a9f4159c1" providerId="ADAL" clId="{032C4407-E9F2-4176-BA7D-F421F4345921}" dt="2020-11-14T18:58:03.285" v="15" actId="21"/>
          <ac:picMkLst>
            <pc:docMk/>
            <pc:sldMk cId="3647716643" sldId="258"/>
            <ac:picMk id="5" creationId="{5E7A7621-172C-4781-9A26-1A0E800CF0DC}"/>
          </ac:picMkLst>
        </pc:picChg>
      </pc:sldChg>
      <pc:sldChg chg="addSp delSp modSp mod">
        <pc:chgData name="david dalsveen" userId="1bc9e0f3-63b8-43f3-87d9-c29a9f4159c1" providerId="ADAL" clId="{032C4407-E9F2-4176-BA7D-F421F4345921}" dt="2020-11-14T19:06:58.937" v="528" actId="14100"/>
        <pc:sldMkLst>
          <pc:docMk/>
          <pc:sldMk cId="1226514440" sldId="264"/>
        </pc:sldMkLst>
        <pc:spChg chg="mod">
          <ac:chgData name="david dalsveen" userId="1bc9e0f3-63b8-43f3-87d9-c29a9f4159c1" providerId="ADAL" clId="{032C4407-E9F2-4176-BA7D-F421F4345921}" dt="2020-11-14T19:03:30.192" v="251" actId="27636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032C4407-E9F2-4176-BA7D-F421F4345921}" dt="2020-11-14T19:05:45.297" v="523" actId="20577"/>
          <ac:spMkLst>
            <pc:docMk/>
            <pc:sldMk cId="1226514440" sldId="264"/>
            <ac:spMk id="15" creationId="{54497D69-439C-4E04-AB3B-CAA04057B828}"/>
          </ac:spMkLst>
        </pc:spChg>
        <pc:picChg chg="del">
          <ac:chgData name="david dalsveen" userId="1bc9e0f3-63b8-43f3-87d9-c29a9f4159c1" providerId="ADAL" clId="{032C4407-E9F2-4176-BA7D-F421F4345921}" dt="2020-11-14T19:06:43.132" v="524" actId="21"/>
          <ac:picMkLst>
            <pc:docMk/>
            <pc:sldMk cId="1226514440" sldId="264"/>
            <ac:picMk id="5" creationId="{B3176E99-523B-4F45-BE38-D79E7EE92F65}"/>
          </ac:picMkLst>
        </pc:picChg>
        <pc:picChg chg="add mod">
          <ac:chgData name="david dalsveen" userId="1bc9e0f3-63b8-43f3-87d9-c29a9f4159c1" providerId="ADAL" clId="{032C4407-E9F2-4176-BA7D-F421F4345921}" dt="2020-11-14T19:06:58.937" v="528" actId="14100"/>
          <ac:picMkLst>
            <pc:docMk/>
            <pc:sldMk cId="1226514440" sldId="264"/>
            <ac:picMk id="6" creationId="{F525A85D-955F-4444-93C7-6E1D1C261E60}"/>
          </ac:picMkLst>
        </pc:picChg>
      </pc:sldChg>
      <pc:sldChg chg="addSp delSp modSp mod">
        <pc:chgData name="david dalsveen" userId="1bc9e0f3-63b8-43f3-87d9-c29a9f4159c1" providerId="ADAL" clId="{032C4407-E9F2-4176-BA7D-F421F4345921}" dt="2020-11-14T19:12:22.840" v="765" actId="14100"/>
        <pc:sldMkLst>
          <pc:docMk/>
          <pc:sldMk cId="1499107813" sldId="265"/>
        </pc:sldMkLst>
        <pc:spChg chg="mod">
          <ac:chgData name="david dalsveen" userId="1bc9e0f3-63b8-43f3-87d9-c29a9f4159c1" providerId="ADAL" clId="{032C4407-E9F2-4176-BA7D-F421F4345921}" dt="2020-11-14T19:07:48.632" v="532" actId="27636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032C4407-E9F2-4176-BA7D-F421F4345921}" dt="2020-11-14T19:10:44.073" v="761" actId="255"/>
          <ac:spMkLst>
            <pc:docMk/>
            <pc:sldMk cId="1499107813" sldId="265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032C4407-E9F2-4176-BA7D-F421F4345921}" dt="2020-11-14T19:12:22.840" v="765" actId="14100"/>
          <ac:picMkLst>
            <pc:docMk/>
            <pc:sldMk cId="1499107813" sldId="265"/>
            <ac:picMk id="5" creationId="{3D3037D5-7D1B-44F3-9FDE-8D4044856B73}"/>
          </ac:picMkLst>
        </pc:picChg>
        <pc:picChg chg="del">
          <ac:chgData name="david dalsveen" userId="1bc9e0f3-63b8-43f3-87d9-c29a9f4159c1" providerId="ADAL" clId="{032C4407-E9F2-4176-BA7D-F421F4345921}" dt="2020-11-14T19:11:00.476" v="762" actId="21"/>
          <ac:picMkLst>
            <pc:docMk/>
            <pc:sldMk cId="1499107813" sldId="265"/>
            <ac:picMk id="10" creationId="{F318CDEC-0D51-40E3-9CC3-497989785767}"/>
          </ac:picMkLst>
        </pc:picChg>
      </pc:sldChg>
      <pc:sldChg chg="addSp delSp modSp mod">
        <pc:chgData name="david dalsveen" userId="1bc9e0f3-63b8-43f3-87d9-c29a9f4159c1" providerId="ADAL" clId="{032C4407-E9F2-4176-BA7D-F421F4345921}" dt="2020-11-14T19:21:09.907" v="1118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032C4407-E9F2-4176-BA7D-F421F4345921}" dt="2020-11-14T19:14:36.548" v="770" actId="255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032C4407-E9F2-4176-BA7D-F421F4345921}" dt="2020-11-14T19:21:09.907" v="1118" actId="20577"/>
          <ac:spMkLst>
            <pc:docMk/>
            <pc:sldMk cId="3051798843" sldId="266"/>
            <ac:spMk id="15" creationId="{54497D69-439C-4E04-AB3B-CAA04057B828}"/>
          </ac:spMkLst>
        </pc:spChg>
        <pc:picChg chg="del">
          <ac:chgData name="david dalsveen" userId="1bc9e0f3-63b8-43f3-87d9-c29a9f4159c1" providerId="ADAL" clId="{032C4407-E9F2-4176-BA7D-F421F4345921}" dt="2020-11-14T19:14:47.507" v="771" actId="21"/>
          <ac:picMkLst>
            <pc:docMk/>
            <pc:sldMk cId="3051798843" sldId="266"/>
            <ac:picMk id="5" creationId="{1670BF89-85BA-4359-BDEB-4CCB8E039629}"/>
          </ac:picMkLst>
        </pc:picChg>
        <pc:picChg chg="add mod">
          <ac:chgData name="david dalsveen" userId="1bc9e0f3-63b8-43f3-87d9-c29a9f4159c1" providerId="ADAL" clId="{032C4407-E9F2-4176-BA7D-F421F4345921}" dt="2020-11-14T19:15:48.343" v="775" actId="14100"/>
          <ac:picMkLst>
            <pc:docMk/>
            <pc:sldMk cId="3051798843" sldId="266"/>
            <ac:picMk id="6" creationId="{F6AEFA50-F38E-4940-8F3D-B84CC7C03E6E}"/>
          </ac:picMkLst>
        </pc:picChg>
        <pc:picChg chg="add mod">
          <ac:chgData name="david dalsveen" userId="1bc9e0f3-63b8-43f3-87d9-c29a9f4159c1" providerId="ADAL" clId="{032C4407-E9F2-4176-BA7D-F421F4345921}" dt="2020-11-14T19:18:25.920" v="778" actId="14100"/>
          <ac:picMkLst>
            <pc:docMk/>
            <pc:sldMk cId="3051798843" sldId="266"/>
            <ac:picMk id="8" creationId="{02600A3D-8034-4B81-BEAE-35ECD97CD812}"/>
          </ac:picMkLst>
        </pc:picChg>
      </pc:sldChg>
      <pc:sldChg chg="addSp delSp modSp mod">
        <pc:chgData name="david dalsveen" userId="1bc9e0f3-63b8-43f3-87d9-c29a9f4159c1" providerId="ADAL" clId="{032C4407-E9F2-4176-BA7D-F421F4345921}" dt="2020-11-14T19:28:38.590" v="1420" actId="14100"/>
        <pc:sldMkLst>
          <pc:docMk/>
          <pc:sldMk cId="1354350229" sldId="267"/>
        </pc:sldMkLst>
        <pc:spChg chg="mod">
          <ac:chgData name="david dalsveen" userId="1bc9e0f3-63b8-43f3-87d9-c29a9f4159c1" providerId="ADAL" clId="{032C4407-E9F2-4176-BA7D-F421F4345921}" dt="2020-11-14T19:24:10.497" v="1138" actId="255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032C4407-E9F2-4176-BA7D-F421F4345921}" dt="2020-11-14T19:26:21.663" v="1278" actId="20577"/>
          <ac:spMkLst>
            <pc:docMk/>
            <pc:sldMk cId="1354350229" sldId="267"/>
            <ac:spMk id="3" creationId="{26532813-06A8-4210-874A-2DE00374E51C}"/>
          </ac:spMkLst>
        </pc:spChg>
        <pc:spChg chg="mod">
          <ac:chgData name="david dalsveen" userId="1bc9e0f3-63b8-43f3-87d9-c29a9f4159c1" providerId="ADAL" clId="{032C4407-E9F2-4176-BA7D-F421F4345921}" dt="2020-11-14T19:27:56.353" v="1415" actId="20577"/>
          <ac:spMkLst>
            <pc:docMk/>
            <pc:sldMk cId="1354350229" sldId="267"/>
            <ac:spMk id="15" creationId="{54497D69-439C-4E04-AB3B-CAA04057B828}"/>
          </ac:spMkLst>
        </pc:spChg>
        <pc:picChg chg="del">
          <ac:chgData name="david dalsveen" userId="1bc9e0f3-63b8-43f3-87d9-c29a9f4159c1" providerId="ADAL" clId="{032C4407-E9F2-4176-BA7D-F421F4345921}" dt="2020-11-14T19:28:01.344" v="1416" actId="21"/>
          <ac:picMkLst>
            <pc:docMk/>
            <pc:sldMk cId="1354350229" sldId="267"/>
            <ac:picMk id="4" creationId="{DA98716C-6CDE-4739-B27D-D8B952C42F08}"/>
          </ac:picMkLst>
        </pc:picChg>
        <pc:picChg chg="add mod">
          <ac:chgData name="david dalsveen" userId="1bc9e0f3-63b8-43f3-87d9-c29a9f4159c1" providerId="ADAL" clId="{032C4407-E9F2-4176-BA7D-F421F4345921}" dt="2020-11-14T19:28:38.590" v="1420" actId="14100"/>
          <ac:picMkLst>
            <pc:docMk/>
            <pc:sldMk cId="1354350229" sldId="267"/>
            <ac:picMk id="6" creationId="{821EF195-6251-42B6-A501-2A51FB9A45AD}"/>
          </ac:picMkLst>
        </pc:picChg>
      </pc:sldChg>
    </pc:docChg>
  </pc:docChgLst>
  <pc:docChgLst>
    <pc:chgData name="david dalsveen" userId="1bc9e0f3-63b8-43f3-87d9-c29a9f4159c1" providerId="ADAL" clId="{48520BCD-EA60-6E44-A27D-0673C6EC0C5C}"/>
    <pc:docChg chg="undo custSel addSld delSld modSld">
      <pc:chgData name="david dalsveen" userId="1bc9e0f3-63b8-43f3-87d9-c29a9f4159c1" providerId="ADAL" clId="{48520BCD-EA60-6E44-A27D-0673C6EC0C5C}" dt="2021-06-19T01:09:49.355" v="2554" actId="1076"/>
      <pc:docMkLst>
        <pc:docMk/>
      </pc:docMkLst>
      <pc:sldChg chg="delSp modSp mod delDesignElem">
        <pc:chgData name="david dalsveen" userId="1bc9e0f3-63b8-43f3-87d9-c29a9f4159c1" providerId="ADAL" clId="{48520BCD-EA60-6E44-A27D-0673C6EC0C5C}" dt="2021-06-19T01:09:49.355" v="2554" actId="1076"/>
        <pc:sldMkLst>
          <pc:docMk/>
          <pc:sldMk cId="4063939883" sldId="256"/>
        </pc:sldMkLst>
        <pc:spChg chg="mod">
          <ac:chgData name="david dalsveen" userId="1bc9e0f3-63b8-43f3-87d9-c29a9f4159c1" providerId="ADAL" clId="{48520BCD-EA60-6E44-A27D-0673C6EC0C5C}" dt="2021-06-18T23:22:33.188" v="5" actId="20577"/>
          <ac:spMkLst>
            <pc:docMk/>
            <pc:sldMk cId="4063939883" sldId="256"/>
            <ac:spMk id="2" creationId="{1C265080-7784-47AD-95CE-A9F66BD5AE31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4063939883" sldId="256"/>
            <ac:spMk id="9" creationId="{E91DC736-0EF8-4F87-9146-EBF1D2EE4D3D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4063939883" sldId="256"/>
            <ac:spMk id="11" creationId="{097CD68E-23E3-4007-8847-CD0944C4F7BE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4063939883" sldId="256"/>
            <ac:spMk id="13" creationId="{AF2F604E-43BE-4DC3-B983-E071523364F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4063939883" sldId="256"/>
            <ac:spMk id="15" creationId="{08C9B587-E65E-4B52-B37C-ABEBB6E87928}"/>
          </ac:spMkLst>
        </pc:spChg>
        <pc:picChg chg="mod">
          <ac:chgData name="david dalsveen" userId="1bc9e0f3-63b8-43f3-87d9-c29a9f4159c1" providerId="ADAL" clId="{48520BCD-EA60-6E44-A27D-0673C6EC0C5C}" dt="2021-06-19T01:09:49.355" v="2554" actId="1076"/>
          <ac:picMkLst>
            <pc:docMk/>
            <pc:sldMk cId="4063939883" sldId="256"/>
            <ac:picMk id="6" creationId="{4E2EFA48-108D-43F0-9F7E-B9FB42F28287}"/>
          </ac:picMkLst>
        </pc:picChg>
      </pc:sldChg>
      <pc:sldChg chg="addSp delSp modSp mod delDesignElem">
        <pc:chgData name="david dalsveen" userId="1bc9e0f3-63b8-43f3-87d9-c29a9f4159c1" providerId="ADAL" clId="{48520BCD-EA60-6E44-A27D-0673C6EC0C5C}" dt="2021-06-19T01:08:21.398" v="2552"/>
        <pc:sldMkLst>
          <pc:docMk/>
          <pc:sldMk cId="3647716643" sldId="258"/>
        </pc:sldMkLst>
        <pc:spChg chg="mod">
          <ac:chgData name="david dalsveen" userId="1bc9e0f3-63b8-43f3-87d9-c29a9f4159c1" providerId="ADAL" clId="{48520BCD-EA60-6E44-A27D-0673C6EC0C5C}" dt="2021-06-18T23:50:00.433" v="218" actId="255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48520BCD-EA60-6E44-A27D-0673C6EC0C5C}" dt="2021-06-18T23:55:02.655" v="573" actId="255"/>
          <ac:spMkLst>
            <pc:docMk/>
            <pc:sldMk cId="3647716643" sldId="258"/>
            <ac:spMk id="3" creationId="{26532813-06A8-4210-874A-2DE00374E51C}"/>
          </ac:spMkLst>
        </pc:spChg>
        <pc:spChg chg="add del mod">
          <ac:chgData name="david dalsveen" userId="1bc9e0f3-63b8-43f3-87d9-c29a9f4159c1" providerId="ADAL" clId="{48520BCD-EA60-6E44-A27D-0673C6EC0C5C}" dt="2021-06-18T23:55:05.720" v="575"/>
          <ac:spMkLst>
            <pc:docMk/>
            <pc:sldMk cId="3647716643" sldId="258"/>
            <ac:spMk id="5" creationId="{F5A78533-4A41-BF4B-A4D5-9E13334A43BC}"/>
          </ac:spMkLst>
        </pc:spChg>
        <pc:spChg chg="mod">
          <ac:chgData name="david dalsveen" userId="1bc9e0f3-63b8-43f3-87d9-c29a9f4159c1" providerId="ADAL" clId="{48520BCD-EA60-6E44-A27D-0673C6EC0C5C}" dt="2021-06-18T23:41:49.781" v="118" actId="20577"/>
          <ac:spMkLst>
            <pc:docMk/>
            <pc:sldMk cId="3647716643" sldId="258"/>
            <ac:spMk id="15" creationId="{54497D69-439C-4E04-AB3B-CAA04057B82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647716643" sldId="258"/>
            <ac:spMk id="25" creationId="{2C9A9DA9-7DC8-488B-A882-123947B0F3D9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647716643" sldId="258"/>
            <ac:spMk id="27" creationId="{57F6BDD4-E066-4008-8011-6CC31AEB4556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647716643" sldId="258"/>
            <ac:spMk id="29" creationId="{2711A8FB-68FC-45FC-B01E-38F809E2D439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647716643" sldId="258"/>
            <ac:spMk id="31" creationId="{2A865FE3-5FC9-4049-87CF-30019C46C0F5}"/>
          </ac:spMkLst>
        </pc:spChg>
        <pc:picChg chg="del">
          <ac:chgData name="david dalsveen" userId="1bc9e0f3-63b8-43f3-87d9-c29a9f4159c1" providerId="ADAL" clId="{48520BCD-EA60-6E44-A27D-0673C6EC0C5C}" dt="2021-06-18T23:42:43.583" v="125" actId="21"/>
          <ac:picMkLst>
            <pc:docMk/>
            <pc:sldMk cId="3647716643" sldId="258"/>
            <ac:picMk id="4" creationId="{AEC5D8B8-77AF-414F-9761-B3C726319790}"/>
          </ac:picMkLst>
        </pc:picChg>
        <pc:picChg chg="add mod">
          <ac:chgData name="david dalsveen" userId="1bc9e0f3-63b8-43f3-87d9-c29a9f4159c1" providerId="ADAL" clId="{48520BCD-EA60-6E44-A27D-0673C6EC0C5C}" dt="2021-06-18T23:56:02.565" v="580" actId="14100"/>
          <ac:picMkLst>
            <pc:docMk/>
            <pc:sldMk cId="3647716643" sldId="258"/>
            <ac:picMk id="6" creationId="{836D8953-FB07-BC43-9DBD-34AF1B1851DD}"/>
          </ac:picMkLst>
        </pc:picChg>
      </pc:sldChg>
      <pc:sldChg chg="addSp delSp modSp mod delDesignElem">
        <pc:chgData name="david dalsveen" userId="1bc9e0f3-63b8-43f3-87d9-c29a9f4159c1" providerId="ADAL" clId="{48520BCD-EA60-6E44-A27D-0673C6EC0C5C}" dt="2021-06-19T01:08:21.398" v="2552"/>
        <pc:sldMkLst>
          <pc:docMk/>
          <pc:sldMk cId="1499107813" sldId="265"/>
        </pc:sldMkLst>
        <pc:spChg chg="mod">
          <ac:chgData name="david dalsveen" userId="1bc9e0f3-63b8-43f3-87d9-c29a9f4159c1" providerId="ADAL" clId="{48520BCD-EA60-6E44-A27D-0673C6EC0C5C}" dt="2021-06-18T23:48:56.508" v="210" actId="1076"/>
          <ac:spMkLst>
            <pc:docMk/>
            <pc:sldMk cId="1499107813" sldId="265"/>
            <ac:spMk id="2" creationId="{FA2C910C-20A3-493C-AFCB-9366AF6F8D13}"/>
          </ac:spMkLst>
        </pc:spChg>
        <pc:spChg chg="add del mod">
          <ac:chgData name="david dalsveen" userId="1bc9e0f3-63b8-43f3-87d9-c29a9f4159c1" providerId="ADAL" clId="{48520BCD-EA60-6E44-A27D-0673C6EC0C5C}" dt="2021-06-18T23:57:58.285" v="773"/>
          <ac:spMkLst>
            <pc:docMk/>
            <pc:sldMk cId="1499107813" sldId="265"/>
            <ac:spMk id="3" creationId="{D2D226C1-876F-5E41-93E0-C8D7DA6A3B5E}"/>
          </ac:spMkLst>
        </pc:spChg>
        <pc:spChg chg="add del mod">
          <ac:chgData name="david dalsveen" userId="1bc9e0f3-63b8-43f3-87d9-c29a9f4159c1" providerId="ADAL" clId="{48520BCD-EA60-6E44-A27D-0673C6EC0C5C}" dt="2021-06-18T23:57:56.865" v="771"/>
          <ac:spMkLst>
            <pc:docMk/>
            <pc:sldMk cId="1499107813" sldId="265"/>
            <ac:spMk id="5" creationId="{4FDFE85B-E186-3647-A61C-83B6BCA55277}"/>
          </ac:spMkLst>
        </pc:spChg>
        <pc:spChg chg="mod">
          <ac:chgData name="david dalsveen" userId="1bc9e0f3-63b8-43f3-87d9-c29a9f4159c1" providerId="ADAL" clId="{48520BCD-EA60-6E44-A27D-0673C6EC0C5C}" dt="2021-06-19T00:02:13.799" v="1047" actId="5793"/>
          <ac:spMkLst>
            <pc:docMk/>
            <pc:sldMk cId="1499107813" sldId="265"/>
            <ac:spMk id="15" creationId="{54497D69-439C-4E04-AB3B-CAA04057B82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499107813" sldId="265"/>
            <ac:spMk id="49" creationId="{8F7AFB9A-7364-478C-B48B-8523CDD9AE8D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499107813" sldId="265"/>
            <ac:spMk id="51" creationId="{36678033-86B6-40E6-BE90-78D8ED4E3A31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499107813" sldId="265"/>
            <ac:spMk id="53" creationId="{D2542E1A-076E-4A34-BB67-2BF961754E0C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499107813" sldId="265"/>
            <ac:spMk id="55" creationId="{75C56826-D4E5-42ED-8529-079651CB3005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499107813" sldId="265"/>
            <ac:spMk id="57" creationId="{82095FCE-EF05-4443-B97A-85DEE3A5CA17}"/>
          </ac:spMkLst>
        </pc:spChg>
        <pc:picChg chg="del">
          <ac:chgData name="david dalsveen" userId="1bc9e0f3-63b8-43f3-87d9-c29a9f4159c1" providerId="ADAL" clId="{48520BCD-EA60-6E44-A27D-0673C6EC0C5C}" dt="2021-06-18T23:42:46.920" v="126" actId="21"/>
          <ac:picMkLst>
            <pc:docMk/>
            <pc:sldMk cId="1499107813" sldId="265"/>
            <ac:picMk id="4" creationId="{AC18DB19-2E9F-9942-853F-0F00760CED3D}"/>
          </ac:picMkLst>
        </pc:picChg>
        <pc:picChg chg="add mod">
          <ac:chgData name="david dalsveen" userId="1bc9e0f3-63b8-43f3-87d9-c29a9f4159c1" providerId="ADAL" clId="{48520BCD-EA60-6E44-A27D-0673C6EC0C5C}" dt="2021-06-19T00:58:50.474" v="2348" actId="14100"/>
          <ac:picMkLst>
            <pc:docMk/>
            <pc:sldMk cId="1499107813" sldId="265"/>
            <ac:picMk id="6" creationId="{1BB8C00C-7065-0244-8EB4-82EF664DF3AA}"/>
          </ac:picMkLst>
        </pc:picChg>
      </pc:sldChg>
      <pc:sldChg chg="addSp delSp modSp mod delDesignElem">
        <pc:chgData name="david dalsveen" userId="1bc9e0f3-63b8-43f3-87d9-c29a9f4159c1" providerId="ADAL" clId="{48520BCD-EA60-6E44-A27D-0673C6EC0C5C}" dt="2021-06-19T01:08:21.398" v="2552"/>
        <pc:sldMkLst>
          <pc:docMk/>
          <pc:sldMk cId="3051798843" sldId="266"/>
        </pc:sldMkLst>
        <pc:spChg chg="mod">
          <ac:chgData name="david dalsveen" userId="1bc9e0f3-63b8-43f3-87d9-c29a9f4159c1" providerId="ADAL" clId="{48520BCD-EA60-6E44-A27D-0673C6EC0C5C}" dt="2021-06-18T23:49:48.845" v="217" actId="14100"/>
          <ac:spMkLst>
            <pc:docMk/>
            <pc:sldMk cId="3051798843" sldId="266"/>
            <ac:spMk id="2" creationId="{FA2C910C-20A3-493C-AFCB-9366AF6F8D13}"/>
          </ac:spMkLst>
        </pc:spChg>
        <pc:spChg chg="del mod">
          <ac:chgData name="david dalsveen" userId="1bc9e0f3-63b8-43f3-87d9-c29a9f4159c1" providerId="ADAL" clId="{48520BCD-EA60-6E44-A27D-0673C6EC0C5C}" dt="2021-06-18T23:45:40.445" v="181" actId="21"/>
          <ac:spMkLst>
            <pc:docMk/>
            <pc:sldMk cId="3051798843" sldId="266"/>
            <ac:spMk id="3" creationId="{26532813-06A8-4210-874A-2DE00374E51C}"/>
          </ac:spMkLst>
        </pc:spChg>
        <pc:spChg chg="add del mod">
          <ac:chgData name="david dalsveen" userId="1bc9e0f3-63b8-43f3-87d9-c29a9f4159c1" providerId="ADAL" clId="{48520BCD-EA60-6E44-A27D-0673C6EC0C5C}" dt="2021-06-18T23:45:36.730" v="180"/>
          <ac:spMkLst>
            <pc:docMk/>
            <pc:sldMk cId="3051798843" sldId="266"/>
            <ac:spMk id="5" creationId="{A51DD5F4-989E-5D4A-9D57-EEC1078550E5}"/>
          </ac:spMkLst>
        </pc:spChg>
        <pc:spChg chg="add del mod">
          <ac:chgData name="david dalsveen" userId="1bc9e0f3-63b8-43f3-87d9-c29a9f4159c1" providerId="ADAL" clId="{48520BCD-EA60-6E44-A27D-0673C6EC0C5C}" dt="2021-06-18T23:45:58.320" v="185"/>
          <ac:spMkLst>
            <pc:docMk/>
            <pc:sldMk cId="3051798843" sldId="266"/>
            <ac:spMk id="6" creationId="{CBA366BD-88AA-5B48-BE43-86A47335161D}"/>
          </ac:spMkLst>
        </pc:spChg>
        <pc:spChg chg="add del mod">
          <ac:chgData name="david dalsveen" userId="1bc9e0f3-63b8-43f3-87d9-c29a9f4159c1" providerId="ADAL" clId="{48520BCD-EA60-6E44-A27D-0673C6EC0C5C}" dt="2021-06-19T00:42:14.069" v="1465"/>
          <ac:spMkLst>
            <pc:docMk/>
            <pc:sldMk cId="3051798843" sldId="266"/>
            <ac:spMk id="8" creationId="{805118C3-BF9F-9841-A204-63BD6ED50797}"/>
          </ac:spMkLst>
        </pc:spChg>
        <pc:spChg chg="add del mod">
          <ac:chgData name="david dalsveen" userId="1bc9e0f3-63b8-43f3-87d9-c29a9f4159c1" providerId="ADAL" clId="{48520BCD-EA60-6E44-A27D-0673C6EC0C5C}" dt="2021-06-19T00:42:14.070" v="1467"/>
          <ac:spMkLst>
            <pc:docMk/>
            <pc:sldMk cId="3051798843" sldId="266"/>
            <ac:spMk id="9" creationId="{F03C4AF8-7F6E-4046-91CC-31BD0D3156E7}"/>
          </ac:spMkLst>
        </pc:spChg>
        <pc:spChg chg="add del mod">
          <ac:chgData name="david dalsveen" userId="1bc9e0f3-63b8-43f3-87d9-c29a9f4159c1" providerId="ADAL" clId="{48520BCD-EA60-6E44-A27D-0673C6EC0C5C}" dt="2021-06-19T00:42:12.349" v="1463"/>
          <ac:spMkLst>
            <pc:docMk/>
            <pc:sldMk cId="3051798843" sldId="266"/>
            <ac:spMk id="10" creationId="{3F0F4506-03BF-A049-A294-4BEBC8F999C6}"/>
          </ac:spMkLst>
        </pc:spChg>
        <pc:spChg chg="add del mod">
          <ac:chgData name="david dalsveen" userId="1bc9e0f3-63b8-43f3-87d9-c29a9f4159c1" providerId="ADAL" clId="{48520BCD-EA60-6E44-A27D-0673C6EC0C5C}" dt="2021-06-19T00:42:26.915" v="1471"/>
          <ac:spMkLst>
            <pc:docMk/>
            <pc:sldMk cId="3051798843" sldId="266"/>
            <ac:spMk id="11" creationId="{FA5706CE-4948-4642-BD32-515E06D15396}"/>
          </ac:spMkLst>
        </pc:spChg>
        <pc:spChg chg="add del mod">
          <ac:chgData name="david dalsveen" userId="1bc9e0f3-63b8-43f3-87d9-c29a9f4159c1" providerId="ADAL" clId="{48520BCD-EA60-6E44-A27D-0673C6EC0C5C}" dt="2021-06-19T00:43:39.319" v="1622"/>
          <ac:spMkLst>
            <pc:docMk/>
            <pc:sldMk cId="3051798843" sldId="266"/>
            <ac:spMk id="12" creationId="{9F547333-53DE-394D-AD5F-A9222B5113FE}"/>
          </ac:spMkLst>
        </pc:spChg>
        <pc:spChg chg="mod">
          <ac:chgData name="david dalsveen" userId="1bc9e0f3-63b8-43f3-87d9-c29a9f4159c1" providerId="ADAL" clId="{48520BCD-EA60-6E44-A27D-0673C6EC0C5C}" dt="2021-06-19T00:46:08.134" v="1708" actId="20577"/>
          <ac:spMkLst>
            <pc:docMk/>
            <pc:sldMk cId="3051798843" sldId="266"/>
            <ac:spMk id="15" creationId="{54497D69-439C-4E04-AB3B-CAA04057B82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051798843" sldId="266"/>
            <ac:spMk id="62" creationId="{2C9A9DA9-7DC8-488B-A882-123947B0F3D9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051798843" sldId="266"/>
            <ac:spMk id="64" creationId="{57F6BDD4-E066-4008-8011-6CC31AEB4556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051798843" sldId="266"/>
            <ac:spMk id="66" creationId="{2711A8FB-68FC-45FC-B01E-38F809E2D439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3051798843" sldId="266"/>
            <ac:spMk id="68" creationId="{2A865FE3-5FC9-4049-87CF-30019C46C0F5}"/>
          </ac:spMkLst>
        </pc:spChg>
        <pc:picChg chg="del">
          <ac:chgData name="david dalsveen" userId="1bc9e0f3-63b8-43f3-87d9-c29a9f4159c1" providerId="ADAL" clId="{48520BCD-EA60-6E44-A27D-0673C6EC0C5C}" dt="2021-06-18T23:44:40.737" v="145" actId="21"/>
          <ac:picMkLst>
            <pc:docMk/>
            <pc:sldMk cId="3051798843" sldId="266"/>
            <ac:picMk id="4" creationId="{96348CEF-DE47-0A45-8C73-8C248B3A8C0C}"/>
          </ac:picMkLst>
        </pc:picChg>
        <pc:picChg chg="add mod">
          <ac:chgData name="david dalsveen" userId="1bc9e0f3-63b8-43f3-87d9-c29a9f4159c1" providerId="ADAL" clId="{48520BCD-EA60-6E44-A27D-0673C6EC0C5C}" dt="2021-06-19T00:41:44.719" v="1458" actId="1076"/>
          <ac:picMkLst>
            <pc:docMk/>
            <pc:sldMk cId="3051798843" sldId="266"/>
            <ac:picMk id="7" creationId="{820ECC57-3567-D443-991C-1250FF84F4F0}"/>
          </ac:picMkLst>
        </pc:picChg>
      </pc:sldChg>
      <pc:sldChg chg="addSp delSp modSp mod delDesignElem">
        <pc:chgData name="david dalsveen" userId="1bc9e0f3-63b8-43f3-87d9-c29a9f4159c1" providerId="ADAL" clId="{48520BCD-EA60-6E44-A27D-0673C6EC0C5C}" dt="2021-06-19T01:08:33.787" v="2553" actId="1076"/>
        <pc:sldMkLst>
          <pc:docMk/>
          <pc:sldMk cId="1354350229" sldId="267"/>
        </pc:sldMkLst>
        <pc:spChg chg="mod">
          <ac:chgData name="david dalsveen" userId="1bc9e0f3-63b8-43f3-87d9-c29a9f4159c1" providerId="ADAL" clId="{48520BCD-EA60-6E44-A27D-0673C6EC0C5C}" dt="2021-06-19T01:08:00.547" v="2545" actId="14100"/>
          <ac:spMkLst>
            <pc:docMk/>
            <pc:sldMk cId="1354350229" sldId="267"/>
            <ac:spMk id="2" creationId="{FA2C910C-20A3-493C-AFCB-9366AF6F8D13}"/>
          </ac:spMkLst>
        </pc:spChg>
        <pc:spChg chg="add del mod">
          <ac:chgData name="david dalsveen" userId="1bc9e0f3-63b8-43f3-87d9-c29a9f4159c1" providerId="ADAL" clId="{48520BCD-EA60-6E44-A27D-0673C6EC0C5C}" dt="2021-06-19T01:08:33.787" v="2553" actId="1076"/>
          <ac:spMkLst>
            <pc:docMk/>
            <pc:sldMk cId="1354350229" sldId="267"/>
            <ac:spMk id="3" creationId="{26532813-06A8-4210-874A-2DE00374E51C}"/>
          </ac:spMkLst>
        </pc:spChg>
        <pc:spChg chg="add del mod">
          <ac:chgData name="david dalsveen" userId="1bc9e0f3-63b8-43f3-87d9-c29a9f4159c1" providerId="ADAL" clId="{48520BCD-EA60-6E44-A27D-0673C6EC0C5C}" dt="2021-06-19T00:55:08.886" v="2251"/>
          <ac:spMkLst>
            <pc:docMk/>
            <pc:sldMk cId="1354350229" sldId="267"/>
            <ac:spMk id="4" creationId="{85DE6302-7B97-2745-981E-01C3D75CAEA2}"/>
          </ac:spMkLst>
        </pc:spChg>
        <pc:spChg chg="add del mod">
          <ac:chgData name="david dalsveen" userId="1bc9e0f3-63b8-43f3-87d9-c29a9f4159c1" providerId="ADAL" clId="{48520BCD-EA60-6E44-A27D-0673C6EC0C5C}" dt="2021-06-19T00:56:22.889" v="2295" actId="21"/>
          <ac:spMkLst>
            <pc:docMk/>
            <pc:sldMk cId="1354350229" sldId="267"/>
            <ac:spMk id="7" creationId="{748A4096-2618-1C47-AB12-B09C154C6981}"/>
          </ac:spMkLst>
        </pc:spChg>
        <pc:spChg chg="add mod">
          <ac:chgData name="david dalsveen" userId="1bc9e0f3-63b8-43f3-87d9-c29a9f4159c1" providerId="ADAL" clId="{48520BCD-EA60-6E44-A27D-0673C6EC0C5C}" dt="2021-06-19T01:02:55.240" v="2457" actId="1076"/>
          <ac:spMkLst>
            <pc:docMk/>
            <pc:sldMk cId="1354350229" sldId="267"/>
            <ac:spMk id="8" creationId="{AC8126E3-9B74-6B42-923C-AB8077D38B76}"/>
          </ac:spMkLst>
        </pc:spChg>
        <pc:spChg chg="add del mod">
          <ac:chgData name="david dalsveen" userId="1bc9e0f3-63b8-43f3-87d9-c29a9f4159c1" providerId="ADAL" clId="{48520BCD-EA60-6E44-A27D-0673C6EC0C5C}" dt="2021-06-19T01:07:46.780" v="2543"/>
          <ac:spMkLst>
            <pc:docMk/>
            <pc:sldMk cId="1354350229" sldId="267"/>
            <ac:spMk id="9" creationId="{E4BEBFC7-3124-3440-9AF5-63257C1C870F}"/>
          </ac:spMkLst>
        </pc:spChg>
        <pc:spChg chg="add del mod">
          <ac:chgData name="david dalsveen" userId="1bc9e0f3-63b8-43f3-87d9-c29a9f4159c1" providerId="ADAL" clId="{48520BCD-EA60-6E44-A27D-0673C6EC0C5C}" dt="2021-06-19T01:07:46.098" v="2541"/>
          <ac:spMkLst>
            <pc:docMk/>
            <pc:sldMk cId="1354350229" sldId="267"/>
            <ac:spMk id="10" creationId="{D601D44C-C287-E646-AD4E-F06E601734D3}"/>
          </ac:spMkLst>
        </pc:spChg>
        <pc:spChg chg="del mod">
          <ac:chgData name="david dalsveen" userId="1bc9e0f3-63b8-43f3-87d9-c29a9f4159c1" providerId="ADAL" clId="{48520BCD-EA60-6E44-A27D-0673C6EC0C5C}" dt="2021-06-19T01:05:32.852" v="2534" actId="21"/>
          <ac:spMkLst>
            <pc:docMk/>
            <pc:sldMk cId="1354350229" sldId="267"/>
            <ac:spMk id="15" creationId="{54497D69-439C-4E04-AB3B-CAA04057B82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354350229" sldId="267"/>
            <ac:spMk id="36" creationId="{0288C6B4-AFC3-407F-A595-EFFD38D4CCAF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354350229" sldId="267"/>
            <ac:spMk id="38" creationId="{CF236821-17FE-429B-8D2C-08E13A64EA40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354350229" sldId="267"/>
            <ac:spMk id="40" creationId="{C0BDBCD2-E081-43AB-9119-C55465E59757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354350229" sldId="267"/>
            <ac:spMk id="42" creationId="{98E79BE4-34FE-485A-98A5-92CE8F7C4743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354350229" sldId="267"/>
            <ac:spMk id="44" creationId="{7A5F0580-5EE9-419F-96EE-B6529EF6E7D0}"/>
          </ac:spMkLst>
        </pc:spChg>
        <pc:picChg chg="del">
          <ac:chgData name="david dalsveen" userId="1bc9e0f3-63b8-43f3-87d9-c29a9f4159c1" providerId="ADAL" clId="{48520BCD-EA60-6E44-A27D-0673C6EC0C5C}" dt="2021-06-18T23:50:37.935" v="222" actId="21"/>
          <ac:picMkLst>
            <pc:docMk/>
            <pc:sldMk cId="1354350229" sldId="267"/>
            <ac:picMk id="5" creationId="{92B47D2C-54A3-294F-A420-E4A52F77C746}"/>
          </ac:picMkLst>
        </pc:picChg>
      </pc:sldChg>
      <pc:sldChg chg="addSp delSp modSp mod delDesignElem">
        <pc:chgData name="david dalsveen" userId="1bc9e0f3-63b8-43f3-87d9-c29a9f4159c1" providerId="ADAL" clId="{48520BCD-EA60-6E44-A27D-0673C6EC0C5C}" dt="2021-06-19T01:08:21.398" v="2552"/>
        <pc:sldMkLst>
          <pc:docMk/>
          <pc:sldMk cId="1005681923" sldId="268"/>
        </pc:sldMkLst>
        <pc:spChg chg="mod">
          <ac:chgData name="david dalsveen" userId="1bc9e0f3-63b8-43f3-87d9-c29a9f4159c1" providerId="ADAL" clId="{48520BCD-EA60-6E44-A27D-0673C6EC0C5C}" dt="2021-06-18T23:41:05.029" v="113" actId="20577"/>
          <ac:spMkLst>
            <pc:docMk/>
            <pc:sldMk cId="1005681923" sldId="268"/>
            <ac:spMk id="7" creationId="{E1ED724E-C4A2-4656-A6EB-D48C990F55FB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57" creationId="{8D06CE56-3881-4ADA-8CEF-D18B02C242A3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59" creationId="{79F3C543-62EC-4433-9C93-A2CD8764E9B4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61" creationId="{017517EF-BD4D-4055-BDB4-A322C53568AD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63" creationId="{0ADDB668-2CA4-4D2B-9C34-3487CA330BA8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65" creationId="{2568BC19-F052-4108-93E1-6A3D1DEC072F}"/>
          </ac:spMkLst>
        </pc:spChg>
        <pc:spChg chg="del">
          <ac:chgData name="david dalsveen" userId="1bc9e0f3-63b8-43f3-87d9-c29a9f4159c1" providerId="ADAL" clId="{48520BCD-EA60-6E44-A27D-0673C6EC0C5C}" dt="2021-06-19T01:08:21.398" v="2552"/>
          <ac:spMkLst>
            <pc:docMk/>
            <pc:sldMk cId="1005681923" sldId="268"/>
            <ac:spMk id="67" creationId="{D5FD337D-4D6B-4C8B-B6F5-121097E09881}"/>
          </ac:spMkLst>
        </pc:spChg>
        <pc:picChg chg="add del">
          <ac:chgData name="david dalsveen" userId="1bc9e0f3-63b8-43f3-87d9-c29a9f4159c1" providerId="ADAL" clId="{48520BCD-EA60-6E44-A27D-0673C6EC0C5C}" dt="2021-06-18T23:23:46.765" v="9" actId="21"/>
          <ac:picMkLst>
            <pc:docMk/>
            <pc:sldMk cId="1005681923" sldId="268"/>
            <ac:picMk id="2" creationId="{E0C5A333-62C3-7745-B29A-D1B74AB2B3FC}"/>
          </ac:picMkLst>
        </pc:picChg>
        <pc:picChg chg="add mod">
          <ac:chgData name="david dalsveen" userId="1bc9e0f3-63b8-43f3-87d9-c29a9f4159c1" providerId="ADAL" clId="{48520BCD-EA60-6E44-A27D-0673C6EC0C5C}" dt="2021-06-18T23:40:50.417" v="96" actId="1076"/>
          <ac:picMkLst>
            <pc:docMk/>
            <pc:sldMk cId="1005681923" sldId="268"/>
            <ac:picMk id="3" creationId="{A4F5CFD7-82DC-C64A-B38C-BC42A1B0A1ED}"/>
          </ac:picMkLst>
        </pc:picChg>
        <pc:picChg chg="del">
          <ac:chgData name="david dalsveen" userId="1bc9e0f3-63b8-43f3-87d9-c29a9f4159c1" providerId="ADAL" clId="{48520BCD-EA60-6E44-A27D-0673C6EC0C5C}" dt="2021-06-18T23:23:48.983" v="10" actId="21"/>
          <ac:picMkLst>
            <pc:docMk/>
            <pc:sldMk cId="1005681923" sldId="268"/>
            <ac:picMk id="10" creationId="{1ECF1997-F2DB-644D-9BFE-FE6D6A4A743A}"/>
          </ac:picMkLst>
        </pc:picChg>
        <pc:picChg chg="add mod">
          <ac:chgData name="david dalsveen" userId="1bc9e0f3-63b8-43f3-87d9-c29a9f4159c1" providerId="ADAL" clId="{48520BCD-EA60-6E44-A27D-0673C6EC0C5C}" dt="2021-06-18T23:40:52.887" v="97" actId="1076"/>
          <ac:picMkLst>
            <pc:docMk/>
            <pc:sldMk cId="1005681923" sldId="268"/>
            <ac:picMk id="11" creationId="{1940565F-0CF4-A24B-87EE-0412363957E8}"/>
          </ac:picMkLst>
        </pc:picChg>
      </pc:sldChg>
      <pc:sldChg chg="delSp modSp del mod">
        <pc:chgData name="david dalsveen" userId="1bc9e0f3-63b8-43f3-87d9-c29a9f4159c1" providerId="ADAL" clId="{48520BCD-EA60-6E44-A27D-0673C6EC0C5C}" dt="2021-06-18T23:46:53.983" v="194" actId="2696"/>
        <pc:sldMkLst>
          <pc:docMk/>
          <pc:sldMk cId="708867094" sldId="269"/>
        </pc:sldMkLst>
        <pc:spChg chg="mod">
          <ac:chgData name="david dalsveen" userId="1bc9e0f3-63b8-43f3-87d9-c29a9f4159c1" providerId="ADAL" clId="{48520BCD-EA60-6E44-A27D-0673C6EC0C5C}" dt="2021-06-18T23:42:18.794" v="122" actId="20577"/>
          <ac:spMkLst>
            <pc:docMk/>
            <pc:sldMk cId="70886709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48520BCD-EA60-6E44-A27D-0673C6EC0C5C}" dt="2021-06-18T23:42:24.214" v="123" actId="20577"/>
          <ac:spMkLst>
            <pc:docMk/>
            <pc:sldMk cId="708867094" sldId="269"/>
            <ac:spMk id="15" creationId="{54497D69-439C-4E04-AB3B-CAA04057B828}"/>
          </ac:spMkLst>
        </pc:spChg>
        <pc:picChg chg="del">
          <ac:chgData name="david dalsveen" userId="1bc9e0f3-63b8-43f3-87d9-c29a9f4159c1" providerId="ADAL" clId="{48520BCD-EA60-6E44-A27D-0673C6EC0C5C}" dt="2021-06-18T23:42:26.762" v="124" actId="21"/>
          <ac:picMkLst>
            <pc:docMk/>
            <pc:sldMk cId="708867094" sldId="269"/>
            <ac:picMk id="4" creationId="{5075E84D-E0C3-6846-9965-58DD8BF9B5B4}"/>
          </ac:picMkLst>
        </pc:picChg>
      </pc:sldChg>
      <pc:sldChg chg="addSp delSp modSp add mod setBg delDesignElem">
        <pc:chgData name="david dalsveen" userId="1bc9e0f3-63b8-43f3-87d9-c29a9f4159c1" providerId="ADAL" clId="{48520BCD-EA60-6E44-A27D-0673C6EC0C5C}" dt="2021-06-19T00:11:33.202" v="1456" actId="14100"/>
        <pc:sldMkLst>
          <pc:docMk/>
          <pc:sldMk cId="1532232939" sldId="269"/>
        </pc:sldMkLst>
        <pc:spChg chg="mod">
          <ac:chgData name="david dalsveen" userId="1bc9e0f3-63b8-43f3-87d9-c29a9f4159c1" providerId="ADAL" clId="{48520BCD-EA60-6E44-A27D-0673C6EC0C5C}" dt="2021-06-18T23:49:10.811" v="212" actId="255"/>
          <ac:spMkLst>
            <pc:docMk/>
            <pc:sldMk cId="1532232939" sldId="269"/>
            <ac:spMk id="2" creationId="{FA2C910C-20A3-493C-AFCB-9366AF6F8D13}"/>
          </ac:spMkLst>
        </pc:spChg>
        <pc:spChg chg="add del mod">
          <ac:chgData name="david dalsveen" userId="1bc9e0f3-63b8-43f3-87d9-c29a9f4159c1" providerId="ADAL" clId="{48520BCD-EA60-6E44-A27D-0673C6EC0C5C}" dt="2021-06-19T00:02:51.820" v="1050"/>
          <ac:spMkLst>
            <pc:docMk/>
            <pc:sldMk cId="1532232939" sldId="269"/>
            <ac:spMk id="3" creationId="{A2068270-9C55-D344-85DD-4E18B65774B8}"/>
          </ac:spMkLst>
        </pc:spChg>
        <pc:spChg chg="add del mod">
          <ac:chgData name="david dalsveen" userId="1bc9e0f3-63b8-43f3-87d9-c29a9f4159c1" providerId="ADAL" clId="{48520BCD-EA60-6E44-A27D-0673C6EC0C5C}" dt="2021-06-19T00:03:43.691" v="1134"/>
          <ac:spMkLst>
            <pc:docMk/>
            <pc:sldMk cId="1532232939" sldId="269"/>
            <ac:spMk id="4" creationId="{77659266-8E19-574A-AB78-E9E5E91AAD67}"/>
          </ac:spMkLst>
        </pc:spChg>
        <pc:spChg chg="mod">
          <ac:chgData name="david dalsveen" userId="1bc9e0f3-63b8-43f3-87d9-c29a9f4159c1" providerId="ADAL" clId="{48520BCD-EA60-6E44-A27D-0673C6EC0C5C}" dt="2021-06-19T00:07:16.462" v="1451" actId="20577"/>
          <ac:spMkLst>
            <pc:docMk/>
            <pc:sldMk cId="1532232939" sldId="269"/>
            <ac:spMk id="15" creationId="{54497D69-439C-4E04-AB3B-CAA04057B828}"/>
          </ac:spMkLst>
        </pc:spChg>
        <pc:spChg chg="del">
          <ac:chgData name="david dalsveen" userId="1bc9e0f3-63b8-43f3-87d9-c29a9f4159c1" providerId="ADAL" clId="{48520BCD-EA60-6E44-A27D-0673C6EC0C5C}" dt="2021-06-18T23:48:08.324" v="204"/>
          <ac:spMkLst>
            <pc:docMk/>
            <pc:sldMk cId="1532232939" sldId="269"/>
            <ac:spMk id="62" creationId="{2C9A9DA9-7DC8-488B-A882-123947B0F3D9}"/>
          </ac:spMkLst>
        </pc:spChg>
        <pc:spChg chg="del">
          <ac:chgData name="david dalsveen" userId="1bc9e0f3-63b8-43f3-87d9-c29a9f4159c1" providerId="ADAL" clId="{48520BCD-EA60-6E44-A27D-0673C6EC0C5C}" dt="2021-06-18T23:48:08.324" v="204"/>
          <ac:spMkLst>
            <pc:docMk/>
            <pc:sldMk cId="1532232939" sldId="269"/>
            <ac:spMk id="64" creationId="{57F6BDD4-E066-4008-8011-6CC31AEB4556}"/>
          </ac:spMkLst>
        </pc:spChg>
        <pc:spChg chg="del">
          <ac:chgData name="david dalsveen" userId="1bc9e0f3-63b8-43f3-87d9-c29a9f4159c1" providerId="ADAL" clId="{48520BCD-EA60-6E44-A27D-0673C6EC0C5C}" dt="2021-06-18T23:48:08.324" v="204"/>
          <ac:spMkLst>
            <pc:docMk/>
            <pc:sldMk cId="1532232939" sldId="269"/>
            <ac:spMk id="66" creationId="{2711A8FB-68FC-45FC-B01E-38F809E2D439}"/>
          </ac:spMkLst>
        </pc:spChg>
        <pc:spChg chg="del">
          <ac:chgData name="david dalsveen" userId="1bc9e0f3-63b8-43f3-87d9-c29a9f4159c1" providerId="ADAL" clId="{48520BCD-EA60-6E44-A27D-0673C6EC0C5C}" dt="2021-06-18T23:48:08.324" v="204"/>
          <ac:spMkLst>
            <pc:docMk/>
            <pc:sldMk cId="1532232939" sldId="269"/>
            <ac:spMk id="68" creationId="{2A865FE3-5FC9-4049-87CF-30019C46C0F5}"/>
          </ac:spMkLst>
        </pc:spChg>
        <pc:picChg chg="add mod">
          <ac:chgData name="david dalsveen" userId="1bc9e0f3-63b8-43f3-87d9-c29a9f4159c1" providerId="ADAL" clId="{48520BCD-EA60-6E44-A27D-0673C6EC0C5C}" dt="2021-06-19T00:11:33.202" v="1456" actId="14100"/>
          <ac:picMkLst>
            <pc:docMk/>
            <pc:sldMk cId="1532232939" sldId="269"/>
            <ac:picMk id="5" creationId="{EAD650B3-9AD8-484D-9472-CD023882F0C4}"/>
          </ac:picMkLst>
        </pc:picChg>
      </pc:sldChg>
      <pc:sldChg chg="delSp add del setBg delDesignElem">
        <pc:chgData name="david dalsveen" userId="1bc9e0f3-63b8-43f3-87d9-c29a9f4159c1" providerId="ADAL" clId="{48520BCD-EA60-6E44-A27D-0673C6EC0C5C}" dt="2021-06-18T23:47:58.792" v="202" actId="2696"/>
        <pc:sldMkLst>
          <pc:docMk/>
          <pc:sldMk cId="4201357261" sldId="270"/>
        </pc:sldMkLst>
        <pc:spChg chg="del">
          <ac:chgData name="david dalsveen" userId="1bc9e0f3-63b8-43f3-87d9-c29a9f4159c1" providerId="ADAL" clId="{48520BCD-EA60-6E44-A27D-0673C6EC0C5C}" dt="2021-06-18T23:46:17.544" v="188"/>
          <ac:spMkLst>
            <pc:docMk/>
            <pc:sldMk cId="4201357261" sldId="270"/>
            <ac:spMk id="49" creationId="{8F7AFB9A-7364-478C-B48B-8523CDD9AE8D}"/>
          </ac:spMkLst>
        </pc:spChg>
        <pc:spChg chg="del">
          <ac:chgData name="david dalsveen" userId="1bc9e0f3-63b8-43f3-87d9-c29a9f4159c1" providerId="ADAL" clId="{48520BCD-EA60-6E44-A27D-0673C6EC0C5C}" dt="2021-06-18T23:46:17.544" v="188"/>
          <ac:spMkLst>
            <pc:docMk/>
            <pc:sldMk cId="4201357261" sldId="270"/>
            <ac:spMk id="51" creationId="{36678033-86B6-40E6-BE90-78D8ED4E3A31}"/>
          </ac:spMkLst>
        </pc:spChg>
        <pc:spChg chg="del">
          <ac:chgData name="david dalsveen" userId="1bc9e0f3-63b8-43f3-87d9-c29a9f4159c1" providerId="ADAL" clId="{48520BCD-EA60-6E44-A27D-0673C6EC0C5C}" dt="2021-06-18T23:46:17.544" v="188"/>
          <ac:spMkLst>
            <pc:docMk/>
            <pc:sldMk cId="4201357261" sldId="270"/>
            <ac:spMk id="53" creationId="{D2542E1A-076E-4A34-BB67-2BF961754E0C}"/>
          </ac:spMkLst>
        </pc:spChg>
        <pc:spChg chg="del">
          <ac:chgData name="david dalsveen" userId="1bc9e0f3-63b8-43f3-87d9-c29a9f4159c1" providerId="ADAL" clId="{48520BCD-EA60-6E44-A27D-0673C6EC0C5C}" dt="2021-06-18T23:46:17.544" v="188"/>
          <ac:spMkLst>
            <pc:docMk/>
            <pc:sldMk cId="4201357261" sldId="270"/>
            <ac:spMk id="55" creationId="{75C56826-D4E5-42ED-8529-079651CB3005}"/>
          </ac:spMkLst>
        </pc:spChg>
        <pc:spChg chg="del">
          <ac:chgData name="david dalsveen" userId="1bc9e0f3-63b8-43f3-87d9-c29a9f4159c1" providerId="ADAL" clId="{48520BCD-EA60-6E44-A27D-0673C6EC0C5C}" dt="2021-06-18T23:46:17.544" v="188"/>
          <ac:spMkLst>
            <pc:docMk/>
            <pc:sldMk cId="4201357261" sldId="270"/>
            <ac:spMk id="57" creationId="{82095FCE-EF05-4443-B97A-85DEE3A5CA17}"/>
          </ac:spMkLst>
        </pc:spChg>
      </pc:sldChg>
      <pc:sldChg chg="delSp add del setBg delDesignElem">
        <pc:chgData name="david dalsveen" userId="1bc9e0f3-63b8-43f3-87d9-c29a9f4159c1" providerId="ADAL" clId="{48520BCD-EA60-6E44-A27D-0673C6EC0C5C}" dt="2021-06-18T23:47:44.431" v="201" actId="2696"/>
        <pc:sldMkLst>
          <pc:docMk/>
          <pc:sldMk cId="462352037" sldId="271"/>
        </pc:sldMkLst>
        <pc:spChg chg="del">
          <ac:chgData name="david dalsveen" userId="1bc9e0f3-63b8-43f3-87d9-c29a9f4159c1" providerId="ADAL" clId="{48520BCD-EA60-6E44-A27D-0673C6EC0C5C}" dt="2021-06-18T23:47:37.401" v="200"/>
          <ac:spMkLst>
            <pc:docMk/>
            <pc:sldMk cId="462352037" sldId="271"/>
            <ac:spMk id="49" creationId="{8F7AFB9A-7364-478C-B48B-8523CDD9AE8D}"/>
          </ac:spMkLst>
        </pc:spChg>
        <pc:spChg chg="del">
          <ac:chgData name="david dalsveen" userId="1bc9e0f3-63b8-43f3-87d9-c29a9f4159c1" providerId="ADAL" clId="{48520BCD-EA60-6E44-A27D-0673C6EC0C5C}" dt="2021-06-18T23:47:37.401" v="200"/>
          <ac:spMkLst>
            <pc:docMk/>
            <pc:sldMk cId="462352037" sldId="271"/>
            <ac:spMk id="51" creationId="{36678033-86B6-40E6-BE90-78D8ED4E3A31}"/>
          </ac:spMkLst>
        </pc:spChg>
        <pc:spChg chg="del">
          <ac:chgData name="david dalsveen" userId="1bc9e0f3-63b8-43f3-87d9-c29a9f4159c1" providerId="ADAL" clId="{48520BCD-EA60-6E44-A27D-0673C6EC0C5C}" dt="2021-06-18T23:47:37.401" v="200"/>
          <ac:spMkLst>
            <pc:docMk/>
            <pc:sldMk cId="462352037" sldId="271"/>
            <ac:spMk id="53" creationId="{D2542E1A-076E-4A34-BB67-2BF961754E0C}"/>
          </ac:spMkLst>
        </pc:spChg>
        <pc:spChg chg="del">
          <ac:chgData name="david dalsveen" userId="1bc9e0f3-63b8-43f3-87d9-c29a9f4159c1" providerId="ADAL" clId="{48520BCD-EA60-6E44-A27D-0673C6EC0C5C}" dt="2021-06-18T23:47:37.401" v="200"/>
          <ac:spMkLst>
            <pc:docMk/>
            <pc:sldMk cId="462352037" sldId="271"/>
            <ac:spMk id="55" creationId="{75C56826-D4E5-42ED-8529-079651CB3005}"/>
          </ac:spMkLst>
        </pc:spChg>
        <pc:spChg chg="del">
          <ac:chgData name="david dalsveen" userId="1bc9e0f3-63b8-43f3-87d9-c29a9f4159c1" providerId="ADAL" clId="{48520BCD-EA60-6E44-A27D-0673C6EC0C5C}" dt="2021-06-18T23:47:37.401" v="200"/>
          <ac:spMkLst>
            <pc:docMk/>
            <pc:sldMk cId="462352037" sldId="271"/>
            <ac:spMk id="57" creationId="{82095FCE-EF05-4443-B97A-85DEE3A5CA17}"/>
          </ac:spMkLst>
        </pc:spChg>
      </pc:sldChg>
      <pc:sldChg chg="delSp modSp add del setBg delDesignElem">
        <pc:chgData name="david dalsveen" userId="1bc9e0f3-63b8-43f3-87d9-c29a9f4159c1" providerId="ADAL" clId="{48520BCD-EA60-6E44-A27D-0673C6EC0C5C}" dt="2021-06-18T23:47:33.106" v="198" actId="2696"/>
        <pc:sldMkLst>
          <pc:docMk/>
          <pc:sldMk cId="3157139212" sldId="271"/>
        </pc:sldMkLst>
        <pc:spChg chg="mod">
          <ac:chgData name="david dalsveen" userId="1bc9e0f3-63b8-43f3-87d9-c29a9f4159c1" providerId="ADAL" clId="{48520BCD-EA60-6E44-A27D-0673C6EC0C5C}" dt="2021-06-18T23:47:24.360" v="197"/>
          <ac:spMkLst>
            <pc:docMk/>
            <pc:sldMk cId="3157139212" sldId="271"/>
            <ac:spMk id="2" creationId="{FA2C910C-20A3-493C-AFCB-9366AF6F8D13}"/>
          </ac:spMkLst>
        </pc:spChg>
        <pc:spChg chg="del">
          <ac:chgData name="david dalsveen" userId="1bc9e0f3-63b8-43f3-87d9-c29a9f4159c1" providerId="ADAL" clId="{48520BCD-EA60-6E44-A27D-0673C6EC0C5C}" dt="2021-06-18T23:47:13.164" v="196"/>
          <ac:spMkLst>
            <pc:docMk/>
            <pc:sldMk cId="3157139212" sldId="271"/>
            <ac:spMk id="49" creationId="{8F7AFB9A-7364-478C-B48B-8523CDD9AE8D}"/>
          </ac:spMkLst>
        </pc:spChg>
        <pc:spChg chg="del">
          <ac:chgData name="david dalsveen" userId="1bc9e0f3-63b8-43f3-87d9-c29a9f4159c1" providerId="ADAL" clId="{48520BCD-EA60-6E44-A27D-0673C6EC0C5C}" dt="2021-06-18T23:47:13.164" v="196"/>
          <ac:spMkLst>
            <pc:docMk/>
            <pc:sldMk cId="3157139212" sldId="271"/>
            <ac:spMk id="51" creationId="{36678033-86B6-40E6-BE90-78D8ED4E3A31}"/>
          </ac:spMkLst>
        </pc:spChg>
        <pc:spChg chg="del">
          <ac:chgData name="david dalsveen" userId="1bc9e0f3-63b8-43f3-87d9-c29a9f4159c1" providerId="ADAL" clId="{48520BCD-EA60-6E44-A27D-0673C6EC0C5C}" dt="2021-06-18T23:47:13.164" v="196"/>
          <ac:spMkLst>
            <pc:docMk/>
            <pc:sldMk cId="3157139212" sldId="271"/>
            <ac:spMk id="53" creationId="{D2542E1A-076E-4A34-BB67-2BF961754E0C}"/>
          </ac:spMkLst>
        </pc:spChg>
        <pc:spChg chg="del">
          <ac:chgData name="david dalsveen" userId="1bc9e0f3-63b8-43f3-87d9-c29a9f4159c1" providerId="ADAL" clId="{48520BCD-EA60-6E44-A27D-0673C6EC0C5C}" dt="2021-06-18T23:47:13.164" v="196"/>
          <ac:spMkLst>
            <pc:docMk/>
            <pc:sldMk cId="3157139212" sldId="271"/>
            <ac:spMk id="55" creationId="{75C56826-D4E5-42ED-8529-079651CB3005}"/>
          </ac:spMkLst>
        </pc:spChg>
        <pc:spChg chg="del">
          <ac:chgData name="david dalsveen" userId="1bc9e0f3-63b8-43f3-87d9-c29a9f4159c1" providerId="ADAL" clId="{48520BCD-EA60-6E44-A27D-0673C6EC0C5C}" dt="2021-06-18T23:47:13.164" v="196"/>
          <ac:spMkLst>
            <pc:docMk/>
            <pc:sldMk cId="3157139212" sldId="271"/>
            <ac:spMk id="57" creationId="{82095FCE-EF05-4443-B97A-85DEE3A5CA17}"/>
          </ac:spMkLst>
        </pc:spChg>
      </pc:sldChg>
    </pc:docChg>
  </pc:docChgLst>
  <pc:docChgLst>
    <pc:chgData name="david dalsveen" userId="1bc9e0f3-63b8-43f3-87d9-c29a9f4159c1" providerId="ADAL" clId="{E6B82632-C362-48FE-B892-E14AFCF9E4CF}"/>
    <pc:docChg chg="undo custSel modSld">
      <pc:chgData name="david dalsveen" userId="1bc9e0f3-63b8-43f3-87d9-c29a9f4159c1" providerId="ADAL" clId="{E6B82632-C362-48FE-B892-E14AFCF9E4CF}" dt="2021-01-26T06:25:33.781" v="1520" actId="14100"/>
      <pc:docMkLst>
        <pc:docMk/>
      </pc:docMkLst>
      <pc:sldChg chg="addSp delSp modSp mod">
        <pc:chgData name="david dalsveen" userId="1bc9e0f3-63b8-43f3-87d9-c29a9f4159c1" providerId="ADAL" clId="{E6B82632-C362-48FE-B892-E14AFCF9E4CF}" dt="2021-01-26T06:25:33.781" v="1520" actId="14100"/>
        <pc:sldMkLst>
          <pc:docMk/>
          <pc:sldMk cId="4063939883" sldId="256"/>
        </pc:sldMkLst>
        <pc:spChg chg="mod">
          <ac:chgData name="david dalsveen" userId="1bc9e0f3-63b8-43f3-87d9-c29a9f4159c1" providerId="ADAL" clId="{E6B82632-C362-48FE-B892-E14AFCF9E4CF}" dt="2021-01-24T20:50:45.682" v="0"/>
          <ac:spMkLst>
            <pc:docMk/>
            <pc:sldMk cId="4063939883" sldId="256"/>
            <ac:spMk id="2" creationId="{1C265080-7784-47AD-95CE-A9F66BD5AE31}"/>
          </ac:spMkLst>
        </pc:spChg>
        <pc:picChg chg="add del">
          <ac:chgData name="david dalsveen" userId="1bc9e0f3-63b8-43f3-87d9-c29a9f4159c1" providerId="ADAL" clId="{E6B82632-C362-48FE-B892-E14AFCF9E4CF}" dt="2021-01-26T06:25:27.822" v="1519" actId="22"/>
          <ac:picMkLst>
            <pc:docMk/>
            <pc:sldMk cId="4063939883" sldId="256"/>
            <ac:picMk id="5" creationId="{B0940376-E8D3-4FCA-B0E1-1E7436A6735A}"/>
          </ac:picMkLst>
        </pc:picChg>
        <pc:picChg chg="add del mod">
          <ac:chgData name="david dalsveen" userId="1bc9e0f3-63b8-43f3-87d9-c29a9f4159c1" providerId="ADAL" clId="{E6B82632-C362-48FE-B892-E14AFCF9E4CF}" dt="2021-01-24T20:52:57.579" v="3"/>
          <ac:picMkLst>
            <pc:docMk/>
            <pc:sldMk cId="4063939883" sldId="256"/>
            <ac:picMk id="10" creationId="{F4CE1B85-EF1A-411C-9CA8-89CAB1053837}"/>
          </ac:picMkLst>
        </pc:picChg>
        <pc:picChg chg="del">
          <ac:chgData name="david dalsveen" userId="1bc9e0f3-63b8-43f3-87d9-c29a9f4159c1" providerId="ADAL" clId="{E6B82632-C362-48FE-B892-E14AFCF9E4CF}" dt="2021-01-24T20:50:49.389" v="1" actId="21"/>
          <ac:picMkLst>
            <pc:docMk/>
            <pc:sldMk cId="4063939883" sldId="256"/>
            <ac:picMk id="12" creationId="{79848CBD-2E50-48F2-A056-F295D31F3B0E}"/>
          </ac:picMkLst>
        </pc:picChg>
        <pc:picChg chg="add mod">
          <ac:chgData name="david dalsveen" userId="1bc9e0f3-63b8-43f3-87d9-c29a9f4159c1" providerId="ADAL" clId="{E6B82632-C362-48FE-B892-E14AFCF9E4CF}" dt="2021-01-26T06:25:33.781" v="1520" actId="14100"/>
          <ac:picMkLst>
            <pc:docMk/>
            <pc:sldMk cId="4063939883" sldId="256"/>
            <ac:picMk id="14" creationId="{4A4F673A-0FBF-42B3-A428-11C9769396A5}"/>
          </ac:picMkLst>
        </pc:picChg>
      </pc:sldChg>
      <pc:sldChg chg="modSp mod">
        <pc:chgData name="david dalsveen" userId="1bc9e0f3-63b8-43f3-87d9-c29a9f4159c1" providerId="ADAL" clId="{E6B82632-C362-48FE-B892-E14AFCF9E4CF}" dt="2021-01-24T20:57:16.920" v="155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E6B82632-C362-48FE-B892-E14AFCF9E4CF}" dt="2021-01-24T20:54:27.349" v="12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E6B82632-C362-48FE-B892-E14AFCF9E4CF}" dt="2021-01-24T20:57:16.920" v="155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E6B82632-C362-48FE-B892-E14AFCF9E4CF}" dt="2021-01-24T21:03:55.112" v="383" actId="20577"/>
        <pc:sldMkLst>
          <pc:docMk/>
          <pc:sldMk cId="1226514440" sldId="264"/>
        </pc:sldMkLst>
        <pc:spChg chg="mod">
          <ac:chgData name="david dalsveen" userId="1bc9e0f3-63b8-43f3-87d9-c29a9f4159c1" providerId="ADAL" clId="{E6B82632-C362-48FE-B892-E14AFCF9E4CF}" dt="2021-01-24T20:58:16.429" v="158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E6B82632-C362-48FE-B892-E14AFCF9E4CF}" dt="2021-01-24T21:03:55.112" v="383" actId="20577"/>
          <ac:spMkLst>
            <pc:docMk/>
            <pc:sldMk cId="1226514440" sldId="264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E6B82632-C362-48FE-B892-E14AFCF9E4CF}" dt="2021-01-24T21:26:33.306" v="645" actId="20577"/>
        <pc:sldMkLst>
          <pc:docMk/>
          <pc:sldMk cId="1499107813" sldId="265"/>
        </pc:sldMkLst>
        <pc:spChg chg="mod">
          <ac:chgData name="david dalsveen" userId="1bc9e0f3-63b8-43f3-87d9-c29a9f4159c1" providerId="ADAL" clId="{E6B82632-C362-48FE-B892-E14AFCF9E4CF}" dt="2021-01-24T21:07:11.139" v="387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E6B82632-C362-48FE-B892-E14AFCF9E4CF}" dt="2021-01-24T21:18:53.200" v="489" actId="20577"/>
          <ac:spMkLst>
            <pc:docMk/>
            <pc:sldMk cId="1499107813" sldId="265"/>
            <ac:spMk id="3" creationId="{26532813-06A8-4210-874A-2DE00374E51C}"/>
          </ac:spMkLst>
        </pc:spChg>
        <pc:spChg chg="mod">
          <ac:chgData name="david dalsveen" userId="1bc9e0f3-63b8-43f3-87d9-c29a9f4159c1" providerId="ADAL" clId="{E6B82632-C362-48FE-B892-E14AFCF9E4CF}" dt="2021-01-24T21:26:33.306" v="645" actId="20577"/>
          <ac:spMkLst>
            <pc:docMk/>
            <pc:sldMk cId="1499107813" sldId="265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E6B82632-C362-48FE-B892-E14AFCF9E4CF}" dt="2021-01-24T21:36:50.686" v="1192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E6B82632-C362-48FE-B892-E14AFCF9E4CF}" dt="2021-01-24T21:28:46.405" v="649" actId="255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E6B82632-C362-48FE-B892-E14AFCF9E4CF}" dt="2021-01-24T21:36:50.686" v="1192" actId="20577"/>
          <ac:spMkLst>
            <pc:docMk/>
            <pc:sldMk cId="3051798843" sldId="266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E6B82632-C362-48FE-B892-E14AFCF9E4CF}" dt="2021-01-24T21:40:27.552" v="1517" actId="20577"/>
        <pc:sldMkLst>
          <pc:docMk/>
          <pc:sldMk cId="1354350229" sldId="267"/>
        </pc:sldMkLst>
        <pc:spChg chg="mod">
          <ac:chgData name="david dalsveen" userId="1bc9e0f3-63b8-43f3-87d9-c29a9f4159c1" providerId="ADAL" clId="{E6B82632-C362-48FE-B892-E14AFCF9E4CF}" dt="2021-01-24T21:37:22.683" v="1195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E6B82632-C362-48FE-B892-E14AFCF9E4CF}" dt="2021-01-24T21:40:27.552" v="1517" actId="20577"/>
          <ac:spMkLst>
            <pc:docMk/>
            <pc:sldMk cId="1354350229" sldId="267"/>
            <ac:spMk id="15" creationId="{54497D69-439C-4E04-AB3B-CAA04057B828}"/>
          </ac:spMkLst>
        </pc:spChg>
      </pc:sldChg>
    </pc:docChg>
  </pc:docChgLst>
  <pc:docChgLst>
    <pc:chgData name="david dalsveen" userId="1bc9e0f3-63b8-43f3-87d9-c29a9f4159c1" providerId="ADAL" clId="{2BB5EE97-827B-2D4F-8BBF-65C4241EF1CE}"/>
    <pc:docChg chg="undo redo custSel modSld">
      <pc:chgData name="david dalsveen" userId="1bc9e0f3-63b8-43f3-87d9-c29a9f4159c1" providerId="ADAL" clId="{2BB5EE97-827B-2D4F-8BBF-65C4241EF1CE}" dt="2021-06-03T16:59:15.307" v="1207" actId="20577"/>
      <pc:docMkLst>
        <pc:docMk/>
      </pc:docMkLst>
      <pc:sldChg chg="modSp mod">
        <pc:chgData name="david dalsveen" userId="1bc9e0f3-63b8-43f3-87d9-c29a9f4159c1" providerId="ADAL" clId="{2BB5EE97-827B-2D4F-8BBF-65C4241EF1CE}" dt="2021-06-03T16:24:45.294" v="7" actId="1076"/>
        <pc:sldMkLst>
          <pc:docMk/>
          <pc:sldMk cId="4063939883" sldId="256"/>
        </pc:sldMkLst>
        <pc:spChg chg="mod">
          <ac:chgData name="david dalsveen" userId="1bc9e0f3-63b8-43f3-87d9-c29a9f4159c1" providerId="ADAL" clId="{2BB5EE97-827B-2D4F-8BBF-65C4241EF1CE}" dt="2021-06-03T16:24:40.935" v="6" actId="20577"/>
          <ac:spMkLst>
            <pc:docMk/>
            <pc:sldMk cId="4063939883" sldId="256"/>
            <ac:spMk id="2" creationId="{1C265080-7784-47AD-95CE-A9F66BD5AE31}"/>
          </ac:spMkLst>
        </pc:spChg>
        <pc:picChg chg="mod">
          <ac:chgData name="david dalsveen" userId="1bc9e0f3-63b8-43f3-87d9-c29a9f4159c1" providerId="ADAL" clId="{2BB5EE97-827B-2D4F-8BBF-65C4241EF1CE}" dt="2021-06-03T16:24:45.294" v="7" actId="1076"/>
          <ac:picMkLst>
            <pc:docMk/>
            <pc:sldMk cId="4063939883" sldId="256"/>
            <ac:picMk id="8" creationId="{88FBA3CC-14EB-479C-A355-EB9E57190D44}"/>
          </ac:picMkLst>
        </pc:picChg>
      </pc:sldChg>
      <pc:sldChg chg="delSp modSp mod">
        <pc:chgData name="david dalsveen" userId="1bc9e0f3-63b8-43f3-87d9-c29a9f4159c1" providerId="ADAL" clId="{2BB5EE97-827B-2D4F-8BBF-65C4241EF1CE}" dt="2021-06-03T16:44:20.365" v="503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2BB5EE97-827B-2D4F-8BBF-65C4241EF1CE}" dt="2021-06-03T16:26:24.284" v="18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2BB5EE97-827B-2D4F-8BBF-65C4241EF1CE}" dt="2021-06-03T16:44:20.365" v="503" actId="20577"/>
          <ac:spMkLst>
            <pc:docMk/>
            <pc:sldMk cId="3647716643" sldId="258"/>
            <ac:spMk id="15" creationId="{54497D69-439C-4E04-AB3B-CAA04057B828}"/>
          </ac:spMkLst>
        </pc:spChg>
        <pc:picChg chg="del">
          <ac:chgData name="david dalsveen" userId="1bc9e0f3-63b8-43f3-87d9-c29a9f4159c1" providerId="ADAL" clId="{2BB5EE97-827B-2D4F-8BBF-65C4241EF1CE}" dt="2021-06-03T16:38:34.660" v="300" actId="21"/>
          <ac:picMkLst>
            <pc:docMk/>
            <pc:sldMk cId="3647716643" sldId="258"/>
            <ac:picMk id="5" creationId="{25A5B1EF-4A3F-7A48-A729-59606C018B90}"/>
          </ac:picMkLst>
        </pc:picChg>
      </pc:sldChg>
      <pc:sldChg chg="addSp delSp modSp mod">
        <pc:chgData name="david dalsveen" userId="1bc9e0f3-63b8-43f3-87d9-c29a9f4159c1" providerId="ADAL" clId="{2BB5EE97-827B-2D4F-8BBF-65C4241EF1CE}" dt="2021-06-03T16:46:31.227" v="658" actId="27636"/>
        <pc:sldMkLst>
          <pc:docMk/>
          <pc:sldMk cId="1499107813" sldId="265"/>
        </pc:sldMkLst>
        <pc:spChg chg="mod">
          <ac:chgData name="david dalsveen" userId="1bc9e0f3-63b8-43f3-87d9-c29a9f4159c1" providerId="ADAL" clId="{2BB5EE97-827B-2D4F-8BBF-65C4241EF1CE}" dt="2021-06-03T16:35:12.677" v="296" actId="255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2BB5EE97-827B-2D4F-8BBF-65C4241EF1CE}" dt="2021-06-03T16:46:31.227" v="658" actId="27636"/>
          <ac:spMkLst>
            <pc:docMk/>
            <pc:sldMk cId="1499107813" sldId="265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2BB5EE97-827B-2D4F-8BBF-65C4241EF1CE}" dt="2021-06-03T16:37:22.922" v="298" actId="14100"/>
          <ac:picMkLst>
            <pc:docMk/>
            <pc:sldMk cId="1499107813" sldId="265"/>
            <ac:picMk id="3" creationId="{32897E99-7CC5-154E-B53A-87FAE0382D29}"/>
          </ac:picMkLst>
        </pc:picChg>
        <pc:picChg chg="del">
          <ac:chgData name="david dalsveen" userId="1bc9e0f3-63b8-43f3-87d9-c29a9f4159c1" providerId="ADAL" clId="{2BB5EE97-827B-2D4F-8BBF-65C4241EF1CE}" dt="2021-06-03T16:37:24.497" v="299" actId="21"/>
          <ac:picMkLst>
            <pc:docMk/>
            <pc:sldMk cId="1499107813" sldId="265"/>
            <ac:picMk id="6" creationId="{8738EF63-C6AE-A24D-90AC-A106030EB9C1}"/>
          </ac:picMkLst>
        </pc:picChg>
      </pc:sldChg>
      <pc:sldChg chg="addSp delSp modSp mod">
        <pc:chgData name="david dalsveen" userId="1bc9e0f3-63b8-43f3-87d9-c29a9f4159c1" providerId="ADAL" clId="{2BB5EE97-827B-2D4F-8BBF-65C4241EF1CE}" dt="2021-06-03T16:56:35.635" v="1006" actId="27636"/>
        <pc:sldMkLst>
          <pc:docMk/>
          <pc:sldMk cId="3051798843" sldId="266"/>
        </pc:sldMkLst>
        <pc:spChg chg="mod">
          <ac:chgData name="david dalsveen" userId="1bc9e0f3-63b8-43f3-87d9-c29a9f4159c1" providerId="ADAL" clId="{2BB5EE97-827B-2D4F-8BBF-65C4241EF1CE}" dt="2021-06-03T16:48:17.402" v="678" actId="20577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2BB5EE97-827B-2D4F-8BBF-65C4241EF1CE}" dt="2021-06-03T16:56:35.635" v="1006" actId="27636"/>
          <ac:spMkLst>
            <pc:docMk/>
            <pc:sldMk cId="3051798843" sldId="266"/>
            <ac:spMk id="15" creationId="{54497D69-439C-4E04-AB3B-CAA04057B828}"/>
          </ac:spMkLst>
        </pc:spChg>
        <pc:picChg chg="del">
          <ac:chgData name="david dalsveen" userId="1bc9e0f3-63b8-43f3-87d9-c29a9f4159c1" providerId="ADAL" clId="{2BB5EE97-827B-2D4F-8BBF-65C4241EF1CE}" dt="2021-06-03T16:53:38.529" v="908" actId="21"/>
          <ac:picMkLst>
            <pc:docMk/>
            <pc:sldMk cId="3051798843" sldId="266"/>
            <ac:picMk id="4" creationId="{2AF249AA-46B8-3847-8E57-73B4E62AE4F5}"/>
          </ac:picMkLst>
        </pc:picChg>
        <pc:picChg chg="add mod">
          <ac:chgData name="david dalsveen" userId="1bc9e0f3-63b8-43f3-87d9-c29a9f4159c1" providerId="ADAL" clId="{2BB5EE97-827B-2D4F-8BBF-65C4241EF1CE}" dt="2021-06-03T16:54:37.517" v="911" actId="14100"/>
          <ac:picMkLst>
            <pc:docMk/>
            <pc:sldMk cId="3051798843" sldId="266"/>
            <ac:picMk id="5" creationId="{D2825EF8-2488-094F-9DDC-D0579219CB63}"/>
          </ac:picMkLst>
        </pc:picChg>
      </pc:sldChg>
      <pc:sldChg chg="addSp delSp modSp mod">
        <pc:chgData name="david dalsveen" userId="1bc9e0f3-63b8-43f3-87d9-c29a9f4159c1" providerId="ADAL" clId="{2BB5EE97-827B-2D4F-8BBF-65C4241EF1CE}" dt="2021-06-03T16:58:03.726" v="1196" actId="20577"/>
        <pc:sldMkLst>
          <pc:docMk/>
          <pc:sldMk cId="1354350229" sldId="267"/>
        </pc:sldMkLst>
        <pc:spChg chg="mod">
          <ac:chgData name="david dalsveen" userId="1bc9e0f3-63b8-43f3-87d9-c29a9f4159c1" providerId="ADAL" clId="{2BB5EE97-827B-2D4F-8BBF-65C4241EF1CE}" dt="2021-06-03T16:58:03.726" v="1196" actId="20577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2BB5EE97-827B-2D4F-8BBF-65C4241EF1CE}" dt="2021-06-03T16:57:58.087" v="1194" actId="20577"/>
          <ac:spMkLst>
            <pc:docMk/>
            <pc:sldMk cId="1354350229" sldId="267"/>
            <ac:spMk id="15" creationId="{54497D69-439C-4E04-AB3B-CAA04057B828}"/>
          </ac:spMkLst>
        </pc:spChg>
        <pc:picChg chg="del">
          <ac:chgData name="david dalsveen" userId="1bc9e0f3-63b8-43f3-87d9-c29a9f4159c1" providerId="ADAL" clId="{2BB5EE97-827B-2D4F-8BBF-65C4241EF1CE}" dt="2021-06-03T16:55:47.288" v="1001" actId="21"/>
          <ac:picMkLst>
            <pc:docMk/>
            <pc:sldMk cId="1354350229" sldId="267"/>
            <ac:picMk id="4" creationId="{3DC84F21-7791-F14D-B31F-1CA1E0F4FE38}"/>
          </ac:picMkLst>
        </pc:picChg>
        <pc:picChg chg="add mod">
          <ac:chgData name="david dalsveen" userId="1bc9e0f3-63b8-43f3-87d9-c29a9f4159c1" providerId="ADAL" clId="{2BB5EE97-827B-2D4F-8BBF-65C4241EF1CE}" dt="2021-06-03T16:56:13.526" v="1004" actId="14100"/>
          <ac:picMkLst>
            <pc:docMk/>
            <pc:sldMk cId="1354350229" sldId="267"/>
            <ac:picMk id="11" creationId="{87E0C7E7-F7CD-9343-AFB8-EF32A262878C}"/>
          </ac:picMkLst>
        </pc:picChg>
      </pc:sldChg>
      <pc:sldChg chg="addSp delSp modSp mod">
        <pc:chgData name="david dalsveen" userId="1bc9e0f3-63b8-43f3-87d9-c29a9f4159c1" providerId="ADAL" clId="{2BB5EE97-827B-2D4F-8BBF-65C4241EF1CE}" dt="2021-06-03T16:59:15.307" v="1207" actId="20577"/>
        <pc:sldMkLst>
          <pc:docMk/>
          <pc:sldMk cId="1005681923" sldId="268"/>
        </pc:sldMkLst>
        <pc:spChg chg="mod">
          <ac:chgData name="david dalsveen" userId="1bc9e0f3-63b8-43f3-87d9-c29a9f4159c1" providerId="ADAL" clId="{2BB5EE97-827B-2D4F-8BBF-65C4241EF1CE}" dt="2021-06-03T16:59:15.307" v="1207" actId="20577"/>
          <ac:spMkLst>
            <pc:docMk/>
            <pc:sldMk cId="1005681923" sldId="268"/>
            <ac:spMk id="7" creationId="{E1ED724E-C4A2-4656-A6EB-D48C990F55FB}"/>
          </ac:spMkLst>
        </pc:spChg>
        <pc:picChg chg="del">
          <ac:chgData name="david dalsveen" userId="1bc9e0f3-63b8-43f3-87d9-c29a9f4159c1" providerId="ADAL" clId="{2BB5EE97-827B-2D4F-8BBF-65C4241EF1CE}" dt="2021-06-03T16:25:27.063" v="9" actId="21"/>
          <ac:picMkLst>
            <pc:docMk/>
            <pc:sldMk cId="1005681923" sldId="268"/>
            <ac:picMk id="3" creationId="{6A0E223B-0002-C045-BF98-4D7EBCCF4E8A}"/>
          </ac:picMkLst>
        </pc:picChg>
        <pc:picChg chg="add mod">
          <ac:chgData name="david dalsveen" userId="1bc9e0f3-63b8-43f3-87d9-c29a9f4159c1" providerId="ADAL" clId="{2BB5EE97-827B-2D4F-8BBF-65C4241EF1CE}" dt="2021-06-03T16:25:35.731" v="12" actId="14100"/>
          <ac:picMkLst>
            <pc:docMk/>
            <pc:sldMk cId="1005681923" sldId="268"/>
            <ac:picMk id="10" creationId="{1ECF1997-F2DB-644D-9BFE-FE6D6A4A743A}"/>
          </ac:picMkLst>
        </pc:picChg>
      </pc:sldChg>
      <pc:sldChg chg="modSp mod">
        <pc:chgData name="david dalsveen" userId="1bc9e0f3-63b8-43f3-87d9-c29a9f4159c1" providerId="ADAL" clId="{2BB5EE97-827B-2D4F-8BBF-65C4241EF1CE}" dt="2021-06-03T16:32:00.732" v="290"/>
        <pc:sldMkLst>
          <pc:docMk/>
          <pc:sldMk cId="708867094" sldId="269"/>
        </pc:sldMkLst>
        <pc:spChg chg="mod">
          <ac:chgData name="david dalsveen" userId="1bc9e0f3-63b8-43f3-87d9-c29a9f4159c1" providerId="ADAL" clId="{2BB5EE97-827B-2D4F-8BBF-65C4241EF1CE}" dt="2021-06-03T16:30:23.128" v="151" actId="20577"/>
          <ac:spMkLst>
            <pc:docMk/>
            <pc:sldMk cId="70886709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2BB5EE97-827B-2D4F-8BBF-65C4241EF1CE}" dt="2021-06-03T16:32:00.732" v="290"/>
          <ac:spMkLst>
            <pc:docMk/>
            <pc:sldMk cId="708867094" sldId="269"/>
            <ac:spMk id="15" creationId="{54497D69-439C-4E04-AB3B-CAA04057B828}"/>
          </ac:spMkLst>
        </pc:spChg>
      </pc:sldChg>
    </pc:docChg>
  </pc:docChgLst>
  <pc:docChgLst>
    <pc:chgData name="david dalsveen" userId="1bc9e0f3-63b8-43f3-87d9-c29a9f4159c1" providerId="ADAL" clId="{01792802-0F60-6B4A-911A-B821E5498838}"/>
    <pc:docChg chg="undo custSel modSld">
      <pc:chgData name="david dalsveen" userId="1bc9e0f3-63b8-43f3-87d9-c29a9f4159c1" providerId="ADAL" clId="{01792802-0F60-6B4A-911A-B821E5498838}" dt="2021-03-04T18:49:04.101" v="1132" actId="14100"/>
      <pc:docMkLst>
        <pc:docMk/>
      </pc:docMkLst>
      <pc:sldChg chg="modSp mod">
        <pc:chgData name="david dalsveen" userId="1bc9e0f3-63b8-43f3-87d9-c29a9f4159c1" providerId="ADAL" clId="{01792802-0F60-6B4A-911A-B821E5498838}" dt="2021-03-04T17:11:55.400" v="3" actId="27636"/>
        <pc:sldMkLst>
          <pc:docMk/>
          <pc:sldMk cId="4063939883" sldId="256"/>
        </pc:sldMkLst>
        <pc:spChg chg="mod">
          <ac:chgData name="david dalsveen" userId="1bc9e0f3-63b8-43f3-87d9-c29a9f4159c1" providerId="ADAL" clId="{01792802-0F60-6B4A-911A-B821E5498838}" dt="2021-03-04T17:11:55.400" v="3" actId="27636"/>
          <ac:spMkLst>
            <pc:docMk/>
            <pc:sldMk cId="4063939883" sldId="256"/>
            <ac:spMk id="2" creationId="{1C265080-7784-47AD-95CE-A9F66BD5AE31}"/>
          </ac:spMkLst>
        </pc:spChg>
      </pc:sldChg>
      <pc:sldChg chg="addSp delSp modSp mod">
        <pc:chgData name="david dalsveen" userId="1bc9e0f3-63b8-43f3-87d9-c29a9f4159c1" providerId="ADAL" clId="{01792802-0F60-6B4A-911A-B821E5498838}" dt="2021-03-04T17:34:29.223" v="310" actId="14100"/>
        <pc:sldMkLst>
          <pc:docMk/>
          <pc:sldMk cId="3647716643" sldId="258"/>
        </pc:sldMkLst>
        <pc:spChg chg="mod">
          <ac:chgData name="david dalsveen" userId="1bc9e0f3-63b8-43f3-87d9-c29a9f4159c1" providerId="ADAL" clId="{01792802-0F60-6B4A-911A-B821E5498838}" dt="2021-03-04T17:21:58.472" v="20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01792802-0F60-6B4A-911A-B821E5498838}" dt="2021-03-04T17:27:53.779" v="304" actId="27636"/>
          <ac:spMkLst>
            <pc:docMk/>
            <pc:sldMk cId="3647716643" sldId="258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01792802-0F60-6B4A-911A-B821E5498838}" dt="2021-03-04T17:34:29.223" v="310" actId="14100"/>
          <ac:picMkLst>
            <pc:docMk/>
            <pc:sldMk cId="3647716643" sldId="258"/>
            <ac:picMk id="5" creationId="{25A5B1EF-4A3F-7A48-A729-59606C018B90}"/>
          </ac:picMkLst>
        </pc:picChg>
        <pc:picChg chg="del">
          <ac:chgData name="david dalsveen" userId="1bc9e0f3-63b8-43f3-87d9-c29a9f4159c1" providerId="ADAL" clId="{01792802-0F60-6B4A-911A-B821E5498838}" dt="2021-03-04T17:26:41.130" v="207" actId="21"/>
          <ac:picMkLst>
            <pc:docMk/>
            <pc:sldMk cId="3647716643" sldId="258"/>
            <ac:picMk id="7" creationId="{3603CEB6-38E5-4C8C-A953-F8118DA425D8}"/>
          </ac:picMkLst>
        </pc:picChg>
      </pc:sldChg>
      <pc:sldChg chg="addSp delSp modSp mod">
        <pc:chgData name="david dalsveen" userId="1bc9e0f3-63b8-43f3-87d9-c29a9f4159c1" providerId="ADAL" clId="{01792802-0F60-6B4A-911A-B821E5498838}" dt="2021-03-04T18:24:36.118" v="730" actId="20577"/>
        <pc:sldMkLst>
          <pc:docMk/>
          <pc:sldMk cId="1499107813" sldId="265"/>
        </pc:sldMkLst>
        <pc:spChg chg="mod">
          <ac:chgData name="david dalsveen" userId="1bc9e0f3-63b8-43f3-87d9-c29a9f4159c1" providerId="ADAL" clId="{01792802-0F60-6B4A-911A-B821E5498838}" dt="2021-03-04T18:20:04.445" v="526" actId="20577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01792802-0F60-6B4A-911A-B821E5498838}" dt="2021-03-04T18:24:36.118" v="730" actId="20577"/>
          <ac:spMkLst>
            <pc:docMk/>
            <pc:sldMk cId="1499107813" sldId="265"/>
            <ac:spMk id="15" creationId="{54497D69-439C-4E04-AB3B-CAA04057B828}"/>
          </ac:spMkLst>
        </pc:spChg>
        <pc:picChg chg="add del">
          <ac:chgData name="david dalsveen" userId="1bc9e0f3-63b8-43f3-87d9-c29a9f4159c1" providerId="ADAL" clId="{01792802-0F60-6B4A-911A-B821E5498838}" dt="2021-03-04T18:18:47.201" v="513"/>
          <ac:picMkLst>
            <pc:docMk/>
            <pc:sldMk cId="1499107813" sldId="265"/>
            <ac:picMk id="3" creationId="{E953F603-CAEA-6849-9BE5-E5C92A63271C}"/>
          </ac:picMkLst>
        </pc:picChg>
        <pc:picChg chg="add del mod">
          <ac:chgData name="david dalsveen" userId="1bc9e0f3-63b8-43f3-87d9-c29a9f4159c1" providerId="ADAL" clId="{01792802-0F60-6B4A-911A-B821E5498838}" dt="2021-03-04T18:19:19.518" v="520" actId="21"/>
          <ac:picMkLst>
            <pc:docMk/>
            <pc:sldMk cId="1499107813" sldId="265"/>
            <ac:picMk id="4" creationId="{A1725BA0-E93A-E545-A5F0-672811728FD1}"/>
          </ac:picMkLst>
        </pc:picChg>
        <pc:picChg chg="del">
          <ac:chgData name="david dalsveen" userId="1bc9e0f3-63b8-43f3-87d9-c29a9f4159c1" providerId="ADAL" clId="{01792802-0F60-6B4A-911A-B821E5498838}" dt="2021-03-04T18:19:07.947" v="516" actId="21"/>
          <ac:picMkLst>
            <pc:docMk/>
            <pc:sldMk cId="1499107813" sldId="265"/>
            <ac:picMk id="5" creationId="{7E87BEB2-C1FF-4260-AE90-31C6AAE5A8F1}"/>
          </ac:picMkLst>
        </pc:picChg>
        <pc:picChg chg="add mod">
          <ac:chgData name="david dalsveen" userId="1bc9e0f3-63b8-43f3-87d9-c29a9f4159c1" providerId="ADAL" clId="{01792802-0F60-6B4A-911A-B821E5498838}" dt="2021-03-04T18:24:12.387" v="713" actId="14100"/>
          <ac:picMkLst>
            <pc:docMk/>
            <pc:sldMk cId="1499107813" sldId="265"/>
            <ac:picMk id="6" creationId="{8738EF63-C6AE-A24D-90AC-A106030EB9C1}"/>
          </ac:picMkLst>
        </pc:picChg>
        <pc:picChg chg="add del mod">
          <ac:chgData name="david dalsveen" userId="1bc9e0f3-63b8-43f3-87d9-c29a9f4159c1" providerId="ADAL" clId="{01792802-0F60-6B4A-911A-B821E5498838}" dt="2021-03-04T18:24:05.206" v="711" actId="21"/>
          <ac:picMkLst>
            <pc:docMk/>
            <pc:sldMk cId="1499107813" sldId="265"/>
            <ac:picMk id="12" creationId="{A76C74D0-06DC-254B-BB0C-C6EA5E6049F4}"/>
          </ac:picMkLst>
        </pc:picChg>
      </pc:sldChg>
      <pc:sldChg chg="addSp delSp modSp mod">
        <pc:chgData name="david dalsveen" userId="1bc9e0f3-63b8-43f3-87d9-c29a9f4159c1" providerId="ADAL" clId="{01792802-0F60-6B4A-911A-B821E5498838}" dt="2021-03-04T18:39:14.773" v="967" actId="1076"/>
        <pc:sldMkLst>
          <pc:docMk/>
          <pc:sldMk cId="3051798843" sldId="266"/>
        </pc:sldMkLst>
        <pc:spChg chg="mod">
          <ac:chgData name="david dalsveen" userId="1bc9e0f3-63b8-43f3-87d9-c29a9f4159c1" providerId="ADAL" clId="{01792802-0F60-6B4A-911A-B821E5498838}" dt="2021-03-04T18:25:31.474" v="734" actId="27636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01792802-0F60-6B4A-911A-B821E5498838}" dt="2021-03-04T18:28:12.675" v="964" actId="20577"/>
          <ac:spMkLst>
            <pc:docMk/>
            <pc:sldMk cId="3051798843" sldId="266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01792802-0F60-6B4A-911A-B821E5498838}" dt="2021-03-04T18:39:14.773" v="967" actId="1076"/>
          <ac:picMkLst>
            <pc:docMk/>
            <pc:sldMk cId="3051798843" sldId="266"/>
            <ac:picMk id="4" creationId="{2AF249AA-46B8-3847-8E57-73B4E62AE4F5}"/>
          </ac:picMkLst>
        </pc:picChg>
        <pc:picChg chg="del">
          <ac:chgData name="david dalsveen" userId="1bc9e0f3-63b8-43f3-87d9-c29a9f4159c1" providerId="ADAL" clId="{01792802-0F60-6B4A-911A-B821E5498838}" dt="2021-03-04T18:25:40.792" v="735" actId="21"/>
          <ac:picMkLst>
            <pc:docMk/>
            <pc:sldMk cId="3051798843" sldId="266"/>
            <ac:picMk id="6" creationId="{A8EFDE2B-8780-476B-965D-0248AF6429AC}"/>
          </ac:picMkLst>
        </pc:picChg>
      </pc:sldChg>
      <pc:sldChg chg="addSp delSp modSp mod">
        <pc:chgData name="david dalsveen" userId="1bc9e0f3-63b8-43f3-87d9-c29a9f4159c1" providerId="ADAL" clId="{01792802-0F60-6B4A-911A-B821E5498838}" dt="2021-03-04T18:49:04.101" v="1132" actId="14100"/>
        <pc:sldMkLst>
          <pc:docMk/>
          <pc:sldMk cId="1354350229" sldId="267"/>
        </pc:sldMkLst>
        <pc:spChg chg="mod">
          <ac:chgData name="david dalsveen" userId="1bc9e0f3-63b8-43f3-87d9-c29a9f4159c1" providerId="ADAL" clId="{01792802-0F60-6B4A-911A-B821E5498838}" dt="2021-03-04T18:43:37.675" v="972" actId="14100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01792802-0F60-6B4A-911A-B821E5498838}" dt="2021-03-04T18:49:04.101" v="1132" actId="14100"/>
          <ac:spMkLst>
            <pc:docMk/>
            <pc:sldMk cId="1354350229" sldId="267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01792802-0F60-6B4A-911A-B821E5498838}" dt="2021-03-04T18:47:24.290" v="1022" actId="14100"/>
          <ac:picMkLst>
            <pc:docMk/>
            <pc:sldMk cId="1354350229" sldId="267"/>
            <ac:picMk id="4" creationId="{3DC84F21-7791-F14D-B31F-1CA1E0F4FE38}"/>
          </ac:picMkLst>
        </pc:picChg>
        <pc:picChg chg="del">
          <ac:chgData name="david dalsveen" userId="1bc9e0f3-63b8-43f3-87d9-c29a9f4159c1" providerId="ADAL" clId="{01792802-0F60-6B4A-911A-B821E5498838}" dt="2021-03-04T18:47:03.070" v="1017" actId="21"/>
          <ac:picMkLst>
            <pc:docMk/>
            <pc:sldMk cId="1354350229" sldId="267"/>
            <ac:picMk id="5" creationId="{02ADEAD0-16FF-411C-B4C7-29CCCCCAA52C}"/>
          </ac:picMkLst>
        </pc:picChg>
        <pc:picChg chg="del">
          <ac:chgData name="david dalsveen" userId="1bc9e0f3-63b8-43f3-87d9-c29a9f4159c1" providerId="ADAL" clId="{01792802-0F60-6B4A-911A-B821E5498838}" dt="2021-03-04T18:47:07.218" v="1018" actId="21"/>
          <ac:picMkLst>
            <pc:docMk/>
            <pc:sldMk cId="1354350229" sldId="267"/>
            <ac:picMk id="6" creationId="{411972EB-37B9-43D9-AAA5-2BF885A692CF}"/>
          </ac:picMkLst>
        </pc:picChg>
      </pc:sldChg>
      <pc:sldChg chg="addSp delSp modSp mod">
        <pc:chgData name="david dalsveen" userId="1bc9e0f3-63b8-43f3-87d9-c29a9f4159c1" providerId="ADAL" clId="{01792802-0F60-6B4A-911A-B821E5498838}" dt="2021-03-04T17:20:53.248" v="15" actId="21"/>
        <pc:sldMkLst>
          <pc:docMk/>
          <pc:sldMk cId="1005681923" sldId="268"/>
        </pc:sldMkLst>
        <pc:spChg chg="add del mod">
          <ac:chgData name="david dalsveen" userId="1bc9e0f3-63b8-43f3-87d9-c29a9f4159c1" providerId="ADAL" clId="{01792802-0F60-6B4A-911A-B821E5498838}" dt="2021-03-04T17:20:53.248" v="15" actId="21"/>
          <ac:spMkLst>
            <pc:docMk/>
            <pc:sldMk cId="1005681923" sldId="268"/>
            <ac:spMk id="5" creationId="{26E080DD-69A9-5D4E-92D2-1BE57DE86B96}"/>
          </ac:spMkLst>
        </pc:spChg>
        <pc:picChg chg="add mod">
          <ac:chgData name="david dalsveen" userId="1bc9e0f3-63b8-43f3-87d9-c29a9f4159c1" providerId="ADAL" clId="{01792802-0F60-6B4A-911A-B821E5498838}" dt="2021-03-04T17:20:36.811" v="14" actId="14100"/>
          <ac:picMkLst>
            <pc:docMk/>
            <pc:sldMk cId="1005681923" sldId="268"/>
            <ac:picMk id="3" creationId="{6A0E223B-0002-C045-BF98-4D7EBCCF4E8A}"/>
          </ac:picMkLst>
        </pc:picChg>
        <pc:picChg chg="del">
          <ac:chgData name="david dalsveen" userId="1bc9e0f3-63b8-43f3-87d9-c29a9f4159c1" providerId="ADAL" clId="{01792802-0F60-6B4A-911A-B821E5498838}" dt="2021-03-04T17:19:36.796" v="8" actId="21"/>
          <ac:picMkLst>
            <pc:docMk/>
            <pc:sldMk cId="1005681923" sldId="268"/>
            <ac:picMk id="10" creationId="{8839B7C4-3A80-49F9-9193-2DC46D3073CA}"/>
          </ac:picMkLst>
        </pc:picChg>
      </pc:sldChg>
      <pc:sldChg chg="addSp delSp modSp mod">
        <pc:chgData name="david dalsveen" userId="1bc9e0f3-63b8-43f3-87d9-c29a9f4159c1" providerId="ADAL" clId="{01792802-0F60-6B4A-911A-B821E5498838}" dt="2021-03-04T18:18:54.855" v="514" actId="14100"/>
        <pc:sldMkLst>
          <pc:docMk/>
          <pc:sldMk cId="708867094" sldId="269"/>
        </pc:sldMkLst>
        <pc:spChg chg="mod">
          <ac:chgData name="david dalsveen" userId="1bc9e0f3-63b8-43f3-87d9-c29a9f4159c1" providerId="ADAL" clId="{01792802-0F60-6B4A-911A-B821E5498838}" dt="2021-03-04T17:36:39.977" v="320" actId="14100"/>
          <ac:spMkLst>
            <pc:docMk/>
            <pc:sldMk cId="708867094" sldId="269"/>
            <ac:spMk id="2" creationId="{FA2C910C-20A3-493C-AFCB-9366AF6F8D13}"/>
          </ac:spMkLst>
        </pc:spChg>
        <pc:spChg chg="add del mod">
          <ac:chgData name="david dalsveen" userId="1bc9e0f3-63b8-43f3-87d9-c29a9f4159c1" providerId="ADAL" clId="{01792802-0F60-6B4A-911A-B821E5498838}" dt="2021-03-04T17:36:50.388" v="326"/>
          <ac:spMkLst>
            <pc:docMk/>
            <pc:sldMk cId="708867094" sldId="269"/>
            <ac:spMk id="4" creationId="{4F40FAF5-C3B4-CF47-AABF-411061206719}"/>
          </ac:spMkLst>
        </pc:spChg>
        <pc:spChg chg="add del mod">
          <ac:chgData name="david dalsveen" userId="1bc9e0f3-63b8-43f3-87d9-c29a9f4159c1" providerId="ADAL" clId="{01792802-0F60-6B4A-911A-B821E5498838}" dt="2021-03-04T17:36:49.910" v="324"/>
          <ac:spMkLst>
            <pc:docMk/>
            <pc:sldMk cId="708867094" sldId="269"/>
            <ac:spMk id="5" creationId="{576EFC0F-6963-9A44-A43B-0916BD1B0181}"/>
          </ac:spMkLst>
        </pc:spChg>
        <pc:spChg chg="mod">
          <ac:chgData name="david dalsveen" userId="1bc9e0f3-63b8-43f3-87d9-c29a9f4159c1" providerId="ADAL" clId="{01792802-0F60-6B4A-911A-B821E5498838}" dt="2021-03-04T17:39:55.146" v="502" actId="20577"/>
          <ac:spMkLst>
            <pc:docMk/>
            <pc:sldMk cId="708867094" sldId="269"/>
            <ac:spMk id="15" creationId="{54497D69-439C-4E04-AB3B-CAA04057B828}"/>
          </ac:spMkLst>
        </pc:spChg>
        <pc:picChg chg="del">
          <ac:chgData name="david dalsveen" userId="1bc9e0f3-63b8-43f3-87d9-c29a9f4159c1" providerId="ADAL" clId="{01792802-0F60-6B4A-911A-B821E5498838}" dt="2021-03-04T17:44:56.479" v="503" actId="21"/>
          <ac:picMkLst>
            <pc:docMk/>
            <pc:sldMk cId="708867094" sldId="269"/>
            <ac:picMk id="6" creationId="{309B2BDA-A57E-4F18-95FC-6D7AD6FA81D2}"/>
          </ac:picMkLst>
        </pc:picChg>
        <pc:picChg chg="add mod">
          <ac:chgData name="david dalsveen" userId="1bc9e0f3-63b8-43f3-87d9-c29a9f4159c1" providerId="ADAL" clId="{01792802-0F60-6B4A-911A-B821E5498838}" dt="2021-03-04T18:18:54.855" v="514" actId="14100"/>
          <ac:picMkLst>
            <pc:docMk/>
            <pc:sldMk cId="708867094" sldId="269"/>
            <ac:picMk id="8" creationId="{F5C542B5-7260-4741-BD1D-63BE529B935E}"/>
          </ac:picMkLst>
        </pc:picChg>
      </pc:sldChg>
    </pc:docChg>
  </pc:docChgLst>
  <pc:docChgLst>
    <pc:chgData name="david dalsveen" userId="1bc9e0f3-63b8-43f3-87d9-c29a9f4159c1" providerId="ADAL" clId="{7DA27978-F946-4605-B2F8-9E1B8CF6AF64}"/>
    <pc:docChg chg="undo custSel addSld delSld modSld">
      <pc:chgData name="david dalsveen" userId="1bc9e0f3-63b8-43f3-87d9-c29a9f4159c1" providerId="ADAL" clId="{7DA27978-F946-4605-B2F8-9E1B8CF6AF64}" dt="2021-01-20T02:42:43.784" v="1258" actId="20577"/>
      <pc:docMkLst>
        <pc:docMk/>
      </pc:docMkLst>
      <pc:sldChg chg="addSp delSp modSp mod">
        <pc:chgData name="david dalsveen" userId="1bc9e0f3-63b8-43f3-87d9-c29a9f4159c1" providerId="ADAL" clId="{7DA27978-F946-4605-B2F8-9E1B8CF6AF64}" dt="2021-01-20T02:01:27.617" v="4" actId="1076"/>
        <pc:sldMkLst>
          <pc:docMk/>
          <pc:sldMk cId="4063939883" sldId="256"/>
        </pc:sldMkLst>
        <pc:spChg chg="mod">
          <ac:chgData name="david dalsveen" userId="1bc9e0f3-63b8-43f3-87d9-c29a9f4159c1" providerId="ADAL" clId="{7DA27978-F946-4605-B2F8-9E1B8CF6AF64}" dt="2021-01-20T02:00:47.796" v="1" actId="27636"/>
          <ac:spMkLst>
            <pc:docMk/>
            <pc:sldMk cId="4063939883" sldId="256"/>
            <ac:spMk id="2" creationId="{1C265080-7784-47AD-95CE-A9F66BD5AE31}"/>
          </ac:spMkLst>
        </pc:spChg>
        <pc:picChg chg="del">
          <ac:chgData name="david dalsveen" userId="1bc9e0f3-63b8-43f3-87d9-c29a9f4159c1" providerId="ADAL" clId="{7DA27978-F946-4605-B2F8-9E1B8CF6AF64}" dt="2021-01-20T02:01:02.483" v="2" actId="21"/>
          <ac:picMkLst>
            <pc:docMk/>
            <pc:sldMk cId="4063939883" sldId="256"/>
            <ac:picMk id="10" creationId="{2FEB4B84-8A79-4439-A665-F7FA48E923C7}"/>
          </ac:picMkLst>
        </pc:picChg>
        <pc:picChg chg="add mod">
          <ac:chgData name="david dalsveen" userId="1bc9e0f3-63b8-43f3-87d9-c29a9f4159c1" providerId="ADAL" clId="{7DA27978-F946-4605-B2F8-9E1B8CF6AF64}" dt="2021-01-20T02:01:27.617" v="4" actId="1076"/>
          <ac:picMkLst>
            <pc:docMk/>
            <pc:sldMk cId="4063939883" sldId="256"/>
            <ac:picMk id="12" creationId="{79848CBD-2E50-48F2-A056-F295D31F3B0E}"/>
          </ac:picMkLst>
        </pc:picChg>
      </pc:sldChg>
      <pc:sldChg chg="del">
        <pc:chgData name="david dalsveen" userId="1bc9e0f3-63b8-43f3-87d9-c29a9f4159c1" providerId="ADAL" clId="{7DA27978-F946-4605-B2F8-9E1B8CF6AF64}" dt="2021-01-20T02:01:40.851" v="5" actId="2696"/>
        <pc:sldMkLst>
          <pc:docMk/>
          <pc:sldMk cId="1901650308" sldId="257"/>
        </pc:sldMkLst>
      </pc:sldChg>
      <pc:sldChg chg="modSp mod">
        <pc:chgData name="david dalsveen" userId="1bc9e0f3-63b8-43f3-87d9-c29a9f4159c1" providerId="ADAL" clId="{7DA27978-F946-4605-B2F8-9E1B8CF6AF64}" dt="2021-01-20T02:31:15.997" v="170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7DA27978-F946-4605-B2F8-9E1B8CF6AF64}" dt="2021-01-20T02:29:55.779" v="9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7DA27978-F946-4605-B2F8-9E1B8CF6AF64}" dt="2021-01-20T02:31:15.997" v="170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delSp modSp mod">
        <pc:chgData name="david dalsveen" userId="1bc9e0f3-63b8-43f3-87d9-c29a9f4159c1" providerId="ADAL" clId="{7DA27978-F946-4605-B2F8-9E1B8CF6AF64}" dt="2021-01-20T02:33:21.075" v="357" actId="20577"/>
        <pc:sldMkLst>
          <pc:docMk/>
          <pc:sldMk cId="1226514440" sldId="264"/>
        </pc:sldMkLst>
        <pc:spChg chg="mod">
          <ac:chgData name="david dalsveen" userId="1bc9e0f3-63b8-43f3-87d9-c29a9f4159c1" providerId="ADAL" clId="{7DA27978-F946-4605-B2F8-9E1B8CF6AF64}" dt="2021-01-20T02:31:50.510" v="174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7DA27978-F946-4605-B2F8-9E1B8CF6AF64}" dt="2021-01-20T02:33:21.075" v="357" actId="20577"/>
          <ac:spMkLst>
            <pc:docMk/>
            <pc:sldMk cId="1226514440" sldId="264"/>
            <ac:spMk id="15" creationId="{54497D69-439C-4E04-AB3B-CAA04057B828}"/>
          </ac:spMkLst>
        </pc:spChg>
        <pc:picChg chg="del">
          <ac:chgData name="david dalsveen" userId="1bc9e0f3-63b8-43f3-87d9-c29a9f4159c1" providerId="ADAL" clId="{7DA27978-F946-4605-B2F8-9E1B8CF6AF64}" dt="2021-01-20T02:31:24.151" v="171" actId="21"/>
          <ac:picMkLst>
            <pc:docMk/>
            <pc:sldMk cId="1226514440" sldId="264"/>
            <ac:picMk id="6" creationId="{F525A85D-955F-4444-93C7-6E1D1C261E60}"/>
          </ac:picMkLst>
        </pc:picChg>
      </pc:sldChg>
      <pc:sldChg chg="delSp modSp mod">
        <pc:chgData name="david dalsveen" userId="1bc9e0f3-63b8-43f3-87d9-c29a9f4159c1" providerId="ADAL" clId="{7DA27978-F946-4605-B2F8-9E1B8CF6AF64}" dt="2021-01-20T02:36:25.953" v="665" actId="20577"/>
        <pc:sldMkLst>
          <pc:docMk/>
          <pc:sldMk cId="1499107813" sldId="265"/>
        </pc:sldMkLst>
        <pc:spChg chg="mod">
          <ac:chgData name="david dalsveen" userId="1bc9e0f3-63b8-43f3-87d9-c29a9f4159c1" providerId="ADAL" clId="{7DA27978-F946-4605-B2F8-9E1B8CF6AF64}" dt="2021-01-20T02:34:09.625" v="367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7DA27978-F946-4605-B2F8-9E1B8CF6AF64}" dt="2021-01-20T02:36:25.953" v="665" actId="20577"/>
          <ac:spMkLst>
            <pc:docMk/>
            <pc:sldMk cId="1499107813" sldId="265"/>
            <ac:spMk id="15" creationId="{54497D69-439C-4E04-AB3B-CAA04057B828}"/>
          </ac:spMkLst>
        </pc:spChg>
        <pc:picChg chg="del">
          <ac:chgData name="david dalsveen" userId="1bc9e0f3-63b8-43f3-87d9-c29a9f4159c1" providerId="ADAL" clId="{7DA27978-F946-4605-B2F8-9E1B8CF6AF64}" dt="2021-01-20T02:33:29.093" v="358" actId="21"/>
          <ac:picMkLst>
            <pc:docMk/>
            <pc:sldMk cId="1499107813" sldId="265"/>
            <ac:picMk id="5" creationId="{3D3037D5-7D1B-44F3-9FDE-8D4044856B73}"/>
          </ac:picMkLst>
        </pc:picChg>
      </pc:sldChg>
      <pc:sldChg chg="delSp modSp add del mod">
        <pc:chgData name="david dalsveen" userId="1bc9e0f3-63b8-43f3-87d9-c29a9f4159c1" providerId="ADAL" clId="{7DA27978-F946-4605-B2F8-9E1B8CF6AF64}" dt="2021-01-20T02:39:46.840" v="941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7DA27978-F946-4605-B2F8-9E1B8CF6AF64}" dt="2021-01-20T02:36:46.368" v="668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7DA27978-F946-4605-B2F8-9E1B8CF6AF64}" dt="2021-01-20T02:39:46.840" v="941" actId="20577"/>
          <ac:spMkLst>
            <pc:docMk/>
            <pc:sldMk cId="3051798843" sldId="266"/>
            <ac:spMk id="15" creationId="{54497D69-439C-4E04-AB3B-CAA04057B828}"/>
          </ac:spMkLst>
        </pc:spChg>
        <pc:picChg chg="del">
          <ac:chgData name="david dalsveen" userId="1bc9e0f3-63b8-43f3-87d9-c29a9f4159c1" providerId="ADAL" clId="{7DA27978-F946-4605-B2F8-9E1B8CF6AF64}" dt="2021-01-20T02:33:43.678" v="362" actId="21"/>
          <ac:picMkLst>
            <pc:docMk/>
            <pc:sldMk cId="3051798843" sldId="266"/>
            <ac:picMk id="6" creationId="{F6AEFA50-F38E-4940-8F3D-B84CC7C03E6E}"/>
          </ac:picMkLst>
        </pc:picChg>
        <pc:picChg chg="del">
          <ac:chgData name="david dalsveen" userId="1bc9e0f3-63b8-43f3-87d9-c29a9f4159c1" providerId="ADAL" clId="{7DA27978-F946-4605-B2F8-9E1B8CF6AF64}" dt="2021-01-20T02:33:41.357" v="361" actId="21"/>
          <ac:picMkLst>
            <pc:docMk/>
            <pc:sldMk cId="3051798843" sldId="266"/>
            <ac:picMk id="8" creationId="{02600A3D-8034-4B81-BEAE-35ECD97CD812}"/>
          </ac:picMkLst>
        </pc:picChg>
      </pc:sldChg>
      <pc:sldChg chg="delSp modSp mod">
        <pc:chgData name="david dalsveen" userId="1bc9e0f3-63b8-43f3-87d9-c29a9f4159c1" providerId="ADAL" clId="{7DA27978-F946-4605-B2F8-9E1B8CF6AF64}" dt="2021-01-20T02:42:43.784" v="1258" actId="20577"/>
        <pc:sldMkLst>
          <pc:docMk/>
          <pc:sldMk cId="1354350229" sldId="267"/>
        </pc:sldMkLst>
        <pc:spChg chg="mod">
          <ac:chgData name="david dalsveen" userId="1bc9e0f3-63b8-43f3-87d9-c29a9f4159c1" providerId="ADAL" clId="{7DA27978-F946-4605-B2F8-9E1B8CF6AF64}" dt="2021-01-20T02:40:14.523" v="944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7DA27978-F946-4605-B2F8-9E1B8CF6AF64}" dt="2021-01-20T02:42:43.784" v="1258" actId="20577"/>
          <ac:spMkLst>
            <pc:docMk/>
            <pc:sldMk cId="1354350229" sldId="267"/>
            <ac:spMk id="15" creationId="{54497D69-439C-4E04-AB3B-CAA04057B828}"/>
          </ac:spMkLst>
        </pc:spChg>
        <pc:picChg chg="del">
          <ac:chgData name="david dalsveen" userId="1bc9e0f3-63b8-43f3-87d9-c29a9f4159c1" providerId="ADAL" clId="{7DA27978-F946-4605-B2F8-9E1B8CF6AF64}" dt="2021-01-20T02:33:48.654" v="363" actId="21"/>
          <ac:picMkLst>
            <pc:docMk/>
            <pc:sldMk cId="1354350229" sldId="267"/>
            <ac:picMk id="6" creationId="{821EF195-6251-42B6-A501-2A51FB9A45AD}"/>
          </ac:picMkLst>
        </pc:picChg>
      </pc:sldChg>
    </pc:docChg>
  </pc:docChgLst>
  <pc:docChgLst>
    <pc:chgData name="dave Dalsveen" userId="039815d45609d4df" providerId="LiveId" clId="{2866B246-72FF-4413-A4D5-01EC4237DCF2}"/>
    <pc:docChg chg="undo redo custSel addSld modSld modMainMaster">
      <pc:chgData name="dave Dalsveen" userId="039815d45609d4df" providerId="LiveId" clId="{2866B246-72FF-4413-A4D5-01EC4237DCF2}" dt="2020-05-25T18:22:26.476" v="1986" actId="20577"/>
      <pc:docMkLst>
        <pc:docMk/>
      </pc:docMkLst>
      <pc:sldChg chg="setBg">
        <pc:chgData name="dave Dalsveen" userId="039815d45609d4df" providerId="LiveId" clId="{2866B246-72FF-4413-A4D5-01EC4237DCF2}" dt="2020-05-25T16:26:04.533" v="896"/>
        <pc:sldMkLst>
          <pc:docMk/>
          <pc:sldMk cId="4063939883" sldId="256"/>
        </pc:sldMkLst>
      </pc:sldChg>
      <pc:sldChg chg="addSp delSp modSp new mod setBg setClrOvrMap">
        <pc:chgData name="dave Dalsveen" userId="039815d45609d4df" providerId="LiveId" clId="{2866B246-72FF-4413-A4D5-01EC4237DCF2}" dt="2020-05-25T16:26:04.533" v="896"/>
        <pc:sldMkLst>
          <pc:docMk/>
          <pc:sldMk cId="1901650308" sldId="257"/>
        </pc:sldMkLst>
        <pc:spChg chg="mod">
          <ac:chgData name="dave Dalsveen" userId="039815d45609d4df" providerId="LiveId" clId="{2866B246-72FF-4413-A4D5-01EC4237DCF2}" dt="2020-05-25T16:10:12.026" v="250" actId="26606"/>
          <ac:spMkLst>
            <pc:docMk/>
            <pc:sldMk cId="1901650308" sldId="257"/>
            <ac:spMk id="2" creationId="{6064945E-18DD-4505-84BD-53732E1BE505}"/>
          </ac:spMkLst>
        </pc:spChg>
        <pc:spChg chg="add del mod">
          <ac:chgData name="dave Dalsveen" userId="039815d45609d4df" providerId="LiveId" clId="{2866B246-72FF-4413-A4D5-01EC4237DCF2}" dt="2020-05-25T16:10:12.026" v="250" actId="26606"/>
          <ac:spMkLst>
            <pc:docMk/>
            <pc:sldMk cId="1901650308" sldId="257"/>
            <ac:spMk id="3" creationId="{2AE1F63D-DF25-43A1-B3B5-A73A8B1D266E}"/>
          </ac:spMkLst>
        </pc:spChg>
        <pc:spChg chg="add">
          <ac:chgData name="dave Dalsveen" userId="039815d45609d4df" providerId="LiveId" clId="{2866B246-72FF-4413-A4D5-01EC4237DCF2}" dt="2020-05-25T16:10:12.026" v="250" actId="26606"/>
          <ac:spMkLst>
            <pc:docMk/>
            <pc:sldMk cId="1901650308" sldId="257"/>
            <ac:spMk id="10" creationId="{7C432AFE-B3D2-4BFF-BF8F-96C27AFF1AC7}"/>
          </ac:spMkLst>
        </pc:spChg>
        <pc:spChg chg="add">
          <ac:chgData name="dave Dalsveen" userId="039815d45609d4df" providerId="LiveId" clId="{2866B246-72FF-4413-A4D5-01EC4237DCF2}" dt="2020-05-25T16:10:12.026" v="250" actId="26606"/>
          <ac:spMkLst>
            <pc:docMk/>
            <pc:sldMk cId="1901650308" sldId="257"/>
            <ac:spMk id="12" creationId="{AF2F604E-43BE-4DC3-B983-E071523364F8}"/>
          </ac:spMkLst>
        </pc:spChg>
        <pc:spChg chg="add">
          <ac:chgData name="dave Dalsveen" userId="039815d45609d4df" providerId="LiveId" clId="{2866B246-72FF-4413-A4D5-01EC4237DCF2}" dt="2020-05-25T16:10:12.026" v="250" actId="26606"/>
          <ac:spMkLst>
            <pc:docMk/>
            <pc:sldMk cId="1901650308" sldId="257"/>
            <ac:spMk id="14" creationId="{08C9B587-E65E-4B52-B37C-ABEBB6E87928}"/>
          </ac:spMkLst>
        </pc:spChg>
        <pc:picChg chg="add del mod">
          <ac:chgData name="dave Dalsveen" userId="039815d45609d4df" providerId="LiveId" clId="{2866B246-72FF-4413-A4D5-01EC4237DCF2}" dt="2020-05-25T16:02:05.601" v="51"/>
          <ac:picMkLst>
            <pc:docMk/>
            <pc:sldMk cId="1901650308" sldId="257"/>
            <ac:picMk id="4" creationId="{94F2196B-0053-4CAB-B317-01C8CA9268F1}"/>
          </ac:picMkLst>
        </pc:picChg>
        <pc:picChg chg="add mod ord">
          <ac:chgData name="dave Dalsveen" userId="039815d45609d4df" providerId="LiveId" clId="{2866B246-72FF-4413-A4D5-01EC4237DCF2}" dt="2020-05-25T16:10:20.394" v="251" actId="27614"/>
          <ac:picMkLst>
            <pc:docMk/>
            <pc:sldMk cId="1901650308" sldId="257"/>
            <ac:picMk id="5" creationId="{72550387-0E6F-466F-BD2C-8FDB4BEFEC11}"/>
          </ac:picMkLst>
        </pc:picChg>
      </pc:sldChg>
      <pc:sldChg chg="addSp delSp modSp new mod setBg setClrOvrMap">
        <pc:chgData name="dave Dalsveen" userId="039815d45609d4df" providerId="LiveId" clId="{2866B246-72FF-4413-A4D5-01EC4237DCF2}" dt="2020-05-25T16:26:04.533" v="896"/>
        <pc:sldMkLst>
          <pc:docMk/>
          <pc:sldMk cId="3647716643" sldId="258"/>
        </pc:sldMkLst>
        <pc:spChg chg="mo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3" creationId="{26532813-06A8-4210-874A-2DE00374E51C}"/>
          </ac:spMkLst>
        </pc:spChg>
        <pc:spChg chg="add del">
          <ac:chgData name="dave Dalsveen" userId="039815d45609d4df" providerId="LiveId" clId="{2866B246-72FF-4413-A4D5-01EC4237DCF2}" dt="2020-05-25T16:23:24.062" v="886" actId="26606"/>
          <ac:spMkLst>
            <pc:docMk/>
            <pc:sldMk cId="3647716643" sldId="258"/>
            <ac:spMk id="9" creationId="{9AA72BD9-2C5A-4EDC-931F-5AA08EACA0F3}"/>
          </ac:spMkLst>
        </pc:spChg>
        <pc:spChg chg="add del">
          <ac:chgData name="dave Dalsveen" userId="039815d45609d4df" providerId="LiveId" clId="{2866B246-72FF-4413-A4D5-01EC4237DCF2}" dt="2020-05-25T16:23:24.062" v="886" actId="26606"/>
          <ac:spMkLst>
            <pc:docMk/>
            <pc:sldMk cId="3647716643" sldId="258"/>
            <ac:spMk id="11" creationId="{8A6DB0E6-E65F-4229-A5A0-2500203B6CC3}"/>
          </ac:spMkLst>
        </pc:spChg>
        <pc:spChg chg="add del">
          <ac:chgData name="dave Dalsveen" userId="039815d45609d4df" providerId="LiveId" clId="{2866B246-72FF-4413-A4D5-01EC4237DCF2}" dt="2020-05-25T16:23:24.062" v="886" actId="26606"/>
          <ac:spMkLst>
            <pc:docMk/>
            <pc:sldMk cId="3647716643" sldId="258"/>
            <ac:spMk id="13" creationId="{55D4142C-5077-457F-A6AD-3FECFDB39685}"/>
          </ac:spMkLst>
        </pc:spChg>
        <pc:spChg chg="add del">
          <ac:chgData name="dave Dalsveen" userId="039815d45609d4df" providerId="LiveId" clId="{2866B246-72FF-4413-A4D5-01EC4237DCF2}" dt="2020-05-25T16:23:24.062" v="886" actId="26606"/>
          <ac:spMkLst>
            <pc:docMk/>
            <pc:sldMk cId="3647716643" sldId="258"/>
            <ac:spMk id="15" creationId="{7A5F0580-5EE9-419F-96EE-B6529EF6E7D0}"/>
          </ac:spMkLst>
        </pc:spChg>
        <pc:spChg chg="add del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17" creationId="{F94AA2BD-2E3F-4B1D-8127-5744B8115311}"/>
          </ac:spMkLst>
        </pc:spChg>
        <pc:spChg chg="add del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18" creationId="{4BD02261-2DC8-4AA8-9E16-7751AE892445}"/>
          </ac:spMkLst>
        </pc:spChg>
        <pc:spChg chg="add del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19" creationId="{3D752CF2-2291-40B5-B462-C17B174C10BC}"/>
          </ac:spMkLst>
        </pc:spChg>
        <pc:spChg chg="ad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25" creationId="{2C9A9DA9-7DC8-488B-A882-123947B0F3D9}"/>
          </ac:spMkLst>
        </pc:spChg>
        <pc:spChg chg="ad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27" creationId="{57F6BDD4-E066-4008-8011-6CC31AEB4556}"/>
          </ac:spMkLst>
        </pc:spChg>
        <pc:spChg chg="ad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29" creationId="{2711A8FB-68FC-45FC-B01E-38F809E2D439}"/>
          </ac:spMkLst>
        </pc:spChg>
        <pc:spChg chg="add">
          <ac:chgData name="dave Dalsveen" userId="039815d45609d4df" providerId="LiveId" clId="{2866B246-72FF-4413-A4D5-01EC4237DCF2}" dt="2020-05-25T16:24:20.245" v="888" actId="26606"/>
          <ac:spMkLst>
            <pc:docMk/>
            <pc:sldMk cId="3647716643" sldId="258"/>
            <ac:spMk id="31" creationId="{2A865FE3-5FC9-4049-87CF-30019C46C0F5}"/>
          </ac:spMkLst>
        </pc:spChg>
        <pc:picChg chg="add del">
          <ac:chgData name="dave Dalsveen" userId="039815d45609d4df" providerId="LiveId" clId="{2866B246-72FF-4413-A4D5-01EC4237DCF2}" dt="2020-05-25T16:23:24.062" v="886" actId="26606"/>
          <ac:picMkLst>
            <pc:docMk/>
            <pc:sldMk cId="3647716643" sldId="258"/>
            <ac:picMk id="5" creationId="{0F783CCE-8A41-4134-BDD5-EF0E9270BDD0}"/>
          </ac:picMkLst>
        </pc:picChg>
        <pc:picChg chg="add mod">
          <ac:chgData name="dave Dalsveen" userId="039815d45609d4df" providerId="LiveId" clId="{2866B246-72FF-4413-A4D5-01EC4237DCF2}" dt="2020-05-25T16:24:20.245" v="888" actId="26606"/>
          <ac:picMkLst>
            <pc:docMk/>
            <pc:sldMk cId="3647716643" sldId="258"/>
            <ac:picMk id="20" creationId="{19B0DD80-FE1C-4CF4-99AA-8816687ABA5E}"/>
          </ac:picMkLst>
        </pc:picChg>
      </pc:sldChg>
      <pc:sldChg chg="addSp delSp modSp new mod setBg">
        <pc:chgData name="dave Dalsveen" userId="039815d45609d4df" providerId="LiveId" clId="{2866B246-72FF-4413-A4D5-01EC4237DCF2}" dt="2020-05-25T17:00:31.076" v="994" actId="33524"/>
        <pc:sldMkLst>
          <pc:docMk/>
          <pc:sldMk cId="3024770718" sldId="259"/>
        </pc:sldMkLst>
        <pc:spChg chg="mod">
          <ac:chgData name="dave Dalsveen" userId="039815d45609d4df" providerId="LiveId" clId="{2866B246-72FF-4413-A4D5-01EC4237DCF2}" dt="2020-05-25T17:00:15.825" v="990" actId="20577"/>
          <ac:spMkLst>
            <pc:docMk/>
            <pc:sldMk cId="3024770718" sldId="259"/>
            <ac:spMk id="2" creationId="{C50C355D-D27F-4909-9FE8-2A9E263A5945}"/>
          </ac:spMkLst>
        </pc:spChg>
        <pc:spChg chg="add del mod">
          <ac:chgData name="dave Dalsveen" userId="039815d45609d4df" providerId="LiveId" clId="{2866B246-72FF-4413-A4D5-01EC4237DCF2}" dt="2020-05-25T16:24:53.213" v="893" actId="26606"/>
          <ac:spMkLst>
            <pc:docMk/>
            <pc:sldMk cId="3024770718" sldId="259"/>
            <ac:spMk id="3" creationId="{F6475D28-392C-4B0D-9AEA-FE72C1794376}"/>
          </ac:spMkLst>
        </pc:spChg>
        <pc:spChg chg="add">
          <ac:chgData name="dave Dalsveen" userId="039815d45609d4df" providerId="LiveId" clId="{2866B246-72FF-4413-A4D5-01EC4237DCF2}" dt="2020-05-25T16:24:53.213" v="893" actId="26606"/>
          <ac:spMkLst>
            <pc:docMk/>
            <pc:sldMk cId="3024770718" sldId="259"/>
            <ac:spMk id="8" creationId="{CBB2B1F0-0DD6-4744-9A46-7A344FB48E40}"/>
          </ac:spMkLst>
        </pc:spChg>
        <pc:spChg chg="add del">
          <ac:chgData name="dave Dalsveen" userId="039815d45609d4df" providerId="LiveId" clId="{2866B246-72FF-4413-A4D5-01EC4237DCF2}" dt="2020-05-25T16:24:45.695" v="890" actId="26606"/>
          <ac:spMkLst>
            <pc:docMk/>
            <pc:sldMk cId="3024770718" sldId="259"/>
            <ac:spMk id="9" creationId="{44AD29B6-BF3B-4407-9E75-52DF8E3B29F1}"/>
          </ac:spMkLst>
        </pc:spChg>
        <pc:spChg chg="add">
          <ac:chgData name="dave Dalsveen" userId="039815d45609d4df" providerId="LiveId" clId="{2866B246-72FF-4413-A4D5-01EC4237DCF2}" dt="2020-05-25T16:24:53.213" v="893" actId="26606"/>
          <ac:spMkLst>
            <pc:docMk/>
            <pc:sldMk cId="3024770718" sldId="259"/>
            <ac:spMk id="10" creationId="{7A0B5DEA-ADF6-4BA5-9307-147F0A4685A0}"/>
          </ac:spMkLst>
        </pc:spChg>
        <pc:spChg chg="add del">
          <ac:chgData name="dave Dalsveen" userId="039815d45609d4df" providerId="LiveId" clId="{2866B246-72FF-4413-A4D5-01EC4237DCF2}" dt="2020-05-25T16:24:45.695" v="890" actId="26606"/>
          <ac:spMkLst>
            <pc:docMk/>
            <pc:sldMk cId="3024770718" sldId="259"/>
            <ac:spMk id="11" creationId="{55F8BA08-3E38-4B70-B93A-74F08E092206}"/>
          </ac:spMkLst>
        </pc:spChg>
        <pc:spChg chg="add">
          <ac:chgData name="dave Dalsveen" userId="039815d45609d4df" providerId="LiveId" clId="{2866B246-72FF-4413-A4D5-01EC4237DCF2}" dt="2020-05-25T16:24:53.213" v="893" actId="26606"/>
          <ac:spMkLst>
            <pc:docMk/>
            <pc:sldMk cId="3024770718" sldId="259"/>
            <ac:spMk id="12" creationId="{9DECDBF4-02B6-4BB4-B65B-B8107AD6A9E8}"/>
          </ac:spMkLst>
        </pc:spChg>
        <pc:spChg chg="add del">
          <ac:chgData name="dave Dalsveen" userId="039815d45609d4df" providerId="LiveId" clId="{2866B246-72FF-4413-A4D5-01EC4237DCF2}" dt="2020-05-25T16:24:45.695" v="890" actId="26606"/>
          <ac:spMkLst>
            <pc:docMk/>
            <pc:sldMk cId="3024770718" sldId="259"/>
            <ac:spMk id="13" creationId="{357F1B33-79AB-4A71-8CEC-4546D709B8C8}"/>
          </ac:spMkLst>
        </pc:spChg>
        <pc:spChg chg="add del">
          <ac:chgData name="dave Dalsveen" userId="039815d45609d4df" providerId="LiveId" clId="{2866B246-72FF-4413-A4D5-01EC4237DCF2}" dt="2020-05-25T16:24:53.198" v="892" actId="26606"/>
          <ac:spMkLst>
            <pc:docMk/>
            <pc:sldMk cId="3024770718" sldId="259"/>
            <ac:spMk id="15" creationId="{BC68A55F-7B32-44D8-AEE5-1AF40532656C}"/>
          </ac:spMkLst>
        </pc:spChg>
        <pc:spChg chg="add del">
          <ac:chgData name="dave Dalsveen" userId="039815d45609d4df" providerId="LiveId" clId="{2866B246-72FF-4413-A4D5-01EC4237DCF2}" dt="2020-05-25T16:24:53.198" v="892" actId="26606"/>
          <ac:spMkLst>
            <pc:docMk/>
            <pc:sldMk cId="3024770718" sldId="259"/>
            <ac:spMk id="16" creationId="{CD1AAA2C-FBBE-42AA-B869-31D524B7653F}"/>
          </ac:spMkLst>
        </pc:spChg>
        <pc:spChg chg="add del">
          <ac:chgData name="dave Dalsveen" userId="039815d45609d4df" providerId="LiveId" clId="{2866B246-72FF-4413-A4D5-01EC4237DCF2}" dt="2020-05-25T16:24:53.198" v="892" actId="26606"/>
          <ac:spMkLst>
            <pc:docMk/>
            <pc:sldMk cId="3024770718" sldId="259"/>
            <ac:spMk id="17" creationId="{5F937BBF-9326-4230-AB1B-F1795E350559}"/>
          </ac:spMkLst>
        </pc:spChg>
        <pc:spChg chg="add mod">
          <ac:chgData name="dave Dalsveen" userId="039815d45609d4df" providerId="LiveId" clId="{2866B246-72FF-4413-A4D5-01EC4237DCF2}" dt="2020-05-25T17:00:31.076" v="994" actId="33524"/>
          <ac:spMkLst>
            <pc:docMk/>
            <pc:sldMk cId="3024770718" sldId="259"/>
            <ac:spMk id="20" creationId="{F6475D28-392C-4B0D-9AEA-FE72C1794376}"/>
          </ac:spMkLst>
        </pc:spChg>
        <pc:graphicFrameChg chg="add del">
          <ac:chgData name="dave Dalsveen" userId="039815d45609d4df" providerId="LiveId" clId="{2866B246-72FF-4413-A4D5-01EC4237DCF2}" dt="2020-05-25T16:24:45.695" v="890" actId="26606"/>
          <ac:graphicFrameMkLst>
            <pc:docMk/>
            <pc:sldMk cId="3024770718" sldId="259"/>
            <ac:graphicFrameMk id="5" creationId="{0C38A697-8E3D-42BE-A964-4ACB2B37592F}"/>
          </ac:graphicFrameMkLst>
        </pc:graphicFrameChg>
        <pc:graphicFrameChg chg="add del">
          <ac:chgData name="dave Dalsveen" userId="039815d45609d4df" providerId="LiveId" clId="{2866B246-72FF-4413-A4D5-01EC4237DCF2}" dt="2020-05-25T16:24:53.198" v="892" actId="26606"/>
          <ac:graphicFrameMkLst>
            <pc:docMk/>
            <pc:sldMk cId="3024770718" sldId="259"/>
            <ac:graphicFrameMk id="18" creationId="{3CDD6908-F880-418A-AC21-ADCD3DC59EC8}"/>
          </ac:graphicFrameMkLst>
        </pc:graphicFrameChg>
      </pc:sldChg>
      <pc:sldChg chg="modSp new mod">
        <pc:chgData name="dave Dalsveen" userId="039815d45609d4df" providerId="LiveId" clId="{2866B246-72FF-4413-A4D5-01EC4237DCF2}" dt="2020-05-25T16:52:07.992" v="947" actId="12"/>
        <pc:sldMkLst>
          <pc:docMk/>
          <pc:sldMk cId="2963209938" sldId="260"/>
        </pc:sldMkLst>
        <pc:spChg chg="mod">
          <ac:chgData name="dave Dalsveen" userId="039815d45609d4df" providerId="LiveId" clId="{2866B246-72FF-4413-A4D5-01EC4237DCF2}" dt="2020-05-25T16:49:32.576" v="936" actId="20577"/>
          <ac:spMkLst>
            <pc:docMk/>
            <pc:sldMk cId="2963209938" sldId="260"/>
            <ac:spMk id="2" creationId="{C95DD42F-3597-4420-B17A-0538B741FE26}"/>
          </ac:spMkLst>
        </pc:spChg>
        <pc:spChg chg="mod">
          <ac:chgData name="dave Dalsveen" userId="039815d45609d4df" providerId="LiveId" clId="{2866B246-72FF-4413-A4D5-01EC4237DCF2}" dt="2020-05-25T16:52:07.992" v="947" actId="12"/>
          <ac:spMkLst>
            <pc:docMk/>
            <pc:sldMk cId="2963209938" sldId="260"/>
            <ac:spMk id="3" creationId="{8D974377-57CD-4707-A0C0-DC9AADE483C8}"/>
          </ac:spMkLst>
        </pc:spChg>
      </pc:sldChg>
      <pc:sldChg chg="modSp new mod">
        <pc:chgData name="dave Dalsveen" userId="039815d45609d4df" providerId="LiveId" clId="{2866B246-72FF-4413-A4D5-01EC4237DCF2}" dt="2020-05-25T16:59:22.826" v="979" actId="27636"/>
        <pc:sldMkLst>
          <pc:docMk/>
          <pc:sldMk cId="3893231935" sldId="261"/>
        </pc:sldMkLst>
        <pc:spChg chg="mod">
          <ac:chgData name="dave Dalsveen" userId="039815d45609d4df" providerId="LiveId" clId="{2866B246-72FF-4413-A4D5-01EC4237DCF2}" dt="2020-05-25T16:59:10.543" v="968" actId="20577"/>
          <ac:spMkLst>
            <pc:docMk/>
            <pc:sldMk cId="3893231935" sldId="261"/>
            <ac:spMk id="2" creationId="{C1B19A76-FC3C-4540-8436-AC4F833D2B75}"/>
          </ac:spMkLst>
        </pc:spChg>
        <pc:spChg chg="mod">
          <ac:chgData name="dave Dalsveen" userId="039815d45609d4df" providerId="LiveId" clId="{2866B246-72FF-4413-A4D5-01EC4237DCF2}" dt="2020-05-25T16:59:22.826" v="979" actId="27636"/>
          <ac:spMkLst>
            <pc:docMk/>
            <pc:sldMk cId="3893231935" sldId="261"/>
            <ac:spMk id="3" creationId="{4D58193E-70A3-434B-A626-4D4CF4BEE9F7}"/>
          </ac:spMkLst>
        </pc:spChg>
      </pc:sldChg>
      <pc:sldChg chg="modSp new mod">
        <pc:chgData name="dave Dalsveen" userId="039815d45609d4df" providerId="LiveId" clId="{2866B246-72FF-4413-A4D5-01EC4237DCF2}" dt="2020-05-25T17:06:28.776" v="1421" actId="20577"/>
        <pc:sldMkLst>
          <pc:docMk/>
          <pc:sldMk cId="1901561588" sldId="262"/>
        </pc:sldMkLst>
        <pc:spChg chg="mod">
          <ac:chgData name="dave Dalsveen" userId="039815d45609d4df" providerId="LiveId" clId="{2866B246-72FF-4413-A4D5-01EC4237DCF2}" dt="2020-05-25T17:03:11.093" v="1014" actId="20577"/>
          <ac:spMkLst>
            <pc:docMk/>
            <pc:sldMk cId="1901561588" sldId="262"/>
            <ac:spMk id="2" creationId="{64F6F33A-6500-4407-9EA1-9625BB45E9F4}"/>
          </ac:spMkLst>
        </pc:spChg>
        <pc:spChg chg="mod">
          <ac:chgData name="dave Dalsveen" userId="039815d45609d4df" providerId="LiveId" clId="{2866B246-72FF-4413-A4D5-01EC4237DCF2}" dt="2020-05-25T17:06:28.776" v="1421" actId="20577"/>
          <ac:spMkLst>
            <pc:docMk/>
            <pc:sldMk cId="1901561588" sldId="262"/>
            <ac:spMk id="3" creationId="{DB1C8AE6-E66E-4B02-88D2-940ABC78DECA}"/>
          </ac:spMkLst>
        </pc:spChg>
      </pc:sldChg>
      <pc:sldChg chg="modSp new mod">
        <pc:chgData name="dave Dalsveen" userId="039815d45609d4df" providerId="LiveId" clId="{2866B246-72FF-4413-A4D5-01EC4237DCF2}" dt="2020-05-25T18:22:26.476" v="1986" actId="20577"/>
        <pc:sldMkLst>
          <pc:docMk/>
          <pc:sldMk cId="3223762024" sldId="263"/>
        </pc:sldMkLst>
        <pc:spChg chg="mod">
          <ac:chgData name="dave Dalsveen" userId="039815d45609d4df" providerId="LiveId" clId="{2866B246-72FF-4413-A4D5-01EC4237DCF2}" dt="2020-05-25T17:40:16.420" v="1468" actId="20577"/>
          <ac:spMkLst>
            <pc:docMk/>
            <pc:sldMk cId="3223762024" sldId="263"/>
            <ac:spMk id="2" creationId="{323F022C-8432-4CD7-88C6-77087C03BF13}"/>
          </ac:spMkLst>
        </pc:spChg>
        <pc:spChg chg="mod">
          <ac:chgData name="dave Dalsveen" userId="039815d45609d4df" providerId="LiveId" clId="{2866B246-72FF-4413-A4D5-01EC4237DCF2}" dt="2020-05-25T18:22:26.476" v="1986" actId="20577"/>
          <ac:spMkLst>
            <pc:docMk/>
            <pc:sldMk cId="3223762024" sldId="263"/>
            <ac:spMk id="3" creationId="{7D23282E-0786-4D28-90E8-C96C7B43AED3}"/>
          </ac:spMkLst>
        </pc:spChg>
      </pc:sldChg>
      <pc:sldMasterChg chg="setBg modSldLayout">
        <pc:chgData name="dave Dalsveen" userId="039815d45609d4df" providerId="LiveId" clId="{2866B246-72FF-4413-A4D5-01EC4237DCF2}" dt="2020-05-25T16:26:04.533" v="896"/>
        <pc:sldMasterMkLst>
          <pc:docMk/>
          <pc:sldMasterMk cId="2456903393" sldId="2147483673"/>
        </pc:sldMasterMkLst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3877423094" sldId="2147483662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3931422448" sldId="2147483663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1810402763" sldId="2147483664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2745245016" sldId="2147483665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579753939" sldId="2147483666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3694429835" sldId="2147483667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4068976084" sldId="2147483668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3212504754" sldId="2147483669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3253511447" sldId="2147483670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4110810634" sldId="2147483671"/>
          </pc:sldLayoutMkLst>
        </pc:sldLayoutChg>
        <pc:sldLayoutChg chg="setBg">
          <pc:chgData name="dave Dalsveen" userId="039815d45609d4df" providerId="LiveId" clId="{2866B246-72FF-4413-A4D5-01EC4237DCF2}" dt="2020-05-25T16:26:04.533" v="896"/>
          <pc:sldLayoutMkLst>
            <pc:docMk/>
            <pc:sldMasterMk cId="2456903393" sldId="2147483673"/>
            <pc:sldLayoutMk cId="2445267297" sldId="2147483672"/>
          </pc:sldLayoutMkLst>
        </pc:sldLayoutChg>
      </pc:sldMasterChg>
    </pc:docChg>
  </pc:docChgLst>
  <pc:docChgLst>
    <pc:chgData name="david dalsveen" userId="1bc9e0f3-63b8-43f3-87d9-c29a9f4159c1" providerId="ADAL" clId="{B391E024-866F-4B5D-9A62-88F89C801DE4}"/>
    <pc:docChg chg="undo custSel delSld modSld">
      <pc:chgData name="david dalsveen" userId="1bc9e0f3-63b8-43f3-87d9-c29a9f4159c1" providerId="ADAL" clId="{B391E024-866F-4B5D-9A62-88F89C801DE4}" dt="2021-02-11T21:32:21.559" v="1171" actId="14100"/>
      <pc:docMkLst>
        <pc:docMk/>
      </pc:docMkLst>
      <pc:sldChg chg="modSp mod">
        <pc:chgData name="david dalsveen" userId="1bc9e0f3-63b8-43f3-87d9-c29a9f4159c1" providerId="ADAL" clId="{B391E024-866F-4B5D-9A62-88F89C801DE4}" dt="2021-02-11T21:05:02.739" v="3" actId="20577"/>
        <pc:sldMkLst>
          <pc:docMk/>
          <pc:sldMk cId="4063939883" sldId="256"/>
        </pc:sldMkLst>
        <pc:spChg chg="mod">
          <ac:chgData name="david dalsveen" userId="1bc9e0f3-63b8-43f3-87d9-c29a9f4159c1" providerId="ADAL" clId="{B391E024-866F-4B5D-9A62-88F89C801DE4}" dt="2021-02-11T21:05:02.739" v="3" actId="20577"/>
          <ac:spMkLst>
            <pc:docMk/>
            <pc:sldMk cId="4063939883" sldId="256"/>
            <ac:spMk id="2" creationId="{1C265080-7784-47AD-95CE-A9F66BD5AE31}"/>
          </ac:spMkLst>
        </pc:spChg>
      </pc:sldChg>
      <pc:sldChg chg="modSp mod">
        <pc:chgData name="david dalsveen" userId="1bc9e0f3-63b8-43f3-87d9-c29a9f4159c1" providerId="ADAL" clId="{B391E024-866F-4B5D-9A62-88F89C801DE4}" dt="2021-02-11T21:11:52.447" v="265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B391E024-866F-4B5D-9A62-88F89C801DE4}" dt="2021-02-11T21:06:11.692" v="14" actId="27636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B391E024-866F-4B5D-9A62-88F89C801DE4}" dt="2021-02-11T21:11:52.447" v="265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addSp delSp modSp mod">
        <pc:chgData name="david dalsveen" userId="1bc9e0f3-63b8-43f3-87d9-c29a9f4159c1" providerId="ADAL" clId="{B391E024-866F-4B5D-9A62-88F89C801DE4}" dt="2021-02-11T21:17:09.953" v="377" actId="27614"/>
        <pc:sldMkLst>
          <pc:docMk/>
          <pc:sldMk cId="1226514440" sldId="264"/>
        </pc:sldMkLst>
        <pc:spChg chg="mo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B391E024-866F-4B5D-9A62-88F89C801DE4}" dt="2021-02-11T21:14:08.230" v="298" actId="20577"/>
          <ac:spMkLst>
            <pc:docMk/>
            <pc:sldMk cId="1226514440" sldId="264"/>
            <ac:spMk id="3" creationId="{26532813-06A8-4210-874A-2DE00374E51C}"/>
          </ac:spMkLst>
        </pc:spChg>
        <pc:spChg chg="mod or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15" creationId="{54497D69-439C-4E04-AB3B-CAA04057B828}"/>
          </ac:spMkLst>
        </pc:spChg>
        <pc:spChg chg="del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36" creationId="{0288C6B4-AFC3-407F-A595-EFFD38D4CCAF}"/>
          </ac:spMkLst>
        </pc:spChg>
        <pc:spChg chg="del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38" creationId="{CF236821-17FE-429B-8D2C-08E13A64EA40}"/>
          </ac:spMkLst>
        </pc:spChg>
        <pc:spChg chg="del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40" creationId="{C0BDBCD2-E081-43AB-9119-C55465E59757}"/>
          </ac:spMkLst>
        </pc:spChg>
        <pc:spChg chg="del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42" creationId="{98E79BE4-34FE-485A-98A5-92CE8F7C4743}"/>
          </ac:spMkLst>
        </pc:spChg>
        <pc:spChg chg="del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44" creationId="{7A5F0580-5EE9-419F-96EE-B6529EF6E7D0}"/>
          </ac:spMkLst>
        </pc:spChg>
        <pc:spChg chg="ad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49" creationId="{0288C6B4-AFC3-407F-A595-EFFD38D4CCAF}"/>
          </ac:spMkLst>
        </pc:spChg>
        <pc:spChg chg="ad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51" creationId="{CF236821-17FE-429B-8D2C-08E13A64EA40}"/>
          </ac:spMkLst>
        </pc:spChg>
        <pc:spChg chg="ad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53" creationId="{C0BDBCD2-E081-43AB-9119-C55465E59757}"/>
          </ac:spMkLst>
        </pc:spChg>
        <pc:spChg chg="ad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55" creationId="{98E79BE4-34FE-485A-98A5-92CE8F7C4743}"/>
          </ac:spMkLst>
        </pc:spChg>
        <pc:spChg chg="add">
          <ac:chgData name="david dalsveen" userId="1bc9e0f3-63b8-43f3-87d9-c29a9f4159c1" providerId="ADAL" clId="{B391E024-866F-4B5D-9A62-88F89C801DE4}" dt="2021-02-11T21:17:03.845" v="376" actId="26606"/>
          <ac:spMkLst>
            <pc:docMk/>
            <pc:sldMk cId="1226514440" sldId="264"/>
            <ac:spMk id="57" creationId="{7A5F0580-5EE9-419F-96EE-B6529EF6E7D0}"/>
          </ac:spMkLst>
        </pc:spChg>
        <pc:picChg chg="add mod">
          <ac:chgData name="david dalsveen" userId="1bc9e0f3-63b8-43f3-87d9-c29a9f4159c1" providerId="ADAL" clId="{B391E024-866F-4B5D-9A62-88F89C801DE4}" dt="2021-02-11T21:17:09.953" v="377" actId="27614"/>
          <ac:picMkLst>
            <pc:docMk/>
            <pc:sldMk cId="1226514440" sldId="264"/>
            <ac:picMk id="5" creationId="{F1072B73-CFE0-4025-84BD-CAC6FDADA175}"/>
          </ac:picMkLst>
        </pc:picChg>
        <pc:picChg chg="del">
          <ac:chgData name="david dalsveen" userId="1bc9e0f3-63b8-43f3-87d9-c29a9f4159c1" providerId="ADAL" clId="{B391E024-866F-4B5D-9A62-88F89C801DE4}" dt="2021-02-11T21:17:00.199" v="375" actId="21"/>
          <ac:picMkLst>
            <pc:docMk/>
            <pc:sldMk cId="1226514440" sldId="264"/>
            <ac:picMk id="9" creationId="{70A87AEE-ADCB-494A-A15B-862D5AF64A83}"/>
          </ac:picMkLst>
        </pc:picChg>
      </pc:sldChg>
      <pc:sldChg chg="addSp delSp modSp mod setBg">
        <pc:chgData name="david dalsveen" userId="1bc9e0f3-63b8-43f3-87d9-c29a9f4159c1" providerId="ADAL" clId="{B391E024-866F-4B5D-9A62-88F89C801DE4}" dt="2021-02-11T21:22:56.641" v="610" actId="26606"/>
        <pc:sldMkLst>
          <pc:docMk/>
          <pc:sldMk cId="1499107813" sldId="265"/>
        </pc:sldMkLst>
        <pc:spChg chg="mo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2" creationId="{FA2C910C-20A3-493C-AFCB-9366AF6F8D13}"/>
          </ac:spMkLst>
        </pc:spChg>
        <pc:spChg chg="del mod">
          <ac:chgData name="david dalsveen" userId="1bc9e0f3-63b8-43f3-87d9-c29a9f4159c1" providerId="ADAL" clId="{B391E024-866F-4B5D-9A62-88F89C801DE4}" dt="2021-02-11T21:19:40.296" v="433" actId="21"/>
          <ac:spMkLst>
            <pc:docMk/>
            <pc:sldMk cId="1499107813" sldId="265"/>
            <ac:spMk id="3" creationId="{26532813-06A8-4210-874A-2DE00374E51C}"/>
          </ac:spMkLst>
        </pc:spChg>
        <pc:spChg chg="mo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15" creationId="{54497D69-439C-4E04-AB3B-CAA04057B828}"/>
          </ac:spMkLst>
        </pc:spChg>
        <pc:spChg chg="del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25" creationId="{2C9A9DA9-7DC8-488B-A882-123947B0F3D9}"/>
          </ac:spMkLst>
        </pc:spChg>
        <pc:spChg chg="del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27" creationId="{57F6BDD4-E066-4008-8011-6CC31AEB4556}"/>
          </ac:spMkLst>
        </pc:spChg>
        <pc:spChg chg="del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29" creationId="{2711A8FB-68FC-45FC-B01E-38F809E2D439}"/>
          </ac:spMkLst>
        </pc:spChg>
        <pc:spChg chg="del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31" creationId="{2A865FE3-5FC9-4049-87CF-30019C46C0F5}"/>
          </ac:spMkLst>
        </pc:spChg>
        <pc:spChg chg="ad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36" creationId="{0288C6B4-AFC3-407F-A595-EFFD38D4CCAF}"/>
          </ac:spMkLst>
        </pc:spChg>
        <pc:spChg chg="ad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38" creationId="{CF236821-17FE-429B-8D2C-08E13A64EA40}"/>
          </ac:spMkLst>
        </pc:spChg>
        <pc:spChg chg="ad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40" creationId="{C0BDBCD2-E081-43AB-9119-C55465E59757}"/>
          </ac:spMkLst>
        </pc:spChg>
        <pc:spChg chg="ad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42" creationId="{98E79BE4-34FE-485A-98A5-92CE8F7C4743}"/>
          </ac:spMkLst>
        </pc:spChg>
        <pc:spChg chg="add">
          <ac:chgData name="david dalsveen" userId="1bc9e0f3-63b8-43f3-87d9-c29a9f4159c1" providerId="ADAL" clId="{B391E024-866F-4B5D-9A62-88F89C801DE4}" dt="2021-02-11T21:22:56.641" v="610" actId="26606"/>
          <ac:spMkLst>
            <pc:docMk/>
            <pc:sldMk cId="1499107813" sldId="265"/>
            <ac:spMk id="44" creationId="{7A5F0580-5EE9-419F-96EE-B6529EF6E7D0}"/>
          </ac:spMkLst>
        </pc:spChg>
        <pc:picChg chg="add mod">
          <ac:chgData name="david dalsveen" userId="1bc9e0f3-63b8-43f3-87d9-c29a9f4159c1" providerId="ADAL" clId="{B391E024-866F-4B5D-9A62-88F89C801DE4}" dt="2021-02-11T21:22:56.641" v="610" actId="26606"/>
          <ac:picMkLst>
            <pc:docMk/>
            <pc:sldMk cId="1499107813" sldId="265"/>
            <ac:picMk id="5" creationId="{7415D9A2-40D8-43F0-B405-5CE897F87F51}"/>
          </ac:picMkLst>
        </pc:picChg>
      </pc:sldChg>
      <pc:sldChg chg="addSp delSp modSp mod">
        <pc:chgData name="david dalsveen" userId="1bc9e0f3-63b8-43f3-87d9-c29a9f4159c1" providerId="ADAL" clId="{B391E024-866F-4B5D-9A62-88F89C801DE4}" dt="2021-02-11T21:27:26.537" v="846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2" creationId="{FA2C910C-20A3-493C-AFCB-9366AF6F8D13}"/>
          </ac:spMkLst>
        </pc:spChg>
        <pc:spChg chg="mod ord">
          <ac:chgData name="david dalsveen" userId="1bc9e0f3-63b8-43f3-87d9-c29a9f4159c1" providerId="ADAL" clId="{B391E024-866F-4B5D-9A62-88F89C801DE4}" dt="2021-02-11T21:27:26.537" v="846" actId="20577"/>
          <ac:spMkLst>
            <pc:docMk/>
            <pc:sldMk cId="3051798843" sldId="266"/>
            <ac:spMk id="15" creationId="{54497D69-439C-4E04-AB3B-CAA04057B828}"/>
          </ac:spMkLst>
        </pc:spChg>
        <pc:spChg chg="del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36" creationId="{0288C6B4-AFC3-407F-A595-EFFD38D4CCAF}"/>
          </ac:spMkLst>
        </pc:spChg>
        <pc:spChg chg="del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38" creationId="{CF236821-17FE-429B-8D2C-08E13A64EA40}"/>
          </ac:spMkLst>
        </pc:spChg>
        <pc:spChg chg="del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40" creationId="{C0BDBCD2-E081-43AB-9119-C55465E59757}"/>
          </ac:spMkLst>
        </pc:spChg>
        <pc:spChg chg="del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42" creationId="{98E79BE4-34FE-485A-98A5-92CE8F7C4743}"/>
          </ac:spMkLst>
        </pc:spChg>
        <pc:spChg chg="del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44" creationId="{7A5F0580-5EE9-419F-96EE-B6529EF6E7D0}"/>
          </ac:spMkLst>
        </pc:spChg>
        <pc:spChg chg="ad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49" creationId="{0288C6B4-AFC3-407F-A595-EFFD38D4CCAF}"/>
          </ac:spMkLst>
        </pc:spChg>
        <pc:spChg chg="ad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51" creationId="{CF236821-17FE-429B-8D2C-08E13A64EA40}"/>
          </ac:spMkLst>
        </pc:spChg>
        <pc:spChg chg="ad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53" creationId="{C0BDBCD2-E081-43AB-9119-C55465E59757}"/>
          </ac:spMkLst>
        </pc:spChg>
        <pc:spChg chg="ad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55" creationId="{98E79BE4-34FE-485A-98A5-92CE8F7C4743}"/>
          </ac:spMkLst>
        </pc:spChg>
        <pc:spChg chg="add">
          <ac:chgData name="david dalsveen" userId="1bc9e0f3-63b8-43f3-87d9-c29a9f4159c1" providerId="ADAL" clId="{B391E024-866F-4B5D-9A62-88F89C801DE4}" dt="2021-02-11T21:26:28.527" v="813" actId="26606"/>
          <ac:spMkLst>
            <pc:docMk/>
            <pc:sldMk cId="3051798843" sldId="266"/>
            <ac:spMk id="57" creationId="{7A5F0580-5EE9-419F-96EE-B6529EF6E7D0}"/>
          </ac:spMkLst>
        </pc:spChg>
        <pc:picChg chg="del">
          <ac:chgData name="david dalsveen" userId="1bc9e0f3-63b8-43f3-87d9-c29a9f4159c1" providerId="ADAL" clId="{B391E024-866F-4B5D-9A62-88F89C801DE4}" dt="2021-02-11T21:26:25.702" v="812" actId="21"/>
          <ac:picMkLst>
            <pc:docMk/>
            <pc:sldMk cId="3051798843" sldId="266"/>
            <ac:picMk id="5" creationId="{77C62611-D514-4413-9E95-645196547736}"/>
          </ac:picMkLst>
        </pc:picChg>
        <pc:picChg chg="add mod">
          <ac:chgData name="david dalsveen" userId="1bc9e0f3-63b8-43f3-87d9-c29a9f4159c1" providerId="ADAL" clId="{B391E024-866F-4B5D-9A62-88F89C801DE4}" dt="2021-02-11T21:26:37.304" v="815" actId="14100"/>
          <ac:picMkLst>
            <pc:docMk/>
            <pc:sldMk cId="3051798843" sldId="266"/>
            <ac:picMk id="6" creationId="{E0E4406A-DFE8-4C44-B9BF-096E3F6BD0EC}"/>
          </ac:picMkLst>
        </pc:picChg>
      </pc:sldChg>
      <pc:sldChg chg="addSp delSp modSp mod setBg">
        <pc:chgData name="david dalsveen" userId="1bc9e0f3-63b8-43f3-87d9-c29a9f4159c1" providerId="ADAL" clId="{B391E024-866F-4B5D-9A62-88F89C801DE4}" dt="2021-02-11T21:32:21.559" v="1171" actId="14100"/>
        <pc:sldMkLst>
          <pc:docMk/>
          <pc:sldMk cId="1354350229" sldId="267"/>
        </pc:sldMkLst>
        <pc:spChg chg="mo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3" creationId="{26532813-06A8-4210-874A-2DE00374E51C}"/>
          </ac:spMkLst>
        </pc:spChg>
        <pc:spChg chg="mod ord">
          <ac:chgData name="david dalsveen" userId="1bc9e0f3-63b8-43f3-87d9-c29a9f4159c1" providerId="ADAL" clId="{B391E024-866F-4B5D-9A62-88F89C801DE4}" dt="2021-02-11T21:32:13.380" v="1169" actId="14100"/>
          <ac:spMkLst>
            <pc:docMk/>
            <pc:sldMk cId="1354350229" sldId="267"/>
            <ac:spMk id="15" creationId="{54497D69-439C-4E04-AB3B-CAA04057B828}"/>
          </ac:spMkLst>
        </pc:spChg>
        <pc:spChg chg="del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25" creationId="{2C9A9DA9-7DC8-488B-A882-123947B0F3D9}"/>
          </ac:spMkLst>
        </pc:spChg>
        <pc:spChg chg="del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27" creationId="{57F6BDD4-E066-4008-8011-6CC31AEB4556}"/>
          </ac:spMkLst>
        </pc:spChg>
        <pc:spChg chg="del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29" creationId="{2711A8FB-68FC-45FC-B01E-38F809E2D439}"/>
          </ac:spMkLst>
        </pc:spChg>
        <pc:spChg chg="del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31" creationId="{2A865FE3-5FC9-4049-87CF-30019C46C0F5}"/>
          </ac:spMkLst>
        </pc:spChg>
        <pc:spChg chg="ad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36" creationId="{0288C6B4-AFC3-407F-A595-EFFD38D4CCAF}"/>
          </ac:spMkLst>
        </pc:spChg>
        <pc:spChg chg="ad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38" creationId="{CF236821-17FE-429B-8D2C-08E13A64EA40}"/>
          </ac:spMkLst>
        </pc:spChg>
        <pc:spChg chg="ad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40" creationId="{C0BDBCD2-E081-43AB-9119-C55465E59757}"/>
          </ac:spMkLst>
        </pc:spChg>
        <pc:spChg chg="ad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42" creationId="{98E79BE4-34FE-485A-98A5-92CE8F7C4743}"/>
          </ac:spMkLst>
        </pc:spChg>
        <pc:spChg chg="add">
          <ac:chgData name="david dalsveen" userId="1bc9e0f3-63b8-43f3-87d9-c29a9f4159c1" providerId="ADAL" clId="{B391E024-866F-4B5D-9A62-88F89C801DE4}" dt="2021-02-11T21:31:26.958" v="1158" actId="26606"/>
          <ac:spMkLst>
            <pc:docMk/>
            <pc:sldMk cId="1354350229" sldId="267"/>
            <ac:spMk id="44" creationId="{7A5F0580-5EE9-419F-96EE-B6529EF6E7D0}"/>
          </ac:spMkLst>
        </pc:spChg>
        <pc:picChg chg="add mod">
          <ac:chgData name="david dalsveen" userId="1bc9e0f3-63b8-43f3-87d9-c29a9f4159c1" providerId="ADAL" clId="{B391E024-866F-4B5D-9A62-88F89C801DE4}" dt="2021-02-11T21:32:21.559" v="1171" actId="14100"/>
          <ac:picMkLst>
            <pc:docMk/>
            <pc:sldMk cId="1354350229" sldId="267"/>
            <ac:picMk id="5" creationId="{B36575BB-104D-4B15-959B-DB2C82B93618}"/>
          </ac:picMkLst>
        </pc:picChg>
      </pc:sldChg>
      <pc:sldChg chg="addSp delSp modSp mod">
        <pc:chgData name="david dalsveen" userId="1bc9e0f3-63b8-43f3-87d9-c29a9f4159c1" providerId="ADAL" clId="{B391E024-866F-4B5D-9A62-88F89C801DE4}" dt="2021-02-11T21:05:31.794" v="9" actId="26606"/>
        <pc:sldMkLst>
          <pc:docMk/>
          <pc:sldMk cId="1005681923" sldId="268"/>
        </pc:sldMkLst>
        <pc:spChg chg="add del mod">
          <ac:chgData name="david dalsveen" userId="1bc9e0f3-63b8-43f3-87d9-c29a9f4159c1" providerId="ADAL" clId="{B391E024-866F-4B5D-9A62-88F89C801DE4}" dt="2021-02-11T21:05:10.811" v="5" actId="21"/>
          <ac:spMkLst>
            <pc:docMk/>
            <pc:sldMk cId="1005681923" sldId="268"/>
            <ac:spMk id="3" creationId="{63136531-8484-4141-9295-BEEAF6743EFF}"/>
          </ac:spMkLst>
        </pc:spChg>
        <pc:spChg chg="add del mo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5" creationId="{1263C653-FFFC-4E7B-A835-060E5331B869}"/>
          </ac:spMkLst>
        </pc:spChg>
        <pc:spChg chg="del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16" creationId="{8D06CE56-3881-4ADA-8CEF-D18B02C242A3}"/>
          </ac:spMkLst>
        </pc:spChg>
        <pc:spChg chg="del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18" creationId="{79F3C543-62EC-4433-9C93-A2CD8764E9B4}"/>
          </ac:spMkLst>
        </pc:spChg>
        <pc:spChg chg="del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20" creationId="{68AF5748-FED8-45BA-8631-26D1D10F3246}"/>
          </ac:spMkLst>
        </pc:spChg>
        <pc:spChg chg="del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22" creationId="{AF2F604E-43BE-4DC3-B983-E071523364F8}"/>
          </ac:spMkLst>
        </pc:spChg>
        <pc:spChg chg="del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24" creationId="{08C9B587-E65E-4B52-B37C-ABEBB6E87928}"/>
          </ac:spMkLst>
        </pc:spChg>
        <pc:spChg chg="ad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29" creationId="{8D06CE56-3881-4ADA-8CEF-D18B02C242A3}"/>
          </ac:spMkLst>
        </pc:spChg>
        <pc:spChg chg="ad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31" creationId="{79F3C543-62EC-4433-9C93-A2CD8764E9B4}"/>
          </ac:spMkLst>
        </pc:spChg>
        <pc:spChg chg="ad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33" creationId="{68AF5748-FED8-45BA-8631-26D1D10F3246}"/>
          </ac:spMkLst>
        </pc:spChg>
        <pc:spChg chg="ad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35" creationId="{AF2F604E-43BE-4DC3-B983-E071523364F8}"/>
          </ac:spMkLst>
        </pc:spChg>
        <pc:spChg chg="add">
          <ac:chgData name="david dalsveen" userId="1bc9e0f3-63b8-43f3-87d9-c29a9f4159c1" providerId="ADAL" clId="{B391E024-866F-4B5D-9A62-88F89C801DE4}" dt="2021-02-11T21:05:31.794" v="9" actId="26606"/>
          <ac:spMkLst>
            <pc:docMk/>
            <pc:sldMk cId="1005681923" sldId="268"/>
            <ac:spMk id="37" creationId="{08C9B587-E65E-4B52-B37C-ABEBB6E87928}"/>
          </ac:spMkLst>
        </pc:spChg>
        <pc:picChg chg="add del">
          <ac:chgData name="david dalsveen" userId="1bc9e0f3-63b8-43f3-87d9-c29a9f4159c1" providerId="ADAL" clId="{B391E024-866F-4B5D-9A62-88F89C801DE4}" dt="2021-02-11T21:05:24.295" v="7" actId="21"/>
          <ac:picMkLst>
            <pc:docMk/>
            <pc:sldMk cId="1005681923" sldId="268"/>
            <ac:picMk id="11" creationId="{6A142EA5-93BE-48D3-A920-576BECE77482}"/>
          </ac:picMkLst>
        </pc:picChg>
        <pc:picChg chg="add mod">
          <ac:chgData name="david dalsveen" userId="1bc9e0f3-63b8-43f3-87d9-c29a9f4159c1" providerId="ADAL" clId="{B391E024-866F-4B5D-9A62-88F89C801DE4}" dt="2021-02-11T21:05:31.794" v="9" actId="26606"/>
          <ac:picMkLst>
            <pc:docMk/>
            <pc:sldMk cId="1005681923" sldId="268"/>
            <ac:picMk id="12" creationId="{3CA40695-895E-4EB0-8362-DF42A2D1D40B}"/>
          </ac:picMkLst>
        </pc:picChg>
      </pc:sldChg>
      <pc:sldChg chg="del">
        <pc:chgData name="david dalsveen" userId="1bc9e0f3-63b8-43f3-87d9-c29a9f4159c1" providerId="ADAL" clId="{B391E024-866F-4B5D-9A62-88F89C801DE4}" dt="2021-02-11T21:12:18.101" v="266" actId="2696"/>
        <pc:sldMkLst>
          <pc:docMk/>
          <pc:sldMk cId="2619582904" sldId="269"/>
        </pc:sldMkLst>
      </pc:sldChg>
      <pc:sldChg chg="del">
        <pc:chgData name="david dalsveen" userId="1bc9e0f3-63b8-43f3-87d9-c29a9f4159c1" providerId="ADAL" clId="{B391E024-866F-4B5D-9A62-88F89C801DE4}" dt="2021-02-11T21:12:47.936" v="271" actId="2696"/>
        <pc:sldMkLst>
          <pc:docMk/>
          <pc:sldMk cId="3126714018" sldId="270"/>
        </pc:sldMkLst>
      </pc:sldChg>
      <pc:sldChg chg="del">
        <pc:chgData name="david dalsveen" userId="1bc9e0f3-63b8-43f3-87d9-c29a9f4159c1" providerId="ADAL" clId="{B391E024-866F-4B5D-9A62-88F89C801DE4}" dt="2021-02-11T21:27:37.744" v="847" actId="2696"/>
        <pc:sldMkLst>
          <pc:docMk/>
          <pc:sldMk cId="528222102" sldId="271"/>
        </pc:sldMkLst>
      </pc:sldChg>
    </pc:docChg>
  </pc:docChgLst>
  <pc:docChgLst>
    <pc:chgData name="david dalsveen" userId="1bc9e0f3-63b8-43f3-87d9-c29a9f4159c1" providerId="ADAL" clId="{C8050895-E489-427F-BF1C-7C942B0A9CF8}"/>
    <pc:docChg chg="undo redo custSel addSld delSld modSld">
      <pc:chgData name="david dalsveen" userId="1bc9e0f3-63b8-43f3-87d9-c29a9f4159c1" providerId="ADAL" clId="{C8050895-E489-427F-BF1C-7C942B0A9CF8}" dt="2021-02-18T06:22:33.568" v="1159" actId="1076"/>
      <pc:docMkLst>
        <pc:docMk/>
      </pc:docMkLst>
      <pc:sldChg chg="modSp mod">
        <pc:chgData name="david dalsveen" userId="1bc9e0f3-63b8-43f3-87d9-c29a9f4159c1" providerId="ADAL" clId="{C8050895-E489-427F-BF1C-7C942B0A9CF8}" dt="2021-02-18T06:22:33.568" v="1159" actId="1076"/>
        <pc:sldMkLst>
          <pc:docMk/>
          <pc:sldMk cId="4063939883" sldId="256"/>
        </pc:sldMkLst>
        <pc:spChg chg="mod">
          <ac:chgData name="david dalsveen" userId="1bc9e0f3-63b8-43f3-87d9-c29a9f4159c1" providerId="ADAL" clId="{C8050895-E489-427F-BF1C-7C942B0A9CF8}" dt="2021-02-16T16:46:27.437" v="2"/>
          <ac:spMkLst>
            <pc:docMk/>
            <pc:sldMk cId="4063939883" sldId="256"/>
            <ac:spMk id="2" creationId="{1C265080-7784-47AD-95CE-A9F66BD5AE31}"/>
          </ac:spMkLst>
        </pc:spChg>
        <pc:picChg chg="mod">
          <ac:chgData name="david dalsveen" userId="1bc9e0f3-63b8-43f3-87d9-c29a9f4159c1" providerId="ADAL" clId="{C8050895-E489-427F-BF1C-7C942B0A9CF8}" dt="2021-02-18T06:22:33.568" v="1159" actId="1076"/>
          <ac:picMkLst>
            <pc:docMk/>
            <pc:sldMk cId="4063939883" sldId="256"/>
            <ac:picMk id="8" creationId="{88FBA3CC-14EB-479C-A355-EB9E57190D44}"/>
          </ac:picMkLst>
        </pc:picChg>
      </pc:sldChg>
      <pc:sldChg chg="addSp delSp modSp mod">
        <pc:chgData name="david dalsveen" userId="1bc9e0f3-63b8-43f3-87d9-c29a9f4159c1" providerId="ADAL" clId="{C8050895-E489-427F-BF1C-7C942B0A9CF8}" dt="2021-02-16T17:07:07.223" v="178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C8050895-E489-427F-BF1C-7C942B0A9CF8}" dt="2021-02-16T17:07:07.223" v="178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C8050895-E489-427F-BF1C-7C942B0A9CF8}" dt="2021-02-16T17:06:41.146" v="170" actId="20577"/>
          <ac:spMkLst>
            <pc:docMk/>
            <pc:sldMk cId="3647716643" sldId="258"/>
            <ac:spMk id="15" creationId="{54497D69-439C-4E04-AB3B-CAA04057B828}"/>
          </ac:spMkLst>
        </pc:spChg>
        <pc:picChg chg="add del mod">
          <ac:chgData name="david dalsveen" userId="1bc9e0f3-63b8-43f3-87d9-c29a9f4159c1" providerId="ADAL" clId="{C8050895-E489-427F-BF1C-7C942B0A9CF8}" dt="2021-02-16T16:59:35.416" v="13" actId="21"/>
          <ac:picMkLst>
            <pc:docMk/>
            <pc:sldMk cId="3647716643" sldId="258"/>
            <ac:picMk id="5" creationId="{0B1D5EF4-8A3D-43D8-B633-52EDC249DF4C}"/>
          </ac:picMkLst>
        </pc:picChg>
        <pc:picChg chg="add mod">
          <ac:chgData name="david dalsveen" userId="1bc9e0f3-63b8-43f3-87d9-c29a9f4159c1" providerId="ADAL" clId="{C8050895-E489-427F-BF1C-7C942B0A9CF8}" dt="2021-02-16T16:59:49.313" v="16" actId="14100"/>
          <ac:picMkLst>
            <pc:docMk/>
            <pc:sldMk cId="3647716643" sldId="258"/>
            <ac:picMk id="7" creationId="{3603CEB6-38E5-4C8C-A953-F8118DA425D8}"/>
          </ac:picMkLst>
        </pc:picChg>
      </pc:sldChg>
      <pc:sldChg chg="modSp del mod">
        <pc:chgData name="david dalsveen" userId="1bc9e0f3-63b8-43f3-87d9-c29a9f4159c1" providerId="ADAL" clId="{C8050895-E489-427F-BF1C-7C942B0A9CF8}" dt="2021-02-16T18:35:43.539" v="184" actId="2696"/>
        <pc:sldMkLst>
          <pc:docMk/>
          <pc:sldMk cId="1226514440" sldId="264"/>
        </pc:sldMkLst>
        <pc:spChg chg="mod">
          <ac:chgData name="david dalsveen" userId="1bc9e0f3-63b8-43f3-87d9-c29a9f4159c1" providerId="ADAL" clId="{C8050895-E489-427F-BF1C-7C942B0A9CF8}" dt="2021-02-16T18:35:10.994" v="182" actId="27636"/>
          <ac:spMkLst>
            <pc:docMk/>
            <pc:sldMk cId="1226514440" sldId="264"/>
            <ac:spMk id="2" creationId="{FA2C910C-20A3-493C-AFCB-9366AF6F8D13}"/>
          </ac:spMkLst>
        </pc:spChg>
      </pc:sldChg>
      <pc:sldChg chg="addSp delSp modSp mod">
        <pc:chgData name="david dalsveen" userId="1bc9e0f3-63b8-43f3-87d9-c29a9f4159c1" providerId="ADAL" clId="{C8050895-E489-427F-BF1C-7C942B0A9CF8}" dt="2021-02-16T18:46:18.656" v="668" actId="12"/>
        <pc:sldMkLst>
          <pc:docMk/>
          <pc:sldMk cId="1499107813" sldId="265"/>
        </pc:sldMkLst>
        <pc:spChg chg="mod">
          <ac:chgData name="david dalsveen" userId="1bc9e0f3-63b8-43f3-87d9-c29a9f4159c1" providerId="ADAL" clId="{C8050895-E489-427F-BF1C-7C942B0A9CF8}" dt="2021-02-16T18:41:51.788" v="381" actId="27636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C8050895-E489-427F-BF1C-7C942B0A9CF8}" dt="2021-02-16T18:46:18.656" v="668" actId="12"/>
          <ac:spMkLst>
            <pc:docMk/>
            <pc:sldMk cId="1499107813" sldId="265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C8050895-E489-427F-BF1C-7C942B0A9CF8}" dt="2021-02-16T18:42:59.262" v="385" actId="14100"/>
          <ac:picMkLst>
            <pc:docMk/>
            <pc:sldMk cId="1499107813" sldId="265"/>
            <ac:picMk id="4" creationId="{6EFAB3DC-6E58-4082-B1CC-73FAD4B2072C}"/>
          </ac:picMkLst>
        </pc:picChg>
        <pc:picChg chg="del">
          <ac:chgData name="david dalsveen" userId="1bc9e0f3-63b8-43f3-87d9-c29a9f4159c1" providerId="ADAL" clId="{C8050895-E489-427F-BF1C-7C942B0A9CF8}" dt="2021-02-16T18:42:12.261" v="382" actId="21"/>
          <ac:picMkLst>
            <pc:docMk/>
            <pc:sldMk cId="1499107813" sldId="265"/>
            <ac:picMk id="5" creationId="{7415D9A2-40D8-43F0-B405-5CE897F87F51}"/>
          </ac:picMkLst>
        </pc:picChg>
      </pc:sldChg>
      <pc:sldChg chg="addSp delSp modSp mod">
        <pc:chgData name="david dalsveen" userId="1bc9e0f3-63b8-43f3-87d9-c29a9f4159c1" providerId="ADAL" clId="{C8050895-E489-427F-BF1C-7C942B0A9CF8}" dt="2021-02-16T18:51:41.677" v="923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C8050895-E489-427F-BF1C-7C942B0A9CF8}" dt="2021-02-16T18:50:25.697" v="891" actId="14100"/>
          <ac:spMkLst>
            <pc:docMk/>
            <pc:sldMk cId="3051798843" sldId="266"/>
            <ac:spMk id="3" creationId="{26532813-06A8-4210-874A-2DE00374E51C}"/>
          </ac:spMkLst>
        </pc:spChg>
        <pc:spChg chg="mod ord">
          <ac:chgData name="david dalsveen" userId="1bc9e0f3-63b8-43f3-87d9-c29a9f4159c1" providerId="ADAL" clId="{C8050895-E489-427F-BF1C-7C942B0A9CF8}" dt="2021-02-16T18:51:41.677" v="923" actId="20577"/>
          <ac:spMkLst>
            <pc:docMk/>
            <pc:sldMk cId="3051798843" sldId="266"/>
            <ac:spMk id="15" creationId="{54497D69-439C-4E04-AB3B-CAA04057B828}"/>
          </ac:spMkLst>
        </pc:spChg>
        <pc:spChg chg="del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49" creationId="{0288C6B4-AFC3-407F-A595-EFFD38D4CCAF}"/>
          </ac:spMkLst>
        </pc:spChg>
        <pc:spChg chg="del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51" creationId="{CF236821-17FE-429B-8D2C-08E13A64EA40}"/>
          </ac:spMkLst>
        </pc:spChg>
        <pc:spChg chg="del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53" creationId="{C0BDBCD2-E081-43AB-9119-C55465E59757}"/>
          </ac:spMkLst>
        </pc:spChg>
        <pc:spChg chg="del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55" creationId="{98E79BE4-34FE-485A-98A5-92CE8F7C4743}"/>
          </ac:spMkLst>
        </pc:spChg>
        <pc:spChg chg="del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57" creationId="{7A5F0580-5EE9-419F-96EE-B6529EF6E7D0}"/>
          </ac:spMkLst>
        </pc:spChg>
        <pc:spChg chg="add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62" creationId="{2C9A9DA9-7DC8-488B-A882-123947B0F3D9}"/>
          </ac:spMkLst>
        </pc:spChg>
        <pc:spChg chg="add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64" creationId="{57F6BDD4-E066-4008-8011-6CC31AEB4556}"/>
          </ac:spMkLst>
        </pc:spChg>
        <pc:spChg chg="add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66" creationId="{2711A8FB-68FC-45FC-B01E-38F809E2D439}"/>
          </ac:spMkLst>
        </pc:spChg>
        <pc:spChg chg="add">
          <ac:chgData name="david dalsveen" userId="1bc9e0f3-63b8-43f3-87d9-c29a9f4159c1" providerId="ADAL" clId="{C8050895-E489-427F-BF1C-7C942B0A9CF8}" dt="2021-02-16T18:48:00.274" v="680" actId="26606"/>
          <ac:spMkLst>
            <pc:docMk/>
            <pc:sldMk cId="3051798843" sldId="266"/>
            <ac:spMk id="68" creationId="{2A865FE3-5FC9-4049-87CF-30019C46C0F5}"/>
          </ac:spMkLst>
        </pc:spChg>
        <pc:picChg chg="add mod">
          <ac:chgData name="david dalsveen" userId="1bc9e0f3-63b8-43f3-87d9-c29a9f4159c1" providerId="ADAL" clId="{C8050895-E489-427F-BF1C-7C942B0A9CF8}" dt="2021-02-16T18:48:12.499" v="681" actId="14100"/>
          <ac:picMkLst>
            <pc:docMk/>
            <pc:sldMk cId="3051798843" sldId="266"/>
            <ac:picMk id="5" creationId="{82F445CB-B669-4EAA-8E85-B97767FA8D29}"/>
          </ac:picMkLst>
        </pc:picChg>
        <pc:picChg chg="del">
          <ac:chgData name="david dalsveen" userId="1bc9e0f3-63b8-43f3-87d9-c29a9f4159c1" providerId="ADAL" clId="{C8050895-E489-427F-BF1C-7C942B0A9CF8}" dt="2021-02-16T18:47:19.523" v="678" actId="21"/>
          <ac:picMkLst>
            <pc:docMk/>
            <pc:sldMk cId="3051798843" sldId="266"/>
            <ac:picMk id="6" creationId="{E0E4406A-DFE8-4C44-B9BF-096E3F6BD0EC}"/>
          </ac:picMkLst>
        </pc:picChg>
      </pc:sldChg>
      <pc:sldChg chg="addSp delSp modSp mod">
        <pc:chgData name="david dalsveen" userId="1bc9e0f3-63b8-43f3-87d9-c29a9f4159c1" providerId="ADAL" clId="{C8050895-E489-427F-BF1C-7C942B0A9CF8}" dt="2021-02-16T18:55:40.729" v="1157" actId="14100"/>
        <pc:sldMkLst>
          <pc:docMk/>
          <pc:sldMk cId="1354350229" sldId="267"/>
        </pc:sldMkLst>
        <pc:spChg chg="mod">
          <ac:chgData name="david dalsveen" userId="1bc9e0f3-63b8-43f3-87d9-c29a9f4159c1" providerId="ADAL" clId="{C8050895-E489-427F-BF1C-7C942B0A9CF8}" dt="2021-02-16T18:54:42.435" v="1153" actId="255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C8050895-E489-427F-BF1C-7C942B0A9CF8}" dt="2021-02-16T18:54:31.510" v="1152" actId="20577"/>
          <ac:spMkLst>
            <pc:docMk/>
            <pc:sldMk cId="1354350229" sldId="267"/>
            <ac:spMk id="15" creationId="{54497D69-439C-4E04-AB3B-CAA04057B828}"/>
          </ac:spMkLst>
        </pc:spChg>
        <pc:picChg chg="del">
          <ac:chgData name="david dalsveen" userId="1bc9e0f3-63b8-43f3-87d9-c29a9f4159c1" providerId="ADAL" clId="{C8050895-E489-427F-BF1C-7C942B0A9CF8}" dt="2021-02-16T18:54:52.730" v="1154" actId="21"/>
          <ac:picMkLst>
            <pc:docMk/>
            <pc:sldMk cId="1354350229" sldId="267"/>
            <ac:picMk id="5" creationId="{B36575BB-104D-4B15-959B-DB2C82B93618}"/>
          </ac:picMkLst>
        </pc:picChg>
        <pc:picChg chg="add mod">
          <ac:chgData name="david dalsveen" userId="1bc9e0f3-63b8-43f3-87d9-c29a9f4159c1" providerId="ADAL" clId="{C8050895-E489-427F-BF1C-7C942B0A9CF8}" dt="2021-02-16T18:55:40.729" v="1157" actId="14100"/>
          <ac:picMkLst>
            <pc:docMk/>
            <pc:sldMk cId="1354350229" sldId="267"/>
            <ac:picMk id="6" creationId="{411972EB-37B9-43D9-AAA5-2BF885A692CF}"/>
          </ac:picMkLst>
        </pc:picChg>
      </pc:sldChg>
      <pc:sldChg chg="addSp delSp modSp mod">
        <pc:chgData name="david dalsveen" userId="1bc9e0f3-63b8-43f3-87d9-c29a9f4159c1" providerId="ADAL" clId="{C8050895-E489-427F-BF1C-7C942B0A9CF8}" dt="2021-02-16T16:46:56.597" v="5" actId="26606"/>
        <pc:sldMkLst>
          <pc:docMk/>
          <pc:sldMk cId="1005681923" sldId="268"/>
        </pc:sldMkLst>
        <pc:spChg chg="add del mo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3" creationId="{D369D663-3278-44FB-8FA4-1A4B093B4A48}"/>
          </ac:spMkLst>
        </pc:spChg>
        <pc:spChg chg="mo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7" creationId="{E1ED724E-C4A2-4656-A6EB-D48C990F55FB}"/>
          </ac:spMkLst>
        </pc:spChg>
        <pc:spChg chg="del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29" creationId="{8D06CE56-3881-4ADA-8CEF-D18B02C242A3}"/>
          </ac:spMkLst>
        </pc:spChg>
        <pc:spChg chg="del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31" creationId="{79F3C543-62EC-4433-9C93-A2CD8764E9B4}"/>
          </ac:spMkLst>
        </pc:spChg>
        <pc:spChg chg="del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33" creationId="{68AF5748-FED8-45BA-8631-26D1D10F3246}"/>
          </ac:spMkLst>
        </pc:spChg>
        <pc:spChg chg="del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35" creationId="{AF2F604E-43BE-4DC3-B983-E071523364F8}"/>
          </ac:spMkLst>
        </pc:spChg>
        <pc:spChg chg="del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37" creationId="{08C9B587-E65E-4B52-B37C-ABEBB6E87928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42" creationId="{8D06CE56-3881-4ADA-8CEF-D18B02C242A3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44" creationId="{79F3C543-62EC-4433-9C93-A2CD8764E9B4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46" creationId="{017517EF-BD4D-4055-BDB4-A322C53568AD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48" creationId="{0ADDB668-2CA4-4D2B-9C34-3487CA330BA8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50" creationId="{2568BC19-F052-4108-93E1-6A3D1DEC072F}"/>
          </ac:spMkLst>
        </pc:spChg>
        <pc:spChg chg="add">
          <ac:chgData name="david dalsveen" userId="1bc9e0f3-63b8-43f3-87d9-c29a9f4159c1" providerId="ADAL" clId="{C8050895-E489-427F-BF1C-7C942B0A9CF8}" dt="2021-02-16T16:46:56.597" v="5" actId="26606"/>
          <ac:spMkLst>
            <pc:docMk/>
            <pc:sldMk cId="1005681923" sldId="268"/>
            <ac:spMk id="52" creationId="{D5FD337D-4D6B-4C8B-B6F5-121097E09881}"/>
          </ac:spMkLst>
        </pc:spChg>
        <pc:picChg chg="add mod">
          <ac:chgData name="david dalsveen" userId="1bc9e0f3-63b8-43f3-87d9-c29a9f4159c1" providerId="ADAL" clId="{C8050895-E489-427F-BF1C-7C942B0A9CF8}" dt="2021-02-16T16:46:56.597" v="5" actId="26606"/>
          <ac:picMkLst>
            <pc:docMk/>
            <pc:sldMk cId="1005681923" sldId="268"/>
            <ac:picMk id="9" creationId="{301D1E1E-9569-4B1A-BDFB-4FD6E5CA3F10}"/>
          </ac:picMkLst>
        </pc:picChg>
        <pc:picChg chg="del">
          <ac:chgData name="david dalsveen" userId="1bc9e0f3-63b8-43f3-87d9-c29a9f4159c1" providerId="ADAL" clId="{C8050895-E489-427F-BF1C-7C942B0A9CF8}" dt="2021-02-16T16:46:51.494" v="4" actId="21"/>
          <ac:picMkLst>
            <pc:docMk/>
            <pc:sldMk cId="1005681923" sldId="268"/>
            <ac:picMk id="12" creationId="{3CA40695-895E-4EB0-8362-DF42A2D1D40B}"/>
          </ac:picMkLst>
        </pc:picChg>
      </pc:sldChg>
      <pc:sldChg chg="addSp delSp modSp add mod">
        <pc:chgData name="david dalsveen" userId="1bc9e0f3-63b8-43f3-87d9-c29a9f4159c1" providerId="ADAL" clId="{C8050895-E489-427F-BF1C-7C942B0A9CF8}" dt="2021-02-16T18:41:16.241" v="377" actId="14100"/>
        <pc:sldMkLst>
          <pc:docMk/>
          <pc:sldMk cId="708867094" sldId="269"/>
        </pc:sldMkLst>
        <pc:spChg chg="mod">
          <ac:chgData name="david dalsveen" userId="1bc9e0f3-63b8-43f3-87d9-c29a9f4159c1" providerId="ADAL" clId="{C8050895-E489-427F-BF1C-7C942B0A9CF8}" dt="2021-02-16T18:36:12.127" v="191" actId="27636"/>
          <ac:spMkLst>
            <pc:docMk/>
            <pc:sldMk cId="70886709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C8050895-E489-427F-BF1C-7C942B0A9CF8}" dt="2021-02-16T18:39:43.749" v="371" actId="20577"/>
          <ac:spMkLst>
            <pc:docMk/>
            <pc:sldMk cId="708867094" sldId="269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C8050895-E489-427F-BF1C-7C942B0A9CF8}" dt="2021-02-16T18:41:16.241" v="377" actId="14100"/>
          <ac:picMkLst>
            <pc:docMk/>
            <pc:sldMk cId="708867094" sldId="269"/>
            <ac:picMk id="5" creationId="{E053596A-028C-4A8E-A3FD-26BA89B90BF5}"/>
          </ac:picMkLst>
        </pc:picChg>
        <pc:picChg chg="del">
          <ac:chgData name="david dalsveen" userId="1bc9e0f3-63b8-43f3-87d9-c29a9f4159c1" providerId="ADAL" clId="{C8050895-E489-427F-BF1C-7C942B0A9CF8}" dt="2021-02-16T18:39:46.814" v="372" actId="21"/>
          <ac:picMkLst>
            <pc:docMk/>
            <pc:sldMk cId="708867094" sldId="269"/>
            <ac:picMk id="7" creationId="{3603CEB6-38E5-4C8C-A953-F8118DA425D8}"/>
          </ac:picMkLst>
        </pc:picChg>
      </pc:sldChg>
    </pc:docChg>
  </pc:docChgLst>
  <pc:docChgLst>
    <pc:chgData name="david dalsveen" userId="1bc9e0f3-63b8-43f3-87d9-c29a9f4159c1" providerId="ADAL" clId="{1FD933D7-2C9D-7F48-A3FF-E0A226CFADA2}"/>
    <pc:docChg chg="undo custSel modSld">
      <pc:chgData name="david dalsveen" userId="1bc9e0f3-63b8-43f3-87d9-c29a9f4159c1" providerId="ADAL" clId="{1FD933D7-2C9D-7F48-A3FF-E0A226CFADA2}" dt="2021-06-10T23:49:39.225" v="1109" actId="20577"/>
      <pc:docMkLst>
        <pc:docMk/>
      </pc:docMkLst>
      <pc:sldChg chg="modSp mod">
        <pc:chgData name="david dalsveen" userId="1bc9e0f3-63b8-43f3-87d9-c29a9f4159c1" providerId="ADAL" clId="{1FD933D7-2C9D-7F48-A3FF-E0A226CFADA2}" dt="2021-06-10T23:21:39.606" v="3" actId="20577"/>
        <pc:sldMkLst>
          <pc:docMk/>
          <pc:sldMk cId="4063939883" sldId="256"/>
        </pc:sldMkLst>
        <pc:spChg chg="mod">
          <ac:chgData name="david dalsveen" userId="1bc9e0f3-63b8-43f3-87d9-c29a9f4159c1" providerId="ADAL" clId="{1FD933D7-2C9D-7F48-A3FF-E0A226CFADA2}" dt="2021-06-10T23:21:39.606" v="3" actId="20577"/>
          <ac:spMkLst>
            <pc:docMk/>
            <pc:sldMk cId="4063939883" sldId="256"/>
            <ac:spMk id="2" creationId="{1C265080-7784-47AD-95CE-A9F66BD5AE31}"/>
          </ac:spMkLst>
        </pc:spChg>
      </pc:sldChg>
      <pc:sldChg chg="addSp modSp mod">
        <pc:chgData name="david dalsveen" userId="1bc9e0f3-63b8-43f3-87d9-c29a9f4159c1" providerId="ADAL" clId="{1FD933D7-2C9D-7F48-A3FF-E0A226CFADA2}" dt="2021-06-10T23:28:47.649" v="127" actId="255"/>
        <pc:sldMkLst>
          <pc:docMk/>
          <pc:sldMk cId="3647716643" sldId="258"/>
        </pc:sldMkLst>
        <pc:spChg chg="mod">
          <ac:chgData name="david dalsveen" userId="1bc9e0f3-63b8-43f3-87d9-c29a9f4159c1" providerId="ADAL" clId="{1FD933D7-2C9D-7F48-A3FF-E0A226CFADA2}" dt="2021-06-10T23:22:42.986" v="28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1FD933D7-2C9D-7F48-A3FF-E0A226CFADA2}" dt="2021-06-10T23:28:47.649" v="127" actId="255"/>
          <ac:spMkLst>
            <pc:docMk/>
            <pc:sldMk cId="3647716643" sldId="258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1FD933D7-2C9D-7F48-A3FF-E0A226CFADA2}" dt="2021-06-10T23:23:43.064" v="31" actId="14100"/>
          <ac:picMkLst>
            <pc:docMk/>
            <pc:sldMk cId="3647716643" sldId="258"/>
            <ac:picMk id="4" creationId="{AEC5D8B8-77AF-414F-9761-B3C726319790}"/>
          </ac:picMkLst>
        </pc:picChg>
      </pc:sldChg>
      <pc:sldChg chg="addSp delSp modSp mod">
        <pc:chgData name="david dalsveen" userId="1bc9e0f3-63b8-43f3-87d9-c29a9f4159c1" providerId="ADAL" clId="{1FD933D7-2C9D-7F48-A3FF-E0A226CFADA2}" dt="2021-06-10T23:38:03.499" v="624" actId="14100"/>
        <pc:sldMkLst>
          <pc:docMk/>
          <pc:sldMk cId="1499107813" sldId="265"/>
        </pc:sldMkLst>
        <pc:spChg chg="mo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15" creationId="{54497D69-439C-4E04-AB3B-CAA04057B828}"/>
          </ac:spMkLst>
        </pc:spChg>
        <pc:spChg chg="del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36" creationId="{0288C6B4-AFC3-407F-A595-EFFD38D4CCAF}"/>
          </ac:spMkLst>
        </pc:spChg>
        <pc:spChg chg="del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38" creationId="{CF236821-17FE-429B-8D2C-08E13A64EA40}"/>
          </ac:spMkLst>
        </pc:spChg>
        <pc:spChg chg="del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40" creationId="{C0BDBCD2-E081-43AB-9119-C55465E59757}"/>
          </ac:spMkLst>
        </pc:spChg>
        <pc:spChg chg="del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42" creationId="{98E79BE4-34FE-485A-98A5-92CE8F7C4743}"/>
          </ac:spMkLst>
        </pc:spChg>
        <pc:spChg chg="del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44" creationId="{7A5F0580-5EE9-419F-96EE-B6529EF6E7D0}"/>
          </ac:spMkLst>
        </pc:spChg>
        <pc:spChg chg="ad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49" creationId="{8F7AFB9A-7364-478C-B48B-8523CDD9AE8D}"/>
          </ac:spMkLst>
        </pc:spChg>
        <pc:spChg chg="ad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51" creationId="{36678033-86B6-40E6-BE90-78D8ED4E3A31}"/>
          </ac:spMkLst>
        </pc:spChg>
        <pc:spChg chg="ad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53" creationId="{D2542E1A-076E-4A34-BB67-2BF961754E0C}"/>
          </ac:spMkLst>
        </pc:spChg>
        <pc:spChg chg="ad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55" creationId="{75C56826-D4E5-42ED-8529-079651CB3005}"/>
          </ac:spMkLst>
        </pc:spChg>
        <pc:spChg chg="add">
          <ac:chgData name="david dalsveen" userId="1bc9e0f3-63b8-43f3-87d9-c29a9f4159c1" providerId="ADAL" clId="{1FD933D7-2C9D-7F48-A3FF-E0A226CFADA2}" dt="2021-06-10T23:37:56.144" v="621" actId="26606"/>
          <ac:spMkLst>
            <pc:docMk/>
            <pc:sldMk cId="1499107813" sldId="265"/>
            <ac:spMk id="57" creationId="{82095FCE-EF05-4443-B97A-85DEE3A5CA17}"/>
          </ac:spMkLst>
        </pc:spChg>
        <pc:picChg chg="del mod">
          <ac:chgData name="david dalsveen" userId="1bc9e0f3-63b8-43f3-87d9-c29a9f4159c1" providerId="ADAL" clId="{1FD933D7-2C9D-7F48-A3FF-E0A226CFADA2}" dt="2021-06-10T23:37:59.386" v="622" actId="21"/>
          <ac:picMkLst>
            <pc:docMk/>
            <pc:sldMk cId="1499107813" sldId="265"/>
            <ac:picMk id="3" creationId="{32897E99-7CC5-154E-B53A-87FAE0382D29}"/>
          </ac:picMkLst>
        </pc:picChg>
        <pc:picChg chg="add mod">
          <ac:chgData name="david dalsveen" userId="1bc9e0f3-63b8-43f3-87d9-c29a9f4159c1" providerId="ADAL" clId="{1FD933D7-2C9D-7F48-A3FF-E0A226CFADA2}" dt="2021-06-10T23:38:03.499" v="624" actId="14100"/>
          <ac:picMkLst>
            <pc:docMk/>
            <pc:sldMk cId="1499107813" sldId="265"/>
            <ac:picMk id="4" creationId="{AC18DB19-2E9F-9942-853F-0F00760CED3D}"/>
          </ac:picMkLst>
        </pc:picChg>
      </pc:sldChg>
      <pc:sldChg chg="addSp delSp modSp mod">
        <pc:chgData name="david dalsveen" userId="1bc9e0f3-63b8-43f3-87d9-c29a9f4159c1" providerId="ADAL" clId="{1FD933D7-2C9D-7F48-A3FF-E0A226CFADA2}" dt="2021-06-10T23:43:07.876" v="838" actId="1076"/>
        <pc:sldMkLst>
          <pc:docMk/>
          <pc:sldMk cId="3051798843" sldId="266"/>
        </pc:sldMkLst>
        <pc:spChg chg="mod">
          <ac:chgData name="david dalsveen" userId="1bc9e0f3-63b8-43f3-87d9-c29a9f4159c1" providerId="ADAL" clId="{1FD933D7-2C9D-7F48-A3FF-E0A226CFADA2}" dt="2021-06-10T23:42:25.902" v="836" actId="27636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1FD933D7-2C9D-7F48-A3FF-E0A226CFADA2}" dt="2021-06-10T23:42:10.017" v="831" actId="20577"/>
          <ac:spMkLst>
            <pc:docMk/>
            <pc:sldMk cId="3051798843" sldId="266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1FD933D7-2C9D-7F48-A3FF-E0A226CFADA2}" dt="2021-06-10T23:43:07.876" v="838" actId="1076"/>
          <ac:picMkLst>
            <pc:docMk/>
            <pc:sldMk cId="3051798843" sldId="266"/>
            <ac:picMk id="4" creationId="{96348CEF-DE47-0A45-8C73-8C248B3A8C0C}"/>
          </ac:picMkLst>
        </pc:picChg>
        <pc:picChg chg="del">
          <ac:chgData name="david dalsveen" userId="1bc9e0f3-63b8-43f3-87d9-c29a9f4159c1" providerId="ADAL" clId="{1FD933D7-2C9D-7F48-A3FF-E0A226CFADA2}" dt="2021-06-10T23:42:14.951" v="832" actId="21"/>
          <ac:picMkLst>
            <pc:docMk/>
            <pc:sldMk cId="3051798843" sldId="266"/>
            <ac:picMk id="5" creationId="{D2825EF8-2488-094F-9DDC-D0579219CB63}"/>
          </ac:picMkLst>
        </pc:picChg>
      </pc:sldChg>
      <pc:sldChg chg="addSp delSp modSp mod">
        <pc:chgData name="david dalsveen" userId="1bc9e0f3-63b8-43f3-87d9-c29a9f4159c1" providerId="ADAL" clId="{1FD933D7-2C9D-7F48-A3FF-E0A226CFADA2}" dt="2021-06-10T23:49:39.225" v="1109" actId="20577"/>
        <pc:sldMkLst>
          <pc:docMk/>
          <pc:sldMk cId="1354350229" sldId="267"/>
        </pc:sldMkLst>
        <pc:spChg chg="mod">
          <ac:chgData name="david dalsveen" userId="1bc9e0f3-63b8-43f3-87d9-c29a9f4159c1" providerId="ADAL" clId="{1FD933D7-2C9D-7F48-A3FF-E0A226CFADA2}" dt="2021-06-10T23:45:37.015" v="846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1FD933D7-2C9D-7F48-A3FF-E0A226CFADA2}" dt="2021-06-10T23:49:39.225" v="1109" actId="20577"/>
          <ac:spMkLst>
            <pc:docMk/>
            <pc:sldMk cId="1354350229" sldId="267"/>
            <ac:spMk id="15" creationId="{54497D69-439C-4E04-AB3B-CAA04057B828}"/>
          </ac:spMkLst>
        </pc:spChg>
        <pc:picChg chg="add del mod">
          <ac:chgData name="david dalsveen" userId="1bc9e0f3-63b8-43f3-87d9-c29a9f4159c1" providerId="ADAL" clId="{1FD933D7-2C9D-7F48-A3FF-E0A226CFADA2}" dt="2021-06-10T23:44:56.038" v="842" actId="21"/>
          <ac:picMkLst>
            <pc:docMk/>
            <pc:sldMk cId="1354350229" sldId="267"/>
            <ac:picMk id="4" creationId="{97A6BE82-F2DE-8649-8B92-91834F4E626B}"/>
          </ac:picMkLst>
        </pc:picChg>
        <pc:picChg chg="add mod">
          <ac:chgData name="david dalsveen" userId="1bc9e0f3-63b8-43f3-87d9-c29a9f4159c1" providerId="ADAL" clId="{1FD933D7-2C9D-7F48-A3FF-E0A226CFADA2}" dt="2021-06-10T23:45:02.691" v="844" actId="14100"/>
          <ac:picMkLst>
            <pc:docMk/>
            <pc:sldMk cId="1354350229" sldId="267"/>
            <ac:picMk id="5" creationId="{92B47D2C-54A3-294F-A420-E4A52F77C746}"/>
          </ac:picMkLst>
        </pc:picChg>
        <pc:picChg chg="del">
          <ac:chgData name="david dalsveen" userId="1bc9e0f3-63b8-43f3-87d9-c29a9f4159c1" providerId="ADAL" clId="{1FD933D7-2C9D-7F48-A3FF-E0A226CFADA2}" dt="2021-06-10T23:42:20.570" v="833" actId="21"/>
          <ac:picMkLst>
            <pc:docMk/>
            <pc:sldMk cId="1354350229" sldId="267"/>
            <ac:picMk id="11" creationId="{87E0C7E7-F7CD-9343-AFB8-EF32A262878C}"/>
          </ac:picMkLst>
        </pc:picChg>
      </pc:sldChg>
      <pc:sldChg chg="addSp modSp mod">
        <pc:chgData name="david dalsveen" userId="1bc9e0f3-63b8-43f3-87d9-c29a9f4159c1" providerId="ADAL" clId="{1FD933D7-2C9D-7F48-A3FF-E0A226CFADA2}" dt="2021-06-10T23:22:03.564" v="26"/>
        <pc:sldMkLst>
          <pc:docMk/>
          <pc:sldMk cId="1005681923" sldId="268"/>
        </pc:sldMkLst>
        <pc:spChg chg="mod">
          <ac:chgData name="david dalsveen" userId="1bc9e0f3-63b8-43f3-87d9-c29a9f4159c1" providerId="ADAL" clId="{1FD933D7-2C9D-7F48-A3FF-E0A226CFADA2}" dt="2021-06-10T23:21:54.361" v="25" actId="20577"/>
          <ac:spMkLst>
            <pc:docMk/>
            <pc:sldMk cId="1005681923" sldId="268"/>
            <ac:spMk id="7" creationId="{E1ED724E-C4A2-4656-A6EB-D48C990F55FB}"/>
          </ac:spMkLst>
        </pc:spChg>
        <pc:picChg chg="add">
          <ac:chgData name="david dalsveen" userId="1bc9e0f3-63b8-43f3-87d9-c29a9f4159c1" providerId="ADAL" clId="{1FD933D7-2C9D-7F48-A3FF-E0A226CFADA2}" dt="2021-06-10T23:22:03.564" v="26"/>
          <ac:picMkLst>
            <pc:docMk/>
            <pc:sldMk cId="1005681923" sldId="268"/>
            <ac:picMk id="2" creationId="{E0C5A333-62C3-7745-B29A-D1B74AB2B3FC}"/>
          </ac:picMkLst>
        </pc:picChg>
      </pc:sldChg>
      <pc:sldChg chg="addSp delSp modSp mod">
        <pc:chgData name="david dalsveen" userId="1bc9e0f3-63b8-43f3-87d9-c29a9f4159c1" providerId="ADAL" clId="{1FD933D7-2C9D-7F48-A3FF-E0A226CFADA2}" dt="2021-06-10T23:32:06.942" v="302" actId="14100"/>
        <pc:sldMkLst>
          <pc:docMk/>
          <pc:sldMk cId="708867094" sldId="269"/>
        </pc:sldMkLst>
        <pc:spChg chg="mod">
          <ac:chgData name="david dalsveen" userId="1bc9e0f3-63b8-43f3-87d9-c29a9f4159c1" providerId="ADAL" clId="{1FD933D7-2C9D-7F48-A3FF-E0A226CFADA2}" dt="2021-06-10T23:29:16.711" v="129"/>
          <ac:spMkLst>
            <pc:docMk/>
            <pc:sldMk cId="70886709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1FD933D7-2C9D-7F48-A3FF-E0A226CFADA2}" dt="2021-06-10T23:30:52.751" v="295" actId="27636"/>
          <ac:spMkLst>
            <pc:docMk/>
            <pc:sldMk cId="708867094" sldId="269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1FD933D7-2C9D-7F48-A3FF-E0A226CFADA2}" dt="2021-06-10T23:32:06.942" v="302" actId="14100"/>
          <ac:picMkLst>
            <pc:docMk/>
            <pc:sldMk cId="708867094" sldId="269"/>
            <ac:picMk id="4" creationId="{5075E84D-E0C3-6846-9965-58DD8BF9B5B4}"/>
          </ac:picMkLst>
        </pc:picChg>
        <pc:picChg chg="del">
          <ac:chgData name="david dalsveen" userId="1bc9e0f3-63b8-43f3-87d9-c29a9f4159c1" providerId="ADAL" clId="{1FD933D7-2C9D-7F48-A3FF-E0A226CFADA2}" dt="2021-06-10T23:31:06.859" v="296" actId="21"/>
          <ac:picMkLst>
            <pc:docMk/>
            <pc:sldMk cId="708867094" sldId="269"/>
            <ac:picMk id="8" creationId="{F5C542B5-7260-4741-BD1D-63BE529B935E}"/>
          </ac:picMkLst>
        </pc:picChg>
      </pc:sldChg>
    </pc:docChg>
  </pc:docChgLst>
  <pc:docChgLst>
    <pc:chgData name="david dalsveen" userId="1bc9e0f3-63b8-43f3-87d9-c29a9f4159c1" providerId="ADAL" clId="{85EE53B6-04C7-4198-9B89-6724CD6F7325}"/>
    <pc:docChg chg="undo custSel modSld">
      <pc:chgData name="david dalsveen" userId="1bc9e0f3-63b8-43f3-87d9-c29a9f4159c1" providerId="ADAL" clId="{85EE53B6-04C7-4198-9B89-6724CD6F7325}" dt="2021-02-23T15:39:26.907" v="804" actId="20577"/>
      <pc:docMkLst>
        <pc:docMk/>
      </pc:docMkLst>
      <pc:sldChg chg="modSp mod">
        <pc:chgData name="david dalsveen" userId="1bc9e0f3-63b8-43f3-87d9-c29a9f4159c1" providerId="ADAL" clId="{85EE53B6-04C7-4198-9B89-6724CD6F7325}" dt="2021-02-23T14:59:41.705" v="2"/>
        <pc:sldMkLst>
          <pc:docMk/>
          <pc:sldMk cId="4063939883" sldId="256"/>
        </pc:sldMkLst>
        <pc:spChg chg="mod">
          <ac:chgData name="david dalsveen" userId="1bc9e0f3-63b8-43f3-87d9-c29a9f4159c1" providerId="ADAL" clId="{85EE53B6-04C7-4198-9B89-6724CD6F7325}" dt="2021-02-23T14:59:41.705" v="2"/>
          <ac:spMkLst>
            <pc:docMk/>
            <pc:sldMk cId="4063939883" sldId="256"/>
            <ac:spMk id="2" creationId="{1C265080-7784-47AD-95CE-A9F66BD5AE31}"/>
          </ac:spMkLst>
        </pc:spChg>
      </pc:sldChg>
      <pc:sldChg chg="modSp mod">
        <pc:chgData name="david dalsveen" userId="1bc9e0f3-63b8-43f3-87d9-c29a9f4159c1" providerId="ADAL" clId="{85EE53B6-04C7-4198-9B89-6724CD6F7325}" dt="2021-02-23T15:39:26.907" v="804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85EE53B6-04C7-4198-9B89-6724CD6F7325}" dt="2021-02-23T15:01:19.165" v="13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85EE53B6-04C7-4198-9B89-6724CD6F7325}" dt="2021-02-23T15:39:26.907" v="804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addSp delSp modSp mod">
        <pc:chgData name="david dalsveen" userId="1bc9e0f3-63b8-43f3-87d9-c29a9f4159c1" providerId="ADAL" clId="{85EE53B6-04C7-4198-9B89-6724CD6F7325}" dt="2021-02-23T15:17:40.448" v="413" actId="14100"/>
        <pc:sldMkLst>
          <pc:docMk/>
          <pc:sldMk cId="1499107813" sldId="265"/>
        </pc:sldMkLst>
        <pc:spChg chg="mod">
          <ac:chgData name="david dalsveen" userId="1bc9e0f3-63b8-43f3-87d9-c29a9f4159c1" providerId="ADAL" clId="{85EE53B6-04C7-4198-9B89-6724CD6F7325}" dt="2021-02-23T15:14:42.402" v="294" actId="20577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85EE53B6-04C7-4198-9B89-6724CD6F7325}" dt="2021-02-23T15:16:18.106" v="409" actId="20577"/>
          <ac:spMkLst>
            <pc:docMk/>
            <pc:sldMk cId="1499107813" sldId="265"/>
            <ac:spMk id="15" creationId="{54497D69-439C-4E04-AB3B-CAA04057B828}"/>
          </ac:spMkLst>
        </pc:spChg>
        <pc:picChg chg="del">
          <ac:chgData name="david dalsveen" userId="1bc9e0f3-63b8-43f3-87d9-c29a9f4159c1" providerId="ADAL" clId="{85EE53B6-04C7-4198-9B89-6724CD6F7325}" dt="2021-02-23T15:17:30.281" v="411" actId="21"/>
          <ac:picMkLst>
            <pc:docMk/>
            <pc:sldMk cId="1499107813" sldId="265"/>
            <ac:picMk id="4" creationId="{6EFAB3DC-6E58-4082-B1CC-73FAD4B2072C}"/>
          </ac:picMkLst>
        </pc:picChg>
        <pc:picChg chg="add mod">
          <ac:chgData name="david dalsveen" userId="1bc9e0f3-63b8-43f3-87d9-c29a9f4159c1" providerId="ADAL" clId="{85EE53B6-04C7-4198-9B89-6724CD6F7325}" dt="2021-02-23T15:17:40.448" v="413" actId="14100"/>
          <ac:picMkLst>
            <pc:docMk/>
            <pc:sldMk cId="1499107813" sldId="265"/>
            <ac:picMk id="5" creationId="{7E87BEB2-C1FF-4260-AE90-31C6AAE5A8F1}"/>
          </ac:picMkLst>
        </pc:picChg>
      </pc:sldChg>
      <pc:sldChg chg="addSp delSp modSp mod">
        <pc:chgData name="david dalsveen" userId="1bc9e0f3-63b8-43f3-87d9-c29a9f4159c1" providerId="ADAL" clId="{85EE53B6-04C7-4198-9B89-6724CD6F7325}" dt="2021-02-23T15:22:16.850" v="615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85EE53B6-04C7-4198-9B89-6724CD6F7325}" dt="2021-02-23T15:18:19.462" v="428" actId="20577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85EE53B6-04C7-4198-9B89-6724CD6F7325}" dt="2021-02-23T15:22:16.850" v="615" actId="20577"/>
          <ac:spMkLst>
            <pc:docMk/>
            <pc:sldMk cId="3051798843" sldId="266"/>
            <ac:spMk id="15" creationId="{54497D69-439C-4E04-AB3B-CAA04057B828}"/>
          </ac:spMkLst>
        </pc:spChg>
        <pc:picChg chg="del">
          <ac:chgData name="david dalsveen" userId="1bc9e0f3-63b8-43f3-87d9-c29a9f4159c1" providerId="ADAL" clId="{85EE53B6-04C7-4198-9B89-6724CD6F7325}" dt="2021-02-23T15:19:09.248" v="430" actId="21"/>
          <ac:picMkLst>
            <pc:docMk/>
            <pc:sldMk cId="3051798843" sldId="266"/>
            <ac:picMk id="5" creationId="{82F445CB-B669-4EAA-8E85-B97767FA8D29}"/>
          </ac:picMkLst>
        </pc:picChg>
        <pc:picChg chg="add mod">
          <ac:chgData name="david dalsveen" userId="1bc9e0f3-63b8-43f3-87d9-c29a9f4159c1" providerId="ADAL" clId="{85EE53B6-04C7-4198-9B89-6724CD6F7325}" dt="2021-02-23T15:19:21.168" v="433" actId="14100"/>
          <ac:picMkLst>
            <pc:docMk/>
            <pc:sldMk cId="3051798843" sldId="266"/>
            <ac:picMk id="6" creationId="{A8EFDE2B-8780-476B-965D-0248AF6429AC}"/>
          </ac:picMkLst>
        </pc:picChg>
      </pc:sldChg>
      <pc:sldChg chg="addSp modSp mod">
        <pc:chgData name="david dalsveen" userId="1bc9e0f3-63b8-43f3-87d9-c29a9f4159c1" providerId="ADAL" clId="{85EE53B6-04C7-4198-9B89-6724CD6F7325}" dt="2021-02-23T15:27:45.967" v="802" actId="14100"/>
        <pc:sldMkLst>
          <pc:docMk/>
          <pc:sldMk cId="1354350229" sldId="267"/>
        </pc:sldMkLst>
        <pc:spChg chg="mod">
          <ac:chgData name="david dalsveen" userId="1bc9e0f3-63b8-43f3-87d9-c29a9f4159c1" providerId="ADAL" clId="{85EE53B6-04C7-4198-9B89-6724CD6F7325}" dt="2021-02-23T15:23:19.239" v="637" actId="20577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85EE53B6-04C7-4198-9B89-6724CD6F7325}" dt="2021-02-23T15:25:08.972" v="800" actId="20577"/>
          <ac:spMkLst>
            <pc:docMk/>
            <pc:sldMk cId="1354350229" sldId="267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85EE53B6-04C7-4198-9B89-6724CD6F7325}" dt="2021-02-23T15:27:45.967" v="802" actId="14100"/>
          <ac:picMkLst>
            <pc:docMk/>
            <pc:sldMk cId="1354350229" sldId="267"/>
            <ac:picMk id="5" creationId="{02ADEAD0-16FF-411C-B4C7-29CCCCCAA52C}"/>
          </ac:picMkLst>
        </pc:picChg>
      </pc:sldChg>
      <pc:sldChg chg="addSp delSp modSp mod">
        <pc:chgData name="david dalsveen" userId="1bc9e0f3-63b8-43f3-87d9-c29a9f4159c1" providerId="ADAL" clId="{85EE53B6-04C7-4198-9B89-6724CD6F7325}" dt="2021-02-23T15:00:38.022" v="5" actId="26606"/>
        <pc:sldMkLst>
          <pc:docMk/>
          <pc:sldMk cId="1005681923" sldId="268"/>
        </pc:sldMkLst>
        <pc:spChg chg="add del mo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3" creationId="{FEFBFBA0-33B2-4EAF-938D-4E481EC1735A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42" creationId="{8D06CE56-3881-4ADA-8CEF-D18B02C242A3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44" creationId="{79F3C543-62EC-4433-9C93-A2CD8764E9B4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46" creationId="{017517EF-BD4D-4055-BDB4-A322C53568AD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48" creationId="{0ADDB668-2CA4-4D2B-9C34-3487CA330BA8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50" creationId="{2568BC19-F052-4108-93E1-6A3D1DEC072F}"/>
          </ac:spMkLst>
        </pc:spChg>
        <pc:spChg chg="del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52" creationId="{D5FD337D-4D6B-4C8B-B6F5-121097E09881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57" creationId="{8D06CE56-3881-4ADA-8CEF-D18B02C242A3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59" creationId="{79F3C543-62EC-4433-9C93-A2CD8764E9B4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61" creationId="{017517EF-BD4D-4055-BDB4-A322C53568AD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63" creationId="{0ADDB668-2CA4-4D2B-9C34-3487CA330BA8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65" creationId="{2568BC19-F052-4108-93E1-6A3D1DEC072F}"/>
          </ac:spMkLst>
        </pc:spChg>
        <pc:spChg chg="add">
          <ac:chgData name="david dalsveen" userId="1bc9e0f3-63b8-43f3-87d9-c29a9f4159c1" providerId="ADAL" clId="{85EE53B6-04C7-4198-9B89-6724CD6F7325}" dt="2021-02-23T15:00:38.022" v="5" actId="26606"/>
          <ac:spMkLst>
            <pc:docMk/>
            <pc:sldMk cId="1005681923" sldId="268"/>
            <ac:spMk id="67" creationId="{D5FD337D-4D6B-4C8B-B6F5-121097E09881}"/>
          </ac:spMkLst>
        </pc:spChg>
        <pc:picChg chg="del">
          <ac:chgData name="david dalsveen" userId="1bc9e0f3-63b8-43f3-87d9-c29a9f4159c1" providerId="ADAL" clId="{85EE53B6-04C7-4198-9B89-6724CD6F7325}" dt="2021-02-23T15:00:25.546" v="4" actId="21"/>
          <ac:picMkLst>
            <pc:docMk/>
            <pc:sldMk cId="1005681923" sldId="268"/>
            <ac:picMk id="9" creationId="{301D1E1E-9569-4B1A-BDFB-4FD6E5CA3F10}"/>
          </ac:picMkLst>
        </pc:picChg>
        <pc:picChg chg="add mod">
          <ac:chgData name="david dalsveen" userId="1bc9e0f3-63b8-43f3-87d9-c29a9f4159c1" providerId="ADAL" clId="{85EE53B6-04C7-4198-9B89-6724CD6F7325}" dt="2021-02-23T15:00:38.022" v="5" actId="26606"/>
          <ac:picMkLst>
            <pc:docMk/>
            <pc:sldMk cId="1005681923" sldId="268"/>
            <ac:picMk id="10" creationId="{8839B7C4-3A80-49F9-9193-2DC46D3073CA}"/>
          </ac:picMkLst>
        </pc:picChg>
      </pc:sldChg>
      <pc:sldChg chg="addSp delSp modSp mod">
        <pc:chgData name="david dalsveen" userId="1bc9e0f3-63b8-43f3-87d9-c29a9f4159c1" providerId="ADAL" clId="{85EE53B6-04C7-4198-9B89-6724CD6F7325}" dt="2021-02-23T15:13:55.389" v="290" actId="14100"/>
        <pc:sldMkLst>
          <pc:docMk/>
          <pc:sldMk cId="708867094" sldId="269"/>
        </pc:sldMkLst>
        <pc:spChg chg="mod">
          <ac:chgData name="david dalsveen" userId="1bc9e0f3-63b8-43f3-87d9-c29a9f4159c1" providerId="ADAL" clId="{85EE53B6-04C7-4198-9B89-6724CD6F7325}" dt="2021-02-23T15:08:22.141" v="140"/>
          <ac:spMkLst>
            <pc:docMk/>
            <pc:sldMk cId="70886709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85EE53B6-04C7-4198-9B89-6724CD6F7325}" dt="2021-02-23T15:10:53.239" v="284" actId="20577"/>
          <ac:spMkLst>
            <pc:docMk/>
            <pc:sldMk cId="708867094" sldId="269"/>
            <ac:spMk id="15" creationId="{54497D69-439C-4E04-AB3B-CAA04057B828}"/>
          </ac:spMkLst>
        </pc:spChg>
        <pc:picChg chg="del">
          <ac:chgData name="david dalsveen" userId="1bc9e0f3-63b8-43f3-87d9-c29a9f4159c1" providerId="ADAL" clId="{85EE53B6-04C7-4198-9B89-6724CD6F7325}" dt="2021-02-23T15:13:08.909" v="286" actId="21"/>
          <ac:picMkLst>
            <pc:docMk/>
            <pc:sldMk cId="708867094" sldId="269"/>
            <ac:picMk id="5" creationId="{E053596A-028C-4A8E-A3FD-26BA89B90BF5}"/>
          </ac:picMkLst>
        </pc:picChg>
        <pc:picChg chg="add mod">
          <ac:chgData name="david dalsveen" userId="1bc9e0f3-63b8-43f3-87d9-c29a9f4159c1" providerId="ADAL" clId="{85EE53B6-04C7-4198-9B89-6724CD6F7325}" dt="2021-02-23T15:13:55.389" v="290" actId="14100"/>
          <ac:picMkLst>
            <pc:docMk/>
            <pc:sldMk cId="708867094" sldId="269"/>
            <ac:picMk id="6" creationId="{309B2BDA-A57E-4F18-95FC-6D7AD6FA81D2}"/>
          </ac:picMkLst>
        </pc:picChg>
      </pc:sldChg>
    </pc:docChg>
  </pc:docChgLst>
  <pc:docChgLst>
    <pc:chgData name="dave Dalsveen" userId="039815d45609d4df" providerId="LiveId" clId="{10B4060C-83F9-4B9D-A746-B8DA76C80773}"/>
    <pc:docChg chg="undo redo custSel mod modSld">
      <pc:chgData name="dave Dalsveen" userId="039815d45609d4df" providerId="LiveId" clId="{10B4060C-83F9-4B9D-A746-B8DA76C80773}" dt="2020-06-03T16:55:59.549" v="1415" actId="20577"/>
      <pc:docMkLst>
        <pc:docMk/>
      </pc:docMkLst>
      <pc:sldChg chg="delSp modSp mod">
        <pc:chgData name="dave Dalsveen" userId="039815d45609d4df" providerId="LiveId" clId="{10B4060C-83F9-4B9D-A746-B8DA76C80773}" dt="2020-06-03T14:21:19.193" v="21" actId="20577"/>
        <pc:sldMkLst>
          <pc:docMk/>
          <pc:sldMk cId="4063939883" sldId="256"/>
        </pc:sldMkLst>
        <pc:spChg chg="mod">
          <ac:chgData name="dave Dalsveen" userId="039815d45609d4df" providerId="LiveId" clId="{10B4060C-83F9-4B9D-A746-B8DA76C80773}" dt="2020-06-03T14:21:19.193" v="21" actId="20577"/>
          <ac:spMkLst>
            <pc:docMk/>
            <pc:sldMk cId="4063939883" sldId="256"/>
            <ac:spMk id="2" creationId="{1C265080-7784-47AD-95CE-A9F66BD5AE31}"/>
          </ac:spMkLst>
        </pc:spChg>
        <pc:picChg chg="del">
          <ac:chgData name="dave Dalsveen" userId="039815d45609d4df" providerId="LiveId" clId="{10B4060C-83F9-4B9D-A746-B8DA76C80773}" dt="2020-06-03T14:21:07.786" v="0" actId="21"/>
          <ac:picMkLst>
            <pc:docMk/>
            <pc:sldMk cId="4063939883" sldId="256"/>
            <ac:picMk id="7" creationId="{574C89B1-5DC0-4FE0-BD23-D8AC72B30F2D}"/>
          </ac:picMkLst>
        </pc:picChg>
      </pc:sldChg>
      <pc:sldChg chg="addSp delSp modSp mod setBg setClrOvrMap">
        <pc:chgData name="dave Dalsveen" userId="039815d45609d4df" providerId="LiveId" clId="{10B4060C-83F9-4B9D-A746-B8DA76C80773}" dt="2020-06-03T14:33:56.109" v="112" actId="20577"/>
        <pc:sldMkLst>
          <pc:docMk/>
          <pc:sldMk cId="1901650308" sldId="257"/>
        </pc:sldMkLst>
        <pc:spChg chg="mod ord">
          <ac:chgData name="dave Dalsveen" userId="039815d45609d4df" providerId="LiveId" clId="{10B4060C-83F9-4B9D-A746-B8DA76C80773}" dt="2020-06-03T14:31:48.859" v="68" actId="26606"/>
          <ac:spMkLst>
            <pc:docMk/>
            <pc:sldMk cId="1901650308" sldId="257"/>
            <ac:spMk id="2" creationId="{6064945E-18DD-4505-84BD-53732E1BE505}"/>
          </ac:spMkLst>
        </pc:spChg>
        <pc:spChg chg="mod ord">
          <ac:chgData name="dave Dalsveen" userId="039815d45609d4df" providerId="LiveId" clId="{10B4060C-83F9-4B9D-A746-B8DA76C80773}" dt="2020-06-03T14:33:56.109" v="112" actId="20577"/>
          <ac:spMkLst>
            <pc:docMk/>
            <pc:sldMk cId="1901650308" sldId="257"/>
            <ac:spMk id="3" creationId="{2AE1F63D-DF25-43A1-B3B5-A73A8B1D266E}"/>
          </ac:spMkLst>
        </pc:spChg>
        <pc:spChg chg="add del">
          <ac:chgData name="dave Dalsveen" userId="039815d45609d4df" providerId="LiveId" clId="{10B4060C-83F9-4B9D-A746-B8DA76C80773}" dt="2020-06-03T14:24:49.738" v="31" actId="26606"/>
          <ac:spMkLst>
            <pc:docMk/>
            <pc:sldMk cId="1901650308" sldId="257"/>
            <ac:spMk id="10" creationId="{7C432AFE-B3D2-4BFF-BF8F-96C27AFF1AC7}"/>
          </ac:spMkLst>
        </pc:spChg>
        <pc:spChg chg="add del">
          <ac:chgData name="dave Dalsveen" userId="039815d45609d4df" providerId="LiveId" clId="{10B4060C-83F9-4B9D-A746-B8DA76C80773}" dt="2020-06-03T14:24:49.738" v="31" actId="26606"/>
          <ac:spMkLst>
            <pc:docMk/>
            <pc:sldMk cId="1901650308" sldId="257"/>
            <ac:spMk id="12" creationId="{AF2F604E-43BE-4DC3-B983-E071523364F8}"/>
          </ac:spMkLst>
        </pc:spChg>
        <pc:spChg chg="add del">
          <ac:chgData name="dave Dalsveen" userId="039815d45609d4df" providerId="LiveId" clId="{10B4060C-83F9-4B9D-A746-B8DA76C80773}" dt="2020-06-03T14:24:49.738" v="31" actId="26606"/>
          <ac:spMkLst>
            <pc:docMk/>
            <pc:sldMk cId="1901650308" sldId="257"/>
            <ac:spMk id="14" creationId="{08C9B587-E65E-4B52-B37C-ABEBB6E87928}"/>
          </ac:spMkLst>
        </pc:spChg>
        <pc:spChg chg="add del">
          <ac:chgData name="dave Dalsveen" userId="039815d45609d4df" providerId="LiveId" clId="{10B4060C-83F9-4B9D-A746-B8DA76C80773}" dt="2020-06-03T14:24:41.790" v="28" actId="26606"/>
          <ac:spMkLst>
            <pc:docMk/>
            <pc:sldMk cId="1901650308" sldId="257"/>
            <ac:spMk id="19" creationId="{231BF440-39FA-4087-84CC-2EEC0BBDAF29}"/>
          </ac:spMkLst>
        </pc:spChg>
        <pc:spChg chg="add del">
          <ac:chgData name="dave Dalsveen" userId="039815d45609d4df" providerId="LiveId" clId="{10B4060C-83F9-4B9D-A746-B8DA76C80773}" dt="2020-06-03T14:24:41.790" v="28" actId="26606"/>
          <ac:spMkLst>
            <pc:docMk/>
            <pc:sldMk cId="1901650308" sldId="257"/>
            <ac:spMk id="21" creationId="{F04E4CBA-303B-48BD-8451-C2701CB0EEBF}"/>
          </ac:spMkLst>
        </pc:spChg>
        <pc:spChg chg="add del">
          <ac:chgData name="dave Dalsveen" userId="039815d45609d4df" providerId="LiveId" clId="{10B4060C-83F9-4B9D-A746-B8DA76C80773}" dt="2020-06-03T14:24:41.790" v="28" actId="26606"/>
          <ac:spMkLst>
            <pc:docMk/>
            <pc:sldMk cId="1901650308" sldId="257"/>
            <ac:spMk id="23" creationId="{F6CA58B3-AFCC-4A40-9882-50D5080879B0}"/>
          </ac:spMkLst>
        </pc:spChg>
        <pc:spChg chg="add del">
          <ac:chgData name="dave Dalsveen" userId="039815d45609d4df" providerId="LiveId" clId="{10B4060C-83F9-4B9D-A746-B8DA76C80773}" dt="2020-06-03T14:24:41.790" v="28" actId="26606"/>
          <ac:spMkLst>
            <pc:docMk/>
            <pc:sldMk cId="1901650308" sldId="257"/>
            <ac:spMk id="25" creationId="{75C56826-D4E5-42ED-8529-079651CB3005}"/>
          </ac:spMkLst>
        </pc:spChg>
        <pc:spChg chg="add del">
          <ac:chgData name="dave Dalsveen" userId="039815d45609d4df" providerId="LiveId" clId="{10B4060C-83F9-4B9D-A746-B8DA76C80773}" dt="2020-06-03T14:24:41.790" v="28" actId="26606"/>
          <ac:spMkLst>
            <pc:docMk/>
            <pc:sldMk cId="1901650308" sldId="257"/>
            <ac:spMk id="27" creationId="{82095FCE-EF05-4443-B97A-85DEE3A5CA17}"/>
          </ac:spMkLst>
        </pc:spChg>
        <pc:spChg chg="add del">
          <ac:chgData name="dave Dalsveen" userId="039815d45609d4df" providerId="LiveId" clId="{10B4060C-83F9-4B9D-A746-B8DA76C80773}" dt="2020-06-03T14:24:49.738" v="30" actId="26606"/>
          <ac:spMkLst>
            <pc:docMk/>
            <pc:sldMk cId="1901650308" sldId="257"/>
            <ac:spMk id="29" creationId="{8F7AFB9A-7364-478C-B48B-8523CDD9AE8D}"/>
          </ac:spMkLst>
        </pc:spChg>
        <pc:spChg chg="add del">
          <ac:chgData name="dave Dalsveen" userId="039815d45609d4df" providerId="LiveId" clId="{10B4060C-83F9-4B9D-A746-B8DA76C80773}" dt="2020-06-03T14:24:49.738" v="30" actId="26606"/>
          <ac:spMkLst>
            <pc:docMk/>
            <pc:sldMk cId="1901650308" sldId="257"/>
            <ac:spMk id="30" creationId="{36678033-86B6-40E6-BE90-78D8ED4E3A31}"/>
          </ac:spMkLst>
        </pc:spChg>
        <pc:spChg chg="add del">
          <ac:chgData name="dave Dalsveen" userId="039815d45609d4df" providerId="LiveId" clId="{10B4060C-83F9-4B9D-A746-B8DA76C80773}" dt="2020-06-03T14:24:49.738" v="30" actId="26606"/>
          <ac:spMkLst>
            <pc:docMk/>
            <pc:sldMk cId="1901650308" sldId="257"/>
            <ac:spMk id="31" creationId="{D2542E1A-076E-4A34-BB67-2BF961754E0C}"/>
          </ac:spMkLst>
        </pc:spChg>
        <pc:spChg chg="add del">
          <ac:chgData name="dave Dalsveen" userId="039815d45609d4df" providerId="LiveId" clId="{10B4060C-83F9-4B9D-A746-B8DA76C80773}" dt="2020-06-03T14:24:49.738" v="30" actId="26606"/>
          <ac:spMkLst>
            <pc:docMk/>
            <pc:sldMk cId="1901650308" sldId="257"/>
            <ac:spMk id="32" creationId="{75C56826-D4E5-42ED-8529-079651CB3005}"/>
          </ac:spMkLst>
        </pc:spChg>
        <pc:spChg chg="add del">
          <ac:chgData name="dave Dalsveen" userId="039815d45609d4df" providerId="LiveId" clId="{10B4060C-83F9-4B9D-A746-B8DA76C80773}" dt="2020-06-03T14:24:49.738" v="30" actId="26606"/>
          <ac:spMkLst>
            <pc:docMk/>
            <pc:sldMk cId="1901650308" sldId="257"/>
            <ac:spMk id="33" creationId="{82095FCE-EF05-4443-B97A-85DEE3A5CA17}"/>
          </ac:spMkLst>
        </pc:spChg>
        <pc:spChg chg="add del">
          <ac:chgData name="dave Dalsveen" userId="039815d45609d4df" providerId="LiveId" clId="{10B4060C-83F9-4B9D-A746-B8DA76C80773}" dt="2020-06-03T14:25:07.435" v="35" actId="26606"/>
          <ac:spMkLst>
            <pc:docMk/>
            <pc:sldMk cId="1901650308" sldId="257"/>
            <ac:spMk id="35" creationId="{6D731904-7733-45B0-902C-289497204C19}"/>
          </ac:spMkLst>
        </pc:spChg>
        <pc:spChg chg="add del">
          <ac:chgData name="dave Dalsveen" userId="039815d45609d4df" providerId="LiveId" clId="{10B4060C-83F9-4B9D-A746-B8DA76C80773}" dt="2020-06-03T14:25:07.435" v="35" actId="26606"/>
          <ac:spMkLst>
            <pc:docMk/>
            <pc:sldMk cId="1901650308" sldId="257"/>
            <ac:spMk id="36" creationId="{504E6397-35D7-4AEC-9DA9-B7F6B12B88A5}"/>
          </ac:spMkLst>
        </pc:spChg>
        <pc:spChg chg="add del">
          <ac:chgData name="dave Dalsveen" userId="039815d45609d4df" providerId="LiveId" clId="{10B4060C-83F9-4B9D-A746-B8DA76C80773}" dt="2020-06-03T14:25:07.435" v="35" actId="26606"/>
          <ac:spMkLst>
            <pc:docMk/>
            <pc:sldMk cId="1901650308" sldId="257"/>
            <ac:spMk id="37" creationId="{62C5A04F-2AEB-4631-8314-A8B812E1EC8E}"/>
          </ac:spMkLst>
        </pc:spChg>
        <pc:spChg chg="add del">
          <ac:chgData name="dave Dalsveen" userId="039815d45609d4df" providerId="LiveId" clId="{10B4060C-83F9-4B9D-A746-B8DA76C80773}" dt="2020-06-03T14:25:07.435" v="35" actId="26606"/>
          <ac:spMkLst>
            <pc:docMk/>
            <pc:sldMk cId="1901650308" sldId="257"/>
            <ac:spMk id="38" creationId="{4B2B1C70-BF3F-41BD-871B-63D8F911F77B}"/>
          </ac:spMkLst>
        </pc:spChg>
        <pc:spChg chg="add del">
          <ac:chgData name="dave Dalsveen" userId="039815d45609d4df" providerId="LiveId" clId="{10B4060C-83F9-4B9D-A746-B8DA76C80773}" dt="2020-06-03T14:27:55.659" v="59" actId="26606"/>
          <ac:spMkLst>
            <pc:docMk/>
            <pc:sldMk cId="1901650308" sldId="257"/>
            <ac:spMk id="43" creationId="{D5997EA8-5EFC-40CD-A85F-C3C3BC5F9EB7}"/>
          </ac:spMkLst>
        </pc:spChg>
        <pc:spChg chg="add del">
          <ac:chgData name="dave Dalsveen" userId="039815d45609d4df" providerId="LiveId" clId="{10B4060C-83F9-4B9D-A746-B8DA76C80773}" dt="2020-06-03T14:27:55.659" v="59" actId="26606"/>
          <ac:spMkLst>
            <pc:docMk/>
            <pc:sldMk cId="1901650308" sldId="257"/>
            <ac:spMk id="45" creationId="{1CF6A1EC-BD15-42D9-A339-A3970CF7C65A}"/>
          </ac:spMkLst>
        </pc:spChg>
        <pc:spChg chg="add del">
          <ac:chgData name="dave Dalsveen" userId="039815d45609d4df" providerId="LiveId" clId="{10B4060C-83F9-4B9D-A746-B8DA76C80773}" dt="2020-06-03T14:27:55.659" v="59" actId="26606"/>
          <ac:spMkLst>
            <pc:docMk/>
            <pc:sldMk cId="1901650308" sldId="257"/>
            <ac:spMk id="47" creationId="{A720C27D-5C39-492B-BD68-C220C0F838AC}"/>
          </ac:spMkLst>
        </pc:spChg>
        <pc:spChg chg="add del">
          <ac:chgData name="dave Dalsveen" userId="039815d45609d4df" providerId="LiveId" clId="{10B4060C-83F9-4B9D-A746-B8DA76C80773}" dt="2020-06-03T14:27:55.659" v="59" actId="26606"/>
          <ac:spMkLst>
            <pc:docMk/>
            <pc:sldMk cId="1901650308" sldId="257"/>
            <ac:spMk id="49" creationId="{A4F3394A-A959-460A-ACF9-5FA682C76940}"/>
          </ac:spMkLst>
        </pc:spChg>
        <pc:spChg chg="add del">
          <ac:chgData name="dave Dalsveen" userId="039815d45609d4df" providerId="LiveId" clId="{10B4060C-83F9-4B9D-A746-B8DA76C80773}" dt="2020-06-03T14:28:21.720" v="62" actId="26606"/>
          <ac:spMkLst>
            <pc:docMk/>
            <pc:sldMk cId="1901650308" sldId="257"/>
            <ac:spMk id="54" creationId="{D5997EA8-5EFC-40CD-A85F-C3C3BC5F9EB7}"/>
          </ac:spMkLst>
        </pc:spChg>
        <pc:spChg chg="add del">
          <ac:chgData name="dave Dalsveen" userId="039815d45609d4df" providerId="LiveId" clId="{10B4060C-83F9-4B9D-A746-B8DA76C80773}" dt="2020-06-03T14:28:21.720" v="62" actId="26606"/>
          <ac:spMkLst>
            <pc:docMk/>
            <pc:sldMk cId="1901650308" sldId="257"/>
            <ac:spMk id="56" creationId="{1CF6A1EC-BD15-42D9-A339-A3970CF7C65A}"/>
          </ac:spMkLst>
        </pc:spChg>
        <pc:spChg chg="add del">
          <ac:chgData name="dave Dalsveen" userId="039815d45609d4df" providerId="LiveId" clId="{10B4060C-83F9-4B9D-A746-B8DA76C80773}" dt="2020-06-03T14:28:21.720" v="62" actId="26606"/>
          <ac:spMkLst>
            <pc:docMk/>
            <pc:sldMk cId="1901650308" sldId="257"/>
            <ac:spMk id="58" creationId="{A720C27D-5C39-492B-BD68-C220C0F838AC}"/>
          </ac:spMkLst>
        </pc:spChg>
        <pc:spChg chg="add del">
          <ac:chgData name="dave Dalsveen" userId="039815d45609d4df" providerId="LiveId" clId="{10B4060C-83F9-4B9D-A746-B8DA76C80773}" dt="2020-06-03T14:28:21.720" v="62" actId="26606"/>
          <ac:spMkLst>
            <pc:docMk/>
            <pc:sldMk cId="1901650308" sldId="257"/>
            <ac:spMk id="60" creationId="{A4F3394A-A959-460A-ACF9-5FA682C76940}"/>
          </ac:spMkLst>
        </pc:spChg>
        <pc:spChg chg="add del">
          <ac:chgData name="dave Dalsveen" userId="039815d45609d4df" providerId="LiveId" clId="{10B4060C-83F9-4B9D-A746-B8DA76C80773}" dt="2020-06-03T14:28:21.704" v="61" actId="26606"/>
          <ac:spMkLst>
            <pc:docMk/>
            <pc:sldMk cId="1901650308" sldId="257"/>
            <ac:spMk id="65" creationId="{8FC9BE17-9A7B-462D-AE50-3D8777387304}"/>
          </ac:spMkLst>
        </pc:spChg>
        <pc:spChg chg="add del">
          <ac:chgData name="dave Dalsveen" userId="039815d45609d4df" providerId="LiveId" clId="{10B4060C-83F9-4B9D-A746-B8DA76C80773}" dt="2020-06-03T14:28:21.704" v="61" actId="26606"/>
          <ac:spMkLst>
            <pc:docMk/>
            <pc:sldMk cId="1901650308" sldId="257"/>
            <ac:spMk id="67" creationId="{3EBE8569-6AEC-4B8C-8D53-2DE337CDBA65}"/>
          </ac:spMkLst>
        </pc:spChg>
        <pc:spChg chg="add del">
          <ac:chgData name="dave Dalsveen" userId="039815d45609d4df" providerId="LiveId" clId="{10B4060C-83F9-4B9D-A746-B8DA76C80773}" dt="2020-06-03T14:28:21.704" v="61" actId="26606"/>
          <ac:spMkLst>
            <pc:docMk/>
            <pc:sldMk cId="1901650308" sldId="257"/>
            <ac:spMk id="69" creationId="{55D4142C-5077-457F-A6AD-3FECFDB39685}"/>
          </ac:spMkLst>
        </pc:spChg>
        <pc:spChg chg="add del">
          <ac:chgData name="dave Dalsveen" userId="039815d45609d4df" providerId="LiveId" clId="{10B4060C-83F9-4B9D-A746-B8DA76C80773}" dt="2020-06-03T14:28:21.704" v="61" actId="26606"/>
          <ac:spMkLst>
            <pc:docMk/>
            <pc:sldMk cId="1901650308" sldId="257"/>
            <ac:spMk id="71" creationId="{7A5F0580-5EE9-419F-96EE-B6529EF6E7D0}"/>
          </ac:spMkLst>
        </pc:spChg>
        <pc:spChg chg="add del">
          <ac:chgData name="dave Dalsveen" userId="039815d45609d4df" providerId="LiveId" clId="{10B4060C-83F9-4B9D-A746-B8DA76C80773}" dt="2020-06-03T14:31:48.859" v="68" actId="26606"/>
          <ac:spMkLst>
            <pc:docMk/>
            <pc:sldMk cId="1901650308" sldId="257"/>
            <ac:spMk id="73" creationId="{7C432AFE-B3D2-4BFF-BF8F-96C27AFF1AC7}"/>
          </ac:spMkLst>
        </pc:spChg>
        <pc:spChg chg="add del">
          <ac:chgData name="dave Dalsveen" userId="039815d45609d4df" providerId="LiveId" clId="{10B4060C-83F9-4B9D-A746-B8DA76C80773}" dt="2020-06-03T14:31:48.859" v="68" actId="26606"/>
          <ac:spMkLst>
            <pc:docMk/>
            <pc:sldMk cId="1901650308" sldId="257"/>
            <ac:spMk id="74" creationId="{AF2F604E-43BE-4DC3-B983-E071523364F8}"/>
          </ac:spMkLst>
        </pc:spChg>
        <pc:spChg chg="add del">
          <ac:chgData name="dave Dalsveen" userId="039815d45609d4df" providerId="LiveId" clId="{10B4060C-83F9-4B9D-A746-B8DA76C80773}" dt="2020-06-03T14:31:48.859" v="68" actId="26606"/>
          <ac:spMkLst>
            <pc:docMk/>
            <pc:sldMk cId="1901650308" sldId="257"/>
            <ac:spMk id="75" creationId="{08C9B587-E65E-4B52-B37C-ABEBB6E87928}"/>
          </ac:spMkLst>
        </pc:spChg>
        <pc:spChg chg="add del">
          <ac:chgData name="dave Dalsveen" userId="039815d45609d4df" providerId="LiveId" clId="{10B4060C-83F9-4B9D-A746-B8DA76C80773}" dt="2020-06-03T14:31:48.843" v="67" actId="26606"/>
          <ac:spMkLst>
            <pc:docMk/>
            <pc:sldMk cId="1901650308" sldId="257"/>
            <ac:spMk id="80" creationId="{7C432AFE-B3D2-4BFF-BF8F-96C27AFF1AC7}"/>
          </ac:spMkLst>
        </pc:spChg>
        <pc:spChg chg="add del">
          <ac:chgData name="dave Dalsveen" userId="039815d45609d4df" providerId="LiveId" clId="{10B4060C-83F9-4B9D-A746-B8DA76C80773}" dt="2020-06-03T14:31:48.843" v="67" actId="26606"/>
          <ac:spMkLst>
            <pc:docMk/>
            <pc:sldMk cId="1901650308" sldId="257"/>
            <ac:spMk id="82" creationId="{AF2F604E-43BE-4DC3-B983-E071523364F8}"/>
          </ac:spMkLst>
        </pc:spChg>
        <pc:spChg chg="add del">
          <ac:chgData name="dave Dalsveen" userId="039815d45609d4df" providerId="LiveId" clId="{10B4060C-83F9-4B9D-A746-B8DA76C80773}" dt="2020-06-03T14:31:48.843" v="67" actId="26606"/>
          <ac:spMkLst>
            <pc:docMk/>
            <pc:sldMk cId="1901650308" sldId="257"/>
            <ac:spMk id="84" creationId="{08C9B587-E65E-4B52-B37C-ABEBB6E87928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86" creationId="{A4F3394A-A959-460A-ACF9-5FA682C76940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87" creationId="{D5997EA8-5EFC-40CD-A85F-C3C3BC5F9EB7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88" creationId="{1CF6A1EC-BD15-42D9-A339-A3970CF7C65A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89" creationId="{A720C27D-5C39-492B-BD68-C220C0F838AC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94" creationId="{D5997EA8-5EFC-40CD-A85F-C3C3BC5F9EB7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96" creationId="{1CF6A1EC-BD15-42D9-A339-A3970CF7C65A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98" creationId="{A720C27D-5C39-492B-BD68-C220C0F838AC}"/>
          </ac:spMkLst>
        </pc:spChg>
        <pc:spChg chg="add del">
          <ac:chgData name="dave Dalsveen" userId="039815d45609d4df" providerId="LiveId" clId="{10B4060C-83F9-4B9D-A746-B8DA76C80773}" dt="2020-06-03T14:32:38.454" v="74" actId="26606"/>
          <ac:spMkLst>
            <pc:docMk/>
            <pc:sldMk cId="1901650308" sldId="257"/>
            <ac:spMk id="100" creationId="{A4F3394A-A959-460A-ACF9-5FA682C76940}"/>
          </ac:spMkLst>
        </pc:spChg>
        <pc:picChg chg="add del">
          <ac:chgData name="dave Dalsveen" userId="039815d45609d4df" providerId="LiveId" clId="{10B4060C-83F9-4B9D-A746-B8DA76C80773}" dt="2020-06-03T14:24:12.605" v="23"/>
          <ac:picMkLst>
            <pc:docMk/>
            <pc:sldMk cId="1901650308" sldId="257"/>
            <ac:picMk id="4" creationId="{BEA72E98-7F99-45EB-8AB8-5591CDC130C0}"/>
          </ac:picMkLst>
        </pc:picChg>
        <pc:picChg chg="del mod ord">
          <ac:chgData name="dave Dalsveen" userId="039815d45609d4df" providerId="LiveId" clId="{10B4060C-83F9-4B9D-A746-B8DA76C80773}" dt="2020-06-03T14:24:56.398" v="32" actId="21"/>
          <ac:picMkLst>
            <pc:docMk/>
            <pc:sldMk cId="1901650308" sldId="257"/>
            <ac:picMk id="5" creationId="{72550387-0E6F-466F-BD2C-8FDB4BEFEC11}"/>
          </ac:picMkLst>
        </pc:picChg>
        <pc:picChg chg="add del mod ord">
          <ac:chgData name="dave Dalsveen" userId="039815d45609d4df" providerId="LiveId" clId="{10B4060C-83F9-4B9D-A746-B8DA76C80773}" dt="2020-06-03T14:27:27.634" v="58" actId="21"/>
          <ac:picMkLst>
            <pc:docMk/>
            <pc:sldMk cId="1901650308" sldId="257"/>
            <ac:picMk id="6" creationId="{E5BE68A2-8A48-40D7-91D0-E44501A6557D}"/>
          </ac:picMkLst>
        </pc:picChg>
        <pc:picChg chg="add del mod ord">
          <ac:chgData name="dave Dalsveen" userId="039815d45609d4df" providerId="LiveId" clId="{10B4060C-83F9-4B9D-A746-B8DA76C80773}" dt="2020-06-03T14:31:31.791" v="65" actId="21"/>
          <ac:picMkLst>
            <pc:docMk/>
            <pc:sldMk cId="1901650308" sldId="257"/>
            <ac:picMk id="7" creationId="{11210D23-A9B5-4423-8D50-B2890F46FC0D}"/>
          </ac:picMkLst>
        </pc:picChg>
        <pc:picChg chg="add del mod ord">
          <ac:chgData name="dave Dalsveen" userId="039815d45609d4df" providerId="LiveId" clId="{10B4060C-83F9-4B9D-A746-B8DA76C80773}" dt="2020-06-03T14:32:06.798" v="69" actId="21"/>
          <ac:picMkLst>
            <pc:docMk/>
            <pc:sldMk cId="1901650308" sldId="257"/>
            <ac:picMk id="8" creationId="{06C594FC-83B0-4DEE-A7D3-E0363D16CE99}"/>
          </ac:picMkLst>
        </pc:picChg>
        <pc:picChg chg="add mod ord">
          <ac:chgData name="dave Dalsveen" userId="039815d45609d4df" providerId="LiveId" clId="{10B4060C-83F9-4B9D-A746-B8DA76C80773}" dt="2020-06-03T14:33:05.586" v="78" actId="14100"/>
          <ac:picMkLst>
            <pc:docMk/>
            <pc:sldMk cId="1901650308" sldId="257"/>
            <ac:picMk id="11" creationId="{7ABA980D-BD89-492D-AE84-1C1B4A68875E}"/>
          </ac:picMkLst>
        </pc:picChg>
      </pc:sldChg>
      <pc:sldChg chg="addSp delSp modSp mod">
        <pc:chgData name="dave Dalsveen" userId="039815d45609d4df" providerId="LiveId" clId="{10B4060C-83F9-4B9D-A746-B8DA76C80773}" dt="2020-06-03T16:55:59.549" v="1415" actId="20577"/>
        <pc:sldMkLst>
          <pc:docMk/>
          <pc:sldMk cId="3647716643" sldId="258"/>
        </pc:sldMkLst>
        <pc:spChg chg="mod">
          <ac:chgData name="dave Dalsveen" userId="039815d45609d4df" providerId="LiveId" clId="{10B4060C-83F9-4B9D-A746-B8DA76C80773}" dt="2020-06-03T14:38:02.909" v="458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e Dalsveen" userId="039815d45609d4df" providerId="LiveId" clId="{10B4060C-83F9-4B9D-A746-B8DA76C80773}" dt="2020-06-03T16:55:59.549" v="1415" actId="20577"/>
          <ac:spMkLst>
            <pc:docMk/>
            <pc:sldMk cId="3647716643" sldId="258"/>
            <ac:spMk id="15" creationId="{54497D69-439C-4E04-AB3B-CAA04057B828}"/>
          </ac:spMkLst>
        </pc:spChg>
        <pc:picChg chg="add mod">
          <ac:chgData name="dave Dalsveen" userId="039815d45609d4df" providerId="LiveId" clId="{10B4060C-83F9-4B9D-A746-B8DA76C80773}" dt="2020-06-03T14:41:46.054" v="529" actId="14100"/>
          <ac:picMkLst>
            <pc:docMk/>
            <pc:sldMk cId="3647716643" sldId="258"/>
            <ac:picMk id="5" creationId="{5E7A7621-172C-4781-9A26-1A0E800CF0DC}"/>
          </ac:picMkLst>
        </pc:picChg>
        <pc:picChg chg="del">
          <ac:chgData name="dave Dalsveen" userId="039815d45609d4df" providerId="LiveId" clId="{10B4060C-83F9-4B9D-A746-B8DA76C80773}" dt="2020-06-03T14:41:41.901" v="528" actId="21"/>
          <ac:picMkLst>
            <pc:docMk/>
            <pc:sldMk cId="3647716643" sldId="258"/>
            <ac:picMk id="8" creationId="{6E8EF047-356E-4CB4-A4F6-927A88B1ACE6}"/>
          </ac:picMkLst>
        </pc:picChg>
        <pc:picChg chg="del">
          <ac:chgData name="dave Dalsveen" userId="039815d45609d4df" providerId="LiveId" clId="{10B4060C-83F9-4B9D-A746-B8DA76C80773}" dt="2020-06-03T14:41:38.960" v="527" actId="21"/>
          <ac:picMkLst>
            <pc:docMk/>
            <pc:sldMk cId="3647716643" sldId="258"/>
            <ac:picMk id="9" creationId="{528BC46E-96AE-45FF-B433-C41727D440BE}"/>
          </ac:picMkLst>
        </pc:picChg>
      </pc:sldChg>
      <pc:sldChg chg="addSp delSp modSp mod">
        <pc:chgData name="dave Dalsveen" userId="039815d45609d4df" providerId="LiveId" clId="{10B4060C-83F9-4B9D-A746-B8DA76C80773}" dt="2020-06-03T14:48:02.812" v="599" actId="14100"/>
        <pc:sldMkLst>
          <pc:docMk/>
          <pc:sldMk cId="1226514440" sldId="264"/>
        </pc:sldMkLst>
        <pc:spChg chg="mod">
          <ac:chgData name="dave Dalsveen" userId="039815d45609d4df" providerId="LiveId" clId="{10B4060C-83F9-4B9D-A746-B8DA76C80773}" dt="2020-06-03T14:45:02.622" v="532" actId="20577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e Dalsveen" userId="039815d45609d4df" providerId="LiveId" clId="{10B4060C-83F9-4B9D-A746-B8DA76C80773}" dt="2020-06-03T14:46:37.742" v="593" actId="20577"/>
          <ac:spMkLst>
            <pc:docMk/>
            <pc:sldMk cId="1226514440" sldId="264"/>
            <ac:spMk id="15" creationId="{54497D69-439C-4E04-AB3B-CAA04057B828}"/>
          </ac:spMkLst>
        </pc:spChg>
        <pc:picChg chg="del">
          <ac:chgData name="dave Dalsveen" userId="039815d45609d4df" providerId="LiveId" clId="{10B4060C-83F9-4B9D-A746-B8DA76C80773}" dt="2020-06-03T14:46:51.309" v="594" actId="21"/>
          <ac:picMkLst>
            <pc:docMk/>
            <pc:sldMk cId="1226514440" sldId="264"/>
            <ac:picMk id="4" creationId="{E47FBD73-8B1A-4016-81A8-0A35C2BE848C}"/>
          </ac:picMkLst>
        </pc:picChg>
        <pc:picChg chg="add mod">
          <ac:chgData name="dave Dalsveen" userId="039815d45609d4df" providerId="LiveId" clId="{10B4060C-83F9-4B9D-A746-B8DA76C80773}" dt="2020-06-03T14:48:02.812" v="599" actId="14100"/>
          <ac:picMkLst>
            <pc:docMk/>
            <pc:sldMk cId="1226514440" sldId="264"/>
            <ac:picMk id="5" creationId="{B3176E99-523B-4F45-BE38-D79E7EE92F65}"/>
          </ac:picMkLst>
        </pc:picChg>
      </pc:sldChg>
      <pc:sldChg chg="addSp delSp modSp mod">
        <pc:chgData name="dave Dalsveen" userId="039815d45609d4df" providerId="LiveId" clId="{10B4060C-83F9-4B9D-A746-B8DA76C80773}" dt="2020-06-03T14:54:40.480" v="774"/>
        <pc:sldMkLst>
          <pc:docMk/>
          <pc:sldMk cId="1499107813" sldId="265"/>
        </pc:sldMkLst>
        <pc:spChg chg="mod">
          <ac:chgData name="dave Dalsveen" userId="039815d45609d4df" providerId="LiveId" clId="{10B4060C-83F9-4B9D-A746-B8DA76C80773}" dt="2020-06-03T14:50:18.976" v="608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e Dalsveen" userId="039815d45609d4df" providerId="LiveId" clId="{10B4060C-83F9-4B9D-A746-B8DA76C80773}" dt="2020-06-03T14:54:12.926" v="773" actId="20577"/>
          <ac:spMkLst>
            <pc:docMk/>
            <pc:sldMk cId="1499107813" sldId="265"/>
            <ac:spMk id="15" creationId="{54497D69-439C-4E04-AB3B-CAA04057B828}"/>
          </ac:spMkLst>
        </pc:spChg>
        <pc:picChg chg="del">
          <ac:chgData name="dave Dalsveen" userId="039815d45609d4df" providerId="LiveId" clId="{10B4060C-83F9-4B9D-A746-B8DA76C80773}" dt="2020-06-03T14:54:08.859" v="772" actId="21"/>
          <ac:picMkLst>
            <pc:docMk/>
            <pc:sldMk cId="1499107813" sldId="265"/>
            <ac:picMk id="5" creationId="{16BF99F3-F52C-49E6-B653-65137C366AA7}"/>
          </ac:picMkLst>
        </pc:picChg>
        <pc:picChg chg="add mod">
          <ac:chgData name="dave Dalsveen" userId="039815d45609d4df" providerId="LiveId" clId="{10B4060C-83F9-4B9D-A746-B8DA76C80773}" dt="2020-06-03T14:54:40.480" v="774"/>
          <ac:picMkLst>
            <pc:docMk/>
            <pc:sldMk cId="1499107813" sldId="265"/>
            <ac:picMk id="10" creationId="{F318CDEC-0D51-40E3-9CC3-497989785767}"/>
          </ac:picMkLst>
        </pc:picChg>
      </pc:sldChg>
      <pc:sldChg chg="addSp delSp modSp mod">
        <pc:chgData name="dave Dalsveen" userId="039815d45609d4df" providerId="LiveId" clId="{10B4060C-83F9-4B9D-A746-B8DA76C80773}" dt="2020-06-03T15:24:29.259" v="1323" actId="20577"/>
        <pc:sldMkLst>
          <pc:docMk/>
          <pc:sldMk cId="3051798843" sldId="266"/>
        </pc:sldMkLst>
        <pc:spChg chg="mod">
          <ac:chgData name="dave Dalsveen" userId="039815d45609d4df" providerId="LiveId" clId="{10B4060C-83F9-4B9D-A746-B8DA76C80773}" dt="2020-06-03T14:55:02.576" v="779" actId="20577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e Dalsveen" userId="039815d45609d4df" providerId="LiveId" clId="{10B4060C-83F9-4B9D-A746-B8DA76C80773}" dt="2020-06-03T15:24:29.259" v="1323" actId="20577"/>
          <ac:spMkLst>
            <pc:docMk/>
            <pc:sldMk cId="3051798843" sldId="266"/>
            <ac:spMk id="15" creationId="{54497D69-439C-4E04-AB3B-CAA04057B828}"/>
          </ac:spMkLst>
        </pc:spChg>
        <pc:picChg chg="del">
          <ac:chgData name="dave Dalsveen" userId="039815d45609d4df" providerId="LiveId" clId="{10B4060C-83F9-4B9D-A746-B8DA76C80773}" dt="2020-06-03T14:55:10.435" v="780" actId="21"/>
          <ac:picMkLst>
            <pc:docMk/>
            <pc:sldMk cId="3051798843" sldId="266"/>
            <ac:picMk id="4" creationId="{D439DB91-C340-4F47-AF43-97A0C2550B55}"/>
          </ac:picMkLst>
        </pc:picChg>
        <pc:picChg chg="add mod">
          <ac:chgData name="dave Dalsveen" userId="039815d45609d4df" providerId="LiveId" clId="{10B4060C-83F9-4B9D-A746-B8DA76C80773}" dt="2020-06-03T14:56:11.874" v="786" actId="14100"/>
          <ac:picMkLst>
            <pc:docMk/>
            <pc:sldMk cId="3051798843" sldId="266"/>
            <ac:picMk id="5" creationId="{1670BF89-85BA-4359-BDEB-4CCB8E039629}"/>
          </ac:picMkLst>
        </pc:picChg>
        <pc:picChg chg="add del mod">
          <ac:chgData name="dave Dalsveen" userId="039815d45609d4df" providerId="LiveId" clId="{10B4060C-83F9-4B9D-A746-B8DA76C80773}" dt="2020-06-03T14:55:13.294" v="782" actId="21"/>
          <ac:picMkLst>
            <pc:docMk/>
            <pc:sldMk cId="3051798843" sldId="266"/>
            <ac:picMk id="10" creationId="{36FAF851-139F-42B6-9976-715B3DA91649}"/>
          </ac:picMkLst>
        </pc:picChg>
      </pc:sldChg>
      <pc:sldChg chg="addSp delSp modSp mod">
        <pc:chgData name="dave Dalsveen" userId="039815d45609d4df" providerId="LiveId" clId="{10B4060C-83F9-4B9D-A746-B8DA76C80773}" dt="2020-06-03T15:14:12.505" v="1317" actId="20577"/>
        <pc:sldMkLst>
          <pc:docMk/>
          <pc:sldMk cId="1354350229" sldId="267"/>
        </pc:sldMkLst>
        <pc:spChg chg="mod">
          <ac:chgData name="dave Dalsveen" userId="039815d45609d4df" providerId="LiveId" clId="{10B4060C-83F9-4B9D-A746-B8DA76C80773}" dt="2020-06-03T15:03:44.276" v="1040" actId="27636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e Dalsveen" userId="039815d45609d4df" providerId="LiveId" clId="{10B4060C-83F9-4B9D-A746-B8DA76C80773}" dt="2020-06-03T15:14:12.505" v="1317" actId="20577"/>
          <ac:spMkLst>
            <pc:docMk/>
            <pc:sldMk cId="1354350229" sldId="267"/>
            <ac:spMk id="15" creationId="{54497D69-439C-4E04-AB3B-CAA04057B828}"/>
          </ac:spMkLst>
        </pc:spChg>
        <pc:picChg chg="add mod">
          <ac:chgData name="dave Dalsveen" userId="039815d45609d4df" providerId="LiveId" clId="{10B4060C-83F9-4B9D-A746-B8DA76C80773}" dt="2020-06-03T15:12:18.930" v="1176" actId="14100"/>
          <ac:picMkLst>
            <pc:docMk/>
            <pc:sldMk cId="1354350229" sldId="267"/>
            <ac:picMk id="4" creationId="{DA98716C-6CDE-4739-B27D-D8B952C42F08}"/>
          </ac:picMkLst>
        </pc:picChg>
        <pc:picChg chg="del">
          <ac:chgData name="dave Dalsveen" userId="039815d45609d4df" providerId="LiveId" clId="{10B4060C-83F9-4B9D-A746-B8DA76C80773}" dt="2020-06-03T15:03:51.642" v="1041" actId="21"/>
          <ac:picMkLst>
            <pc:docMk/>
            <pc:sldMk cId="1354350229" sldId="267"/>
            <ac:picMk id="5" creationId="{6EA571C2-8BB1-4D51-8F39-3C4C38CCE86D}"/>
          </ac:picMkLst>
        </pc:picChg>
      </pc:sldChg>
    </pc:docChg>
  </pc:docChgLst>
  <pc:docChgLst>
    <pc:chgData name="david dalsveen" userId="1bc9e0f3-63b8-43f3-87d9-c29a9f4159c1" providerId="ADAL" clId="{B41DA7E7-F3BA-4B35-B67D-C77C8B93F92F}"/>
    <pc:docChg chg="undo redo custSel addSld modSld">
      <pc:chgData name="david dalsveen" userId="1bc9e0f3-63b8-43f3-87d9-c29a9f4159c1" providerId="ADAL" clId="{B41DA7E7-F3BA-4B35-B67D-C77C8B93F92F}" dt="2021-02-04T00:17:04.924" v="1467" actId="20577"/>
      <pc:docMkLst>
        <pc:docMk/>
      </pc:docMkLst>
      <pc:sldChg chg="addSp delSp modSp mod">
        <pc:chgData name="david dalsveen" userId="1bc9e0f3-63b8-43f3-87d9-c29a9f4159c1" providerId="ADAL" clId="{B41DA7E7-F3BA-4B35-B67D-C77C8B93F92F}" dt="2021-02-03T23:48:20.808" v="15" actId="1076"/>
        <pc:sldMkLst>
          <pc:docMk/>
          <pc:sldMk cId="4063939883" sldId="256"/>
        </pc:sldMkLst>
        <pc:spChg chg="mod">
          <ac:chgData name="david dalsveen" userId="1bc9e0f3-63b8-43f3-87d9-c29a9f4159c1" providerId="ADAL" clId="{B41DA7E7-F3BA-4B35-B67D-C77C8B93F92F}" dt="2021-02-03T23:38:41.691" v="3" actId="14100"/>
          <ac:spMkLst>
            <pc:docMk/>
            <pc:sldMk cId="4063939883" sldId="256"/>
            <ac:spMk id="2" creationId="{1C265080-7784-47AD-95CE-A9F66BD5AE31}"/>
          </ac:spMkLst>
        </pc:spChg>
        <pc:picChg chg="add del mod">
          <ac:chgData name="david dalsveen" userId="1bc9e0f3-63b8-43f3-87d9-c29a9f4159c1" providerId="ADAL" clId="{B41DA7E7-F3BA-4B35-B67D-C77C8B93F92F}" dt="2021-02-03T23:48:16.647" v="14" actId="21"/>
          <ac:picMkLst>
            <pc:docMk/>
            <pc:sldMk cId="4063939883" sldId="256"/>
            <ac:picMk id="5" creationId="{8A08D7AF-CAD2-47BE-B683-70C4341F4320}"/>
          </ac:picMkLst>
        </pc:picChg>
        <pc:picChg chg="add mod">
          <ac:chgData name="david dalsveen" userId="1bc9e0f3-63b8-43f3-87d9-c29a9f4159c1" providerId="ADAL" clId="{B41DA7E7-F3BA-4B35-B67D-C77C8B93F92F}" dt="2021-02-03T23:48:20.808" v="15" actId="1076"/>
          <ac:picMkLst>
            <pc:docMk/>
            <pc:sldMk cId="4063939883" sldId="256"/>
            <ac:picMk id="8" creationId="{88FBA3CC-14EB-479C-A355-EB9E57190D44}"/>
          </ac:picMkLst>
        </pc:picChg>
        <pc:picChg chg="add del mod">
          <ac:chgData name="david dalsveen" userId="1bc9e0f3-63b8-43f3-87d9-c29a9f4159c1" providerId="ADAL" clId="{B41DA7E7-F3BA-4B35-B67D-C77C8B93F92F}" dt="2021-02-03T23:39:32.026" v="6" actId="21"/>
          <ac:picMkLst>
            <pc:docMk/>
            <pc:sldMk cId="4063939883" sldId="256"/>
            <ac:picMk id="10" creationId="{79331B74-84B1-4B4F-9E41-174FC802F805}"/>
          </ac:picMkLst>
        </pc:picChg>
        <pc:picChg chg="del">
          <ac:chgData name="david dalsveen" userId="1bc9e0f3-63b8-43f3-87d9-c29a9f4159c1" providerId="ADAL" clId="{B41DA7E7-F3BA-4B35-B67D-C77C8B93F92F}" dt="2021-02-03T23:38:57.497" v="4" actId="21"/>
          <ac:picMkLst>
            <pc:docMk/>
            <pc:sldMk cId="4063939883" sldId="256"/>
            <ac:picMk id="14" creationId="{4A4F673A-0FBF-42B3-A428-11C9769396A5}"/>
          </ac:picMkLst>
        </pc:picChg>
      </pc:sldChg>
      <pc:sldChg chg="modSp mod">
        <pc:chgData name="david dalsveen" userId="1bc9e0f3-63b8-43f3-87d9-c29a9f4159c1" providerId="ADAL" clId="{B41DA7E7-F3BA-4B35-B67D-C77C8B93F92F}" dt="2021-02-03T23:51:42.533" v="222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B41DA7E7-F3BA-4B35-B67D-C77C8B93F92F}" dt="2021-02-03T23:49:27.091" v="20" actId="27636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B41DA7E7-F3BA-4B35-B67D-C77C8B93F92F}" dt="2021-02-03T23:51:42.533" v="222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B41DA7E7-F3BA-4B35-B67D-C77C8B93F92F}" dt="2021-02-03T23:55:15.650" v="505" actId="20577"/>
        <pc:sldMkLst>
          <pc:docMk/>
          <pc:sldMk cId="1226514440" sldId="264"/>
        </pc:sldMkLst>
        <pc:spChg chg="mod">
          <ac:chgData name="david dalsveen" userId="1bc9e0f3-63b8-43f3-87d9-c29a9f4159c1" providerId="ADAL" clId="{B41DA7E7-F3BA-4B35-B67D-C77C8B93F92F}" dt="2021-02-03T23:52:09.087" v="225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B41DA7E7-F3BA-4B35-B67D-C77C8B93F92F}" dt="2021-02-03T23:55:15.650" v="505" actId="20577"/>
          <ac:spMkLst>
            <pc:docMk/>
            <pc:sldMk cId="1226514440" sldId="264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B41DA7E7-F3BA-4B35-B67D-C77C8B93F92F}" dt="2021-02-03T23:58:30.324" v="687" actId="20577"/>
        <pc:sldMkLst>
          <pc:docMk/>
          <pc:sldMk cId="1499107813" sldId="265"/>
        </pc:sldMkLst>
        <pc:spChg chg="mod">
          <ac:chgData name="david dalsveen" userId="1bc9e0f3-63b8-43f3-87d9-c29a9f4159c1" providerId="ADAL" clId="{B41DA7E7-F3BA-4B35-B67D-C77C8B93F92F}" dt="2021-02-03T23:55:40.438" v="509" actId="27636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B41DA7E7-F3BA-4B35-B67D-C77C8B93F92F}" dt="2021-02-03T23:58:30.324" v="687" actId="20577"/>
          <ac:spMkLst>
            <pc:docMk/>
            <pc:sldMk cId="1499107813" sldId="265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B41DA7E7-F3BA-4B35-B67D-C77C8B93F92F}" dt="2021-02-04T00:13:10.771" v="1402" actId="255"/>
        <pc:sldMkLst>
          <pc:docMk/>
          <pc:sldMk cId="3051798843" sldId="266"/>
        </pc:sldMkLst>
        <pc:spChg chg="mod">
          <ac:chgData name="david dalsveen" userId="1bc9e0f3-63b8-43f3-87d9-c29a9f4159c1" providerId="ADAL" clId="{B41DA7E7-F3BA-4B35-B67D-C77C8B93F92F}" dt="2021-02-03T23:58:59.050" v="692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B41DA7E7-F3BA-4B35-B67D-C77C8B93F92F}" dt="2021-02-04T00:13:10.771" v="1402" actId="255"/>
          <ac:spMkLst>
            <pc:docMk/>
            <pc:sldMk cId="3051798843" sldId="266"/>
            <ac:spMk id="15" creationId="{54497D69-439C-4E04-AB3B-CAA04057B828}"/>
          </ac:spMkLst>
        </pc:spChg>
      </pc:sldChg>
      <pc:sldChg chg="modSp mod">
        <pc:chgData name="david dalsveen" userId="1bc9e0f3-63b8-43f3-87d9-c29a9f4159c1" providerId="ADAL" clId="{B41DA7E7-F3BA-4B35-B67D-C77C8B93F92F}" dt="2021-02-04T00:12:57.401" v="1401" actId="255"/>
        <pc:sldMkLst>
          <pc:docMk/>
          <pc:sldMk cId="1354350229" sldId="267"/>
        </pc:sldMkLst>
        <pc:spChg chg="mod">
          <ac:chgData name="david dalsveen" userId="1bc9e0f3-63b8-43f3-87d9-c29a9f4159c1" providerId="ADAL" clId="{B41DA7E7-F3BA-4B35-B67D-C77C8B93F92F}" dt="2021-02-04T00:09:16.134" v="1149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B41DA7E7-F3BA-4B35-B67D-C77C8B93F92F}" dt="2021-02-04T00:12:57.401" v="1401" actId="255"/>
          <ac:spMkLst>
            <pc:docMk/>
            <pc:sldMk cId="1354350229" sldId="267"/>
            <ac:spMk id="15" creationId="{54497D69-439C-4E04-AB3B-CAA04057B828}"/>
          </ac:spMkLst>
        </pc:spChg>
      </pc:sldChg>
      <pc:sldChg chg="addSp delSp modSp new mod modClrScheme chgLayout">
        <pc:chgData name="david dalsveen" userId="1bc9e0f3-63b8-43f3-87d9-c29a9f4159c1" providerId="ADAL" clId="{B41DA7E7-F3BA-4B35-B67D-C77C8B93F92F}" dt="2021-02-04T00:17:04.924" v="1467" actId="20577"/>
        <pc:sldMkLst>
          <pc:docMk/>
          <pc:sldMk cId="1005681923" sldId="268"/>
        </pc:sldMkLst>
        <pc:spChg chg="add del">
          <ac:chgData name="david dalsveen" userId="1bc9e0f3-63b8-43f3-87d9-c29a9f4159c1" providerId="ADAL" clId="{B41DA7E7-F3BA-4B35-B67D-C77C8B93F92F}" dt="2021-02-04T00:14:01.716" v="1404" actId="11529"/>
          <ac:spMkLst>
            <pc:docMk/>
            <pc:sldMk cId="1005681923" sldId="268"/>
            <ac:spMk id="3" creationId="{1C7C033E-BD73-46FF-9548-73A35746B5B8}"/>
          </ac:spMkLst>
        </pc:spChg>
        <pc:spChg chg="add del mod ord">
          <ac:chgData name="david dalsveen" userId="1bc9e0f3-63b8-43f3-87d9-c29a9f4159c1" providerId="ADAL" clId="{B41DA7E7-F3BA-4B35-B67D-C77C8B93F92F}" dt="2021-02-04T00:16:09.123" v="1441" actId="700"/>
          <ac:spMkLst>
            <pc:docMk/>
            <pc:sldMk cId="1005681923" sldId="268"/>
            <ac:spMk id="4" creationId="{44A24EEE-D046-4AA5-9E31-315FE5C9D26C}"/>
          </ac:spMkLst>
        </pc:spChg>
        <pc:spChg chg="add del mod ord">
          <ac:chgData name="david dalsveen" userId="1bc9e0f3-63b8-43f3-87d9-c29a9f4159c1" providerId="ADAL" clId="{B41DA7E7-F3BA-4B35-B67D-C77C8B93F92F}" dt="2021-02-04T00:16:09.123" v="1441" actId="700"/>
          <ac:spMkLst>
            <pc:docMk/>
            <pc:sldMk cId="1005681923" sldId="268"/>
            <ac:spMk id="5" creationId="{CB863E59-A7FD-456F-A9A7-863AFE043AFB}"/>
          </ac:spMkLst>
        </pc:spChg>
        <pc:spChg chg="add del mod ord">
          <ac:chgData name="david dalsveen" userId="1bc9e0f3-63b8-43f3-87d9-c29a9f4159c1" providerId="ADAL" clId="{B41DA7E7-F3BA-4B35-B67D-C77C8B93F92F}" dt="2021-02-04T00:16:09.123" v="1441" actId="700"/>
          <ac:spMkLst>
            <pc:docMk/>
            <pc:sldMk cId="1005681923" sldId="268"/>
            <ac:spMk id="6" creationId="{5D349FFB-2151-47A1-BCBC-38598E64299A}"/>
          </ac:spMkLst>
        </pc:spChg>
        <pc:spChg chg="add mod">
          <ac:chgData name="david dalsveen" userId="1bc9e0f3-63b8-43f3-87d9-c29a9f4159c1" providerId="ADAL" clId="{B41DA7E7-F3BA-4B35-B67D-C77C8B93F92F}" dt="2021-02-04T00:17:04.924" v="1467" actId="20577"/>
          <ac:spMkLst>
            <pc:docMk/>
            <pc:sldMk cId="1005681923" sldId="268"/>
            <ac:spMk id="7" creationId="{E1ED724E-C4A2-4656-A6EB-D48C990F55FB}"/>
          </ac:spMkLst>
        </pc:spChg>
        <pc:spChg chg="add del mod">
          <ac:chgData name="david dalsveen" userId="1bc9e0f3-63b8-43f3-87d9-c29a9f4159c1" providerId="ADAL" clId="{B41DA7E7-F3BA-4B35-B67D-C77C8B93F92F}" dt="2021-02-04T00:16:46.389" v="1444"/>
          <ac:spMkLst>
            <pc:docMk/>
            <pc:sldMk cId="1005681923" sldId="268"/>
            <ac:spMk id="8" creationId="{D4F6A234-A030-4C08-BF0D-271853F31DCF}"/>
          </ac:spMkLst>
        </pc:spChg>
        <pc:picChg chg="add del mod">
          <ac:chgData name="david dalsveen" userId="1bc9e0f3-63b8-43f3-87d9-c29a9f4159c1" providerId="ADAL" clId="{B41DA7E7-F3BA-4B35-B67D-C77C8B93F92F}" dt="2021-02-04T00:16:16.244" v="1442" actId="21"/>
          <ac:picMkLst>
            <pc:docMk/>
            <pc:sldMk cId="1005681923" sldId="268"/>
            <ac:picMk id="2" creationId="{2E00E36C-EDA2-479C-9658-58C079FB72E9}"/>
          </ac:picMkLst>
        </pc:picChg>
        <pc:picChg chg="add mod">
          <ac:chgData name="david dalsveen" userId="1bc9e0f3-63b8-43f3-87d9-c29a9f4159c1" providerId="ADAL" clId="{B41DA7E7-F3BA-4B35-B67D-C77C8B93F92F}" dt="2021-02-04T00:16:53.776" v="1446" actId="14100"/>
          <ac:picMkLst>
            <pc:docMk/>
            <pc:sldMk cId="1005681923" sldId="268"/>
            <ac:picMk id="9" creationId="{ED123BCC-D76E-41FF-83D2-415D1D263836}"/>
          </ac:picMkLst>
        </pc:picChg>
      </pc:sldChg>
    </pc:docChg>
  </pc:docChgLst>
  <pc:docChgLst>
    <pc:chgData name="dave Dalsveen" userId="039815d45609d4df" providerId="LiveId" clId="{B0C86FD0-B298-4422-87EB-EDA6BE2E02B3}"/>
    <pc:docChg chg="undo custSel addSld delSld modSld">
      <pc:chgData name="dave Dalsveen" userId="039815d45609d4df" providerId="LiveId" clId="{B0C86FD0-B298-4422-87EB-EDA6BE2E02B3}" dt="2020-05-30T23:02:31.171" v="1732" actId="1076"/>
      <pc:docMkLst>
        <pc:docMk/>
      </pc:docMkLst>
      <pc:sldChg chg="addSp modSp mod">
        <pc:chgData name="dave Dalsveen" userId="039815d45609d4df" providerId="LiveId" clId="{B0C86FD0-B298-4422-87EB-EDA6BE2E02B3}" dt="2020-05-30T18:14:17.177" v="27" actId="14100"/>
        <pc:sldMkLst>
          <pc:docMk/>
          <pc:sldMk cId="4063939883" sldId="256"/>
        </pc:sldMkLst>
        <pc:spChg chg="mod">
          <ac:chgData name="dave Dalsveen" userId="039815d45609d4df" providerId="LiveId" clId="{B0C86FD0-B298-4422-87EB-EDA6BE2E02B3}" dt="2020-05-30T18:12:09.398" v="22" actId="20577"/>
          <ac:spMkLst>
            <pc:docMk/>
            <pc:sldMk cId="4063939883" sldId="256"/>
            <ac:spMk id="2" creationId="{1C265080-7784-47AD-95CE-A9F66BD5AE31}"/>
          </ac:spMkLst>
        </pc:spChg>
        <pc:picChg chg="add mod">
          <ac:chgData name="dave Dalsveen" userId="039815d45609d4df" providerId="LiveId" clId="{B0C86FD0-B298-4422-87EB-EDA6BE2E02B3}" dt="2020-05-30T18:14:17.177" v="27" actId="14100"/>
          <ac:picMkLst>
            <pc:docMk/>
            <pc:sldMk cId="4063939883" sldId="256"/>
            <ac:picMk id="7" creationId="{574C89B1-5DC0-4FE0-BD23-D8AC72B30F2D}"/>
          </ac:picMkLst>
        </pc:picChg>
      </pc:sldChg>
      <pc:sldChg chg="addSp delSp modSp mod">
        <pc:chgData name="dave Dalsveen" userId="039815d45609d4df" providerId="LiveId" clId="{B0C86FD0-B298-4422-87EB-EDA6BE2E02B3}" dt="2020-05-30T23:01:56.326" v="1730" actId="1076"/>
        <pc:sldMkLst>
          <pc:docMk/>
          <pc:sldMk cId="3647716643" sldId="258"/>
        </pc:sldMkLst>
        <pc:spChg chg="mod">
          <ac:chgData name="dave Dalsveen" userId="039815d45609d4df" providerId="LiveId" clId="{B0C86FD0-B298-4422-87EB-EDA6BE2E02B3}" dt="2020-05-30T20:24:48.725" v="452" actId="20577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e Dalsveen" userId="039815d45609d4df" providerId="LiveId" clId="{B0C86FD0-B298-4422-87EB-EDA6BE2E02B3}" dt="2020-05-30T18:22:09.039" v="69" actId="5793"/>
          <ac:spMkLst>
            <pc:docMk/>
            <pc:sldMk cId="3647716643" sldId="258"/>
            <ac:spMk id="3" creationId="{26532813-06A8-4210-874A-2DE00374E51C}"/>
          </ac:spMkLst>
        </pc:spChg>
        <pc:spChg chg="add mod">
          <ac:chgData name="dave Dalsveen" userId="039815d45609d4df" providerId="LiveId" clId="{B0C86FD0-B298-4422-87EB-EDA6BE2E02B3}" dt="2020-05-30T18:45:46.910" v="439" actId="12"/>
          <ac:spMkLst>
            <pc:docMk/>
            <pc:sldMk cId="3647716643" sldId="258"/>
            <ac:spMk id="15" creationId="{54497D69-439C-4E04-AB3B-CAA04057B828}"/>
          </ac:spMkLst>
        </pc:spChg>
        <pc:graphicFrameChg chg="add del mod">
          <ac:chgData name="dave Dalsveen" userId="039815d45609d4df" providerId="LiveId" clId="{B0C86FD0-B298-4422-87EB-EDA6BE2E02B3}" dt="2020-05-30T18:16:56.499" v="37"/>
          <ac:graphicFrameMkLst>
            <pc:docMk/>
            <pc:sldMk cId="3647716643" sldId="258"/>
            <ac:graphicFrameMk id="4" creationId="{066275CC-8A1F-4A8C-8E73-13C94E9CD10C}"/>
          </ac:graphicFrameMkLst>
        </pc:graphicFrameChg>
        <pc:graphicFrameChg chg="add del mod">
          <ac:chgData name="dave Dalsveen" userId="039815d45609d4df" providerId="LiveId" clId="{B0C86FD0-B298-4422-87EB-EDA6BE2E02B3}" dt="2020-05-30T18:17:50.784" v="39"/>
          <ac:graphicFrameMkLst>
            <pc:docMk/>
            <pc:sldMk cId="3647716643" sldId="258"/>
            <ac:graphicFrameMk id="5" creationId="{88991DF1-D0F0-4FF6-B85A-B042446AE55E}"/>
          </ac:graphicFrameMkLst>
        </pc:graphicFrameChg>
        <pc:graphicFrameChg chg="add del mod">
          <ac:chgData name="dave Dalsveen" userId="039815d45609d4df" providerId="LiveId" clId="{B0C86FD0-B298-4422-87EB-EDA6BE2E02B3}" dt="2020-05-30T18:18:03.202" v="41"/>
          <ac:graphicFrameMkLst>
            <pc:docMk/>
            <pc:sldMk cId="3647716643" sldId="258"/>
            <ac:graphicFrameMk id="6" creationId="{F3C6D011-655E-44A7-AC5D-504F8DD2F8A8}"/>
          </ac:graphicFrameMkLst>
        </pc:graphicFrameChg>
        <pc:picChg chg="add mod">
          <ac:chgData name="dave Dalsveen" userId="039815d45609d4df" providerId="LiveId" clId="{B0C86FD0-B298-4422-87EB-EDA6BE2E02B3}" dt="2020-05-30T23:01:56.326" v="1730" actId="1076"/>
          <ac:picMkLst>
            <pc:docMk/>
            <pc:sldMk cId="3647716643" sldId="258"/>
            <ac:picMk id="8" creationId="{6E8EF047-356E-4CB4-A4F6-927A88B1ACE6}"/>
          </ac:picMkLst>
        </pc:picChg>
        <pc:picChg chg="add mod">
          <ac:chgData name="dave Dalsveen" userId="039815d45609d4df" providerId="LiveId" clId="{B0C86FD0-B298-4422-87EB-EDA6BE2E02B3}" dt="2020-05-30T20:28:11.744" v="457" actId="14100"/>
          <ac:picMkLst>
            <pc:docMk/>
            <pc:sldMk cId="3647716643" sldId="258"/>
            <ac:picMk id="9" creationId="{528BC46E-96AE-45FF-B433-C41727D440BE}"/>
          </ac:picMkLst>
        </pc:picChg>
        <pc:picChg chg="add del mod">
          <ac:chgData name="dave Dalsveen" userId="039815d45609d4df" providerId="LiveId" clId="{B0C86FD0-B298-4422-87EB-EDA6BE2E02B3}" dt="2020-05-30T18:23:56.277" v="79"/>
          <ac:picMkLst>
            <pc:docMk/>
            <pc:sldMk cId="3647716643" sldId="258"/>
            <ac:picMk id="14" creationId="{B81D07B1-935C-49C3-BF59-D9617F8AF129}"/>
          </ac:picMkLst>
        </pc:picChg>
        <pc:picChg chg="del">
          <ac:chgData name="dave Dalsveen" userId="039815d45609d4df" providerId="LiveId" clId="{B0C86FD0-B298-4422-87EB-EDA6BE2E02B3}" dt="2020-05-30T18:23:18.865" v="76" actId="21"/>
          <ac:picMkLst>
            <pc:docMk/>
            <pc:sldMk cId="3647716643" sldId="258"/>
            <ac:picMk id="20" creationId="{19B0DD80-FE1C-4CF4-99AA-8816687ABA5E}"/>
          </ac:picMkLst>
        </pc:picChg>
      </pc:sldChg>
      <pc:sldChg chg="del">
        <pc:chgData name="dave Dalsveen" userId="039815d45609d4df" providerId="LiveId" clId="{B0C86FD0-B298-4422-87EB-EDA6BE2E02B3}" dt="2020-05-30T21:11:02.468" v="1426" actId="2696"/>
        <pc:sldMkLst>
          <pc:docMk/>
          <pc:sldMk cId="3024770718" sldId="259"/>
        </pc:sldMkLst>
      </pc:sldChg>
      <pc:sldChg chg="del">
        <pc:chgData name="dave Dalsveen" userId="039815d45609d4df" providerId="LiveId" clId="{B0C86FD0-B298-4422-87EB-EDA6BE2E02B3}" dt="2020-05-30T21:11:06.058" v="1427" actId="2696"/>
        <pc:sldMkLst>
          <pc:docMk/>
          <pc:sldMk cId="2963209938" sldId="260"/>
        </pc:sldMkLst>
      </pc:sldChg>
      <pc:sldChg chg="del">
        <pc:chgData name="dave Dalsveen" userId="039815d45609d4df" providerId="LiveId" clId="{B0C86FD0-B298-4422-87EB-EDA6BE2E02B3}" dt="2020-05-30T21:11:08.456" v="1428" actId="2696"/>
        <pc:sldMkLst>
          <pc:docMk/>
          <pc:sldMk cId="3893231935" sldId="261"/>
        </pc:sldMkLst>
      </pc:sldChg>
      <pc:sldChg chg="del">
        <pc:chgData name="dave Dalsveen" userId="039815d45609d4df" providerId="LiveId" clId="{B0C86FD0-B298-4422-87EB-EDA6BE2E02B3}" dt="2020-05-30T21:11:10.927" v="1429" actId="2696"/>
        <pc:sldMkLst>
          <pc:docMk/>
          <pc:sldMk cId="1901561588" sldId="262"/>
        </pc:sldMkLst>
      </pc:sldChg>
      <pc:sldChg chg="del">
        <pc:chgData name="dave Dalsveen" userId="039815d45609d4df" providerId="LiveId" clId="{B0C86FD0-B298-4422-87EB-EDA6BE2E02B3}" dt="2020-05-30T21:11:13.003" v="1430" actId="2696"/>
        <pc:sldMkLst>
          <pc:docMk/>
          <pc:sldMk cId="3223762024" sldId="263"/>
        </pc:sldMkLst>
      </pc:sldChg>
      <pc:sldChg chg="addSp delSp modSp add mod">
        <pc:chgData name="dave Dalsveen" userId="039815d45609d4df" providerId="LiveId" clId="{B0C86FD0-B298-4422-87EB-EDA6BE2E02B3}" dt="2020-05-30T20:50:21.447" v="720" actId="20577"/>
        <pc:sldMkLst>
          <pc:docMk/>
          <pc:sldMk cId="1226514440" sldId="264"/>
        </pc:sldMkLst>
        <pc:spChg chg="mod">
          <ac:chgData name="dave Dalsveen" userId="039815d45609d4df" providerId="LiveId" clId="{B0C86FD0-B298-4422-87EB-EDA6BE2E02B3}" dt="2020-05-30T20:30:41.426" v="467" actId="20577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e Dalsveen" userId="039815d45609d4df" providerId="LiveId" clId="{B0C86FD0-B298-4422-87EB-EDA6BE2E02B3}" dt="2020-05-30T20:50:21.447" v="720" actId="20577"/>
          <ac:spMkLst>
            <pc:docMk/>
            <pc:sldMk cId="1226514440" sldId="264"/>
            <ac:spMk id="15" creationId="{54497D69-439C-4E04-AB3B-CAA04057B828}"/>
          </ac:spMkLst>
        </pc:spChg>
        <pc:picChg chg="add mod">
          <ac:chgData name="dave Dalsveen" userId="039815d45609d4df" providerId="LiveId" clId="{B0C86FD0-B298-4422-87EB-EDA6BE2E02B3}" dt="2020-05-30T20:46:30.448" v="470" actId="14100"/>
          <ac:picMkLst>
            <pc:docMk/>
            <pc:sldMk cId="1226514440" sldId="264"/>
            <ac:picMk id="4" creationId="{E47FBD73-8B1A-4016-81A8-0A35C2BE848C}"/>
          </ac:picMkLst>
        </pc:picChg>
        <pc:picChg chg="del">
          <ac:chgData name="dave Dalsveen" userId="039815d45609d4df" providerId="LiveId" clId="{B0C86FD0-B298-4422-87EB-EDA6BE2E02B3}" dt="2020-05-30T20:46:21.332" v="469" actId="21"/>
          <ac:picMkLst>
            <pc:docMk/>
            <pc:sldMk cId="1226514440" sldId="264"/>
            <ac:picMk id="8" creationId="{6E8EF047-356E-4CB4-A4F6-927A88B1ACE6}"/>
          </ac:picMkLst>
        </pc:picChg>
      </pc:sldChg>
      <pc:sldChg chg="addSp delSp modSp add mod">
        <pc:chgData name="dave Dalsveen" userId="039815d45609d4df" providerId="LiveId" clId="{B0C86FD0-B298-4422-87EB-EDA6BE2E02B3}" dt="2020-05-30T23:02:31.171" v="1732" actId="1076"/>
        <pc:sldMkLst>
          <pc:docMk/>
          <pc:sldMk cId="1499107813" sldId="265"/>
        </pc:sldMkLst>
        <pc:spChg chg="mod">
          <ac:chgData name="dave Dalsveen" userId="039815d45609d4df" providerId="LiveId" clId="{B0C86FD0-B298-4422-87EB-EDA6BE2E02B3}" dt="2020-05-30T20:52:57.972" v="725" actId="20577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e Dalsveen" userId="039815d45609d4df" providerId="LiveId" clId="{B0C86FD0-B298-4422-87EB-EDA6BE2E02B3}" dt="2020-05-30T20:59:10.018" v="1010" actId="20577"/>
          <ac:spMkLst>
            <pc:docMk/>
            <pc:sldMk cId="1499107813" sldId="265"/>
            <ac:spMk id="15" creationId="{54497D69-439C-4E04-AB3B-CAA04057B828}"/>
          </ac:spMkLst>
        </pc:spChg>
        <pc:picChg chg="del">
          <ac:chgData name="dave Dalsveen" userId="039815d45609d4df" providerId="LiveId" clId="{B0C86FD0-B298-4422-87EB-EDA6BE2E02B3}" dt="2020-05-30T21:00:34.925" v="1014" actId="21"/>
          <ac:picMkLst>
            <pc:docMk/>
            <pc:sldMk cId="1499107813" sldId="265"/>
            <ac:picMk id="4" creationId="{E47FBD73-8B1A-4016-81A8-0A35C2BE848C}"/>
          </ac:picMkLst>
        </pc:picChg>
        <pc:picChg chg="add mod">
          <ac:chgData name="dave Dalsveen" userId="039815d45609d4df" providerId="LiveId" clId="{B0C86FD0-B298-4422-87EB-EDA6BE2E02B3}" dt="2020-05-30T23:02:31.171" v="1732" actId="1076"/>
          <ac:picMkLst>
            <pc:docMk/>
            <pc:sldMk cId="1499107813" sldId="265"/>
            <ac:picMk id="5" creationId="{16BF99F3-F52C-49E6-B653-65137C366AA7}"/>
          </ac:picMkLst>
        </pc:picChg>
      </pc:sldChg>
      <pc:sldChg chg="addSp delSp modSp add mod">
        <pc:chgData name="dave Dalsveen" userId="039815d45609d4df" providerId="LiveId" clId="{B0C86FD0-B298-4422-87EB-EDA6BE2E02B3}" dt="2020-05-30T21:10:46.393" v="1425" actId="20577"/>
        <pc:sldMkLst>
          <pc:docMk/>
          <pc:sldMk cId="3051798843" sldId="266"/>
        </pc:sldMkLst>
        <pc:spChg chg="mod">
          <ac:chgData name="dave Dalsveen" userId="039815d45609d4df" providerId="LiveId" clId="{B0C86FD0-B298-4422-87EB-EDA6BE2E02B3}" dt="2020-05-30T21:07:21.077" v="1300" actId="20577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e Dalsveen" userId="039815d45609d4df" providerId="LiveId" clId="{B0C86FD0-B298-4422-87EB-EDA6BE2E02B3}" dt="2020-05-30T21:10:46.393" v="1425" actId="20577"/>
          <ac:spMkLst>
            <pc:docMk/>
            <pc:sldMk cId="3051798843" sldId="266"/>
            <ac:spMk id="15" creationId="{54497D69-439C-4E04-AB3B-CAA04057B828}"/>
          </ac:spMkLst>
        </pc:spChg>
        <pc:picChg chg="add mod">
          <ac:chgData name="dave Dalsveen" userId="039815d45609d4df" providerId="LiveId" clId="{B0C86FD0-B298-4422-87EB-EDA6BE2E02B3}" dt="2020-05-30T21:09:24.190" v="1344" actId="14100"/>
          <ac:picMkLst>
            <pc:docMk/>
            <pc:sldMk cId="3051798843" sldId="266"/>
            <ac:picMk id="4" creationId="{D439DB91-C340-4F47-AF43-97A0C2550B55}"/>
          </ac:picMkLst>
        </pc:picChg>
        <pc:picChg chg="del mod">
          <ac:chgData name="dave Dalsveen" userId="039815d45609d4df" providerId="LiveId" clId="{B0C86FD0-B298-4422-87EB-EDA6BE2E02B3}" dt="2020-05-30T21:09:16.321" v="1342" actId="21"/>
          <ac:picMkLst>
            <pc:docMk/>
            <pc:sldMk cId="3051798843" sldId="266"/>
            <ac:picMk id="5" creationId="{16BF99F3-F52C-49E6-B653-65137C366AA7}"/>
          </ac:picMkLst>
        </pc:picChg>
      </pc:sldChg>
      <pc:sldChg chg="addSp delSp modSp add mod">
        <pc:chgData name="dave Dalsveen" userId="039815d45609d4df" providerId="LiveId" clId="{B0C86FD0-B298-4422-87EB-EDA6BE2E02B3}" dt="2020-05-30T21:24:59.622" v="1729" actId="20577"/>
        <pc:sldMkLst>
          <pc:docMk/>
          <pc:sldMk cId="1354350229" sldId="267"/>
        </pc:sldMkLst>
        <pc:spChg chg="mod">
          <ac:chgData name="dave Dalsveen" userId="039815d45609d4df" providerId="LiveId" clId="{B0C86FD0-B298-4422-87EB-EDA6BE2E02B3}" dt="2020-05-30T21:15:42.460" v="1442" actId="20577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e Dalsveen" userId="039815d45609d4df" providerId="LiveId" clId="{B0C86FD0-B298-4422-87EB-EDA6BE2E02B3}" dt="2020-05-30T21:24:59.622" v="1729" actId="20577"/>
          <ac:spMkLst>
            <pc:docMk/>
            <pc:sldMk cId="1354350229" sldId="267"/>
            <ac:spMk id="15" creationId="{54497D69-439C-4E04-AB3B-CAA04057B828}"/>
          </ac:spMkLst>
        </pc:spChg>
        <pc:picChg chg="del">
          <ac:chgData name="dave Dalsveen" userId="039815d45609d4df" providerId="LiveId" clId="{B0C86FD0-B298-4422-87EB-EDA6BE2E02B3}" dt="2020-05-30T21:21:46.365" v="1524" actId="21"/>
          <ac:picMkLst>
            <pc:docMk/>
            <pc:sldMk cId="1354350229" sldId="267"/>
            <ac:picMk id="4" creationId="{D439DB91-C340-4F47-AF43-97A0C2550B55}"/>
          </ac:picMkLst>
        </pc:picChg>
        <pc:picChg chg="add mod">
          <ac:chgData name="dave Dalsveen" userId="039815d45609d4df" providerId="LiveId" clId="{B0C86FD0-B298-4422-87EB-EDA6BE2E02B3}" dt="2020-05-30T21:21:54.633" v="1526" actId="1076"/>
          <ac:picMkLst>
            <pc:docMk/>
            <pc:sldMk cId="1354350229" sldId="267"/>
            <ac:picMk id="5" creationId="{6EA571C2-8BB1-4D51-8F39-3C4C38CCE86D}"/>
          </ac:picMkLst>
        </pc:picChg>
      </pc:sldChg>
    </pc:docChg>
  </pc:docChgLst>
  <pc:docChgLst>
    <pc:chgData name="david dalsveen" userId="1bc9e0f3-63b8-43f3-87d9-c29a9f4159c1" providerId="ADAL" clId="{1D05F862-CE1C-4438-B7F7-DD3C95221FF3}"/>
    <pc:docChg chg="undo redo custSel addSld delSld modSld">
      <pc:chgData name="david dalsveen" userId="1bc9e0f3-63b8-43f3-87d9-c29a9f4159c1" providerId="ADAL" clId="{1D05F862-CE1C-4438-B7F7-DD3C95221FF3}" dt="2021-02-08T21:53:55.146" v="1214" actId="1076"/>
      <pc:docMkLst>
        <pc:docMk/>
      </pc:docMkLst>
      <pc:sldChg chg="modSp mod">
        <pc:chgData name="david dalsveen" userId="1bc9e0f3-63b8-43f3-87d9-c29a9f4159c1" providerId="ADAL" clId="{1D05F862-CE1C-4438-B7F7-DD3C95221FF3}" dt="2021-02-07T22:11:48.837" v="4" actId="27636"/>
        <pc:sldMkLst>
          <pc:docMk/>
          <pc:sldMk cId="4063939883" sldId="256"/>
        </pc:sldMkLst>
        <pc:spChg chg="mod">
          <ac:chgData name="david dalsveen" userId="1bc9e0f3-63b8-43f3-87d9-c29a9f4159c1" providerId="ADAL" clId="{1D05F862-CE1C-4438-B7F7-DD3C95221FF3}" dt="2021-02-07T22:11:48.837" v="4" actId="27636"/>
          <ac:spMkLst>
            <pc:docMk/>
            <pc:sldMk cId="4063939883" sldId="256"/>
            <ac:spMk id="2" creationId="{1C265080-7784-47AD-95CE-A9F66BD5AE31}"/>
          </ac:spMkLst>
        </pc:spChg>
      </pc:sldChg>
      <pc:sldChg chg="modSp mod">
        <pc:chgData name="david dalsveen" userId="1bc9e0f3-63b8-43f3-87d9-c29a9f4159c1" providerId="ADAL" clId="{1D05F862-CE1C-4438-B7F7-DD3C95221FF3}" dt="2021-02-07T22:35:48.360" v="278" actId="20577"/>
        <pc:sldMkLst>
          <pc:docMk/>
          <pc:sldMk cId="3647716643" sldId="258"/>
        </pc:sldMkLst>
        <pc:spChg chg="mod">
          <ac:chgData name="david dalsveen" userId="1bc9e0f3-63b8-43f3-87d9-c29a9f4159c1" providerId="ADAL" clId="{1D05F862-CE1C-4438-B7F7-DD3C95221FF3}" dt="2021-02-07T22:18:14.399" v="36"/>
          <ac:spMkLst>
            <pc:docMk/>
            <pc:sldMk cId="3647716643" sldId="258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35:48.360" v="278" actId="20577"/>
          <ac:spMkLst>
            <pc:docMk/>
            <pc:sldMk cId="3647716643" sldId="258"/>
            <ac:spMk id="15" creationId="{54497D69-439C-4E04-AB3B-CAA04057B828}"/>
          </ac:spMkLst>
        </pc:spChg>
      </pc:sldChg>
      <pc:sldChg chg="addSp delSp modSp mod setBg">
        <pc:chgData name="david dalsveen" userId="1bc9e0f3-63b8-43f3-87d9-c29a9f4159c1" providerId="ADAL" clId="{1D05F862-CE1C-4438-B7F7-DD3C95221FF3}" dt="2021-02-07T22:41:29.110" v="379" actId="14100"/>
        <pc:sldMkLst>
          <pc:docMk/>
          <pc:sldMk cId="1226514440" sldId="264"/>
        </pc:sldMkLst>
        <pc:spChg chg="mo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3" creationId="{26532813-06A8-4210-874A-2DE00374E51C}"/>
          </ac:spMkLst>
        </pc:spChg>
        <pc:spChg chg="mod ord">
          <ac:chgData name="david dalsveen" userId="1bc9e0f3-63b8-43f3-87d9-c29a9f4159c1" providerId="ADAL" clId="{1D05F862-CE1C-4438-B7F7-DD3C95221FF3}" dt="2021-02-07T22:41:29.110" v="379" actId="14100"/>
          <ac:spMkLst>
            <pc:docMk/>
            <pc:sldMk cId="1226514440" sldId="264"/>
            <ac:spMk id="15" creationId="{54497D69-439C-4E04-AB3B-CAA04057B828}"/>
          </ac:spMkLst>
        </pc:spChg>
        <pc:spChg chg="del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25" creationId="{2C9A9DA9-7DC8-488B-A882-123947B0F3D9}"/>
          </ac:spMkLst>
        </pc:spChg>
        <pc:spChg chg="del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27" creationId="{57F6BDD4-E066-4008-8011-6CC31AEB4556}"/>
          </ac:spMkLst>
        </pc:spChg>
        <pc:spChg chg="del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29" creationId="{2711A8FB-68FC-45FC-B01E-38F809E2D439}"/>
          </ac:spMkLst>
        </pc:spChg>
        <pc:spChg chg="del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31" creationId="{2A865FE3-5FC9-4049-87CF-30019C46C0F5}"/>
          </ac:spMkLst>
        </pc:spChg>
        <pc:spChg chg="ad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36" creationId="{0288C6B4-AFC3-407F-A595-EFFD38D4CCAF}"/>
          </ac:spMkLst>
        </pc:spChg>
        <pc:spChg chg="ad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38" creationId="{CF236821-17FE-429B-8D2C-08E13A64EA40}"/>
          </ac:spMkLst>
        </pc:spChg>
        <pc:spChg chg="ad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40" creationId="{C0BDBCD2-E081-43AB-9119-C55465E59757}"/>
          </ac:spMkLst>
        </pc:spChg>
        <pc:spChg chg="ad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42" creationId="{98E79BE4-34FE-485A-98A5-92CE8F7C4743}"/>
          </ac:spMkLst>
        </pc:spChg>
        <pc:spChg chg="add">
          <ac:chgData name="david dalsveen" userId="1bc9e0f3-63b8-43f3-87d9-c29a9f4159c1" providerId="ADAL" clId="{1D05F862-CE1C-4438-B7F7-DD3C95221FF3}" dt="2021-02-07T22:41:22.155" v="378" actId="26606"/>
          <ac:spMkLst>
            <pc:docMk/>
            <pc:sldMk cId="1226514440" sldId="264"/>
            <ac:spMk id="44" creationId="{7A5F0580-5EE9-419F-96EE-B6529EF6E7D0}"/>
          </ac:spMkLst>
        </pc:spChg>
        <pc:picChg chg="add mod">
          <ac:chgData name="david dalsveen" userId="1bc9e0f3-63b8-43f3-87d9-c29a9f4159c1" providerId="ADAL" clId="{1D05F862-CE1C-4438-B7F7-DD3C95221FF3}" dt="2021-02-07T22:41:22.155" v="378" actId="26606"/>
          <ac:picMkLst>
            <pc:docMk/>
            <pc:sldMk cId="1226514440" sldId="264"/>
            <ac:picMk id="9" creationId="{70A87AEE-ADCB-494A-A15B-862D5AF64A83}"/>
          </ac:picMkLst>
        </pc:picChg>
      </pc:sldChg>
      <pc:sldChg chg="modSp mod">
        <pc:chgData name="david dalsveen" userId="1bc9e0f3-63b8-43f3-87d9-c29a9f4159c1" providerId="ADAL" clId="{1D05F862-CE1C-4438-B7F7-DD3C95221FF3}" dt="2021-02-07T22:51:33.078" v="701" actId="20577"/>
        <pc:sldMkLst>
          <pc:docMk/>
          <pc:sldMk cId="1499107813" sldId="265"/>
        </pc:sldMkLst>
        <pc:spChg chg="mod">
          <ac:chgData name="david dalsveen" userId="1bc9e0f3-63b8-43f3-87d9-c29a9f4159c1" providerId="ADAL" clId="{1D05F862-CE1C-4438-B7F7-DD3C95221FF3}" dt="2021-02-07T22:48:05.253" v="467" actId="27636"/>
          <ac:spMkLst>
            <pc:docMk/>
            <pc:sldMk cId="1499107813" sldId="265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51:33.078" v="701" actId="20577"/>
          <ac:spMkLst>
            <pc:docMk/>
            <pc:sldMk cId="1499107813" sldId="265"/>
            <ac:spMk id="15" creationId="{54497D69-439C-4E04-AB3B-CAA04057B828}"/>
          </ac:spMkLst>
        </pc:spChg>
      </pc:sldChg>
      <pc:sldChg chg="addSp delSp modSp mod setBg">
        <pc:chgData name="david dalsveen" userId="1bc9e0f3-63b8-43f3-87d9-c29a9f4159c1" providerId="ADAL" clId="{1D05F862-CE1C-4438-B7F7-DD3C95221FF3}" dt="2021-02-07T22:59:52.790" v="1018" actId="20577"/>
        <pc:sldMkLst>
          <pc:docMk/>
          <pc:sldMk cId="3051798843" sldId="266"/>
        </pc:sldMkLst>
        <pc:spChg chg="mo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3" creationId="{26532813-06A8-4210-874A-2DE00374E51C}"/>
          </ac:spMkLst>
        </pc:spChg>
        <pc:spChg chg="mod ord">
          <ac:chgData name="david dalsveen" userId="1bc9e0f3-63b8-43f3-87d9-c29a9f4159c1" providerId="ADAL" clId="{1D05F862-CE1C-4438-B7F7-DD3C95221FF3}" dt="2021-02-07T22:59:52.790" v="1018" actId="20577"/>
          <ac:spMkLst>
            <pc:docMk/>
            <pc:sldMk cId="3051798843" sldId="266"/>
            <ac:spMk id="15" creationId="{54497D69-439C-4E04-AB3B-CAA04057B828}"/>
          </ac:spMkLst>
        </pc:spChg>
        <pc:spChg chg="del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25" creationId="{2C9A9DA9-7DC8-488B-A882-123947B0F3D9}"/>
          </ac:spMkLst>
        </pc:spChg>
        <pc:spChg chg="del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27" creationId="{57F6BDD4-E066-4008-8011-6CC31AEB4556}"/>
          </ac:spMkLst>
        </pc:spChg>
        <pc:spChg chg="del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29" creationId="{2711A8FB-68FC-45FC-B01E-38F809E2D439}"/>
          </ac:spMkLst>
        </pc:spChg>
        <pc:spChg chg="del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31" creationId="{2A865FE3-5FC9-4049-87CF-30019C46C0F5}"/>
          </ac:spMkLst>
        </pc:spChg>
        <pc:spChg chg="ad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36" creationId="{0288C6B4-AFC3-407F-A595-EFFD38D4CCAF}"/>
          </ac:spMkLst>
        </pc:spChg>
        <pc:spChg chg="ad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38" creationId="{CF236821-17FE-429B-8D2C-08E13A64EA40}"/>
          </ac:spMkLst>
        </pc:spChg>
        <pc:spChg chg="ad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40" creationId="{C0BDBCD2-E081-43AB-9119-C55465E59757}"/>
          </ac:spMkLst>
        </pc:spChg>
        <pc:spChg chg="ad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42" creationId="{98E79BE4-34FE-485A-98A5-92CE8F7C4743}"/>
          </ac:spMkLst>
        </pc:spChg>
        <pc:spChg chg="add">
          <ac:chgData name="david dalsveen" userId="1bc9e0f3-63b8-43f3-87d9-c29a9f4159c1" providerId="ADAL" clId="{1D05F862-CE1C-4438-B7F7-DD3C95221FF3}" dt="2021-02-07T22:57:48.185" v="755" actId="26606"/>
          <ac:spMkLst>
            <pc:docMk/>
            <pc:sldMk cId="3051798843" sldId="266"/>
            <ac:spMk id="44" creationId="{7A5F0580-5EE9-419F-96EE-B6529EF6E7D0}"/>
          </ac:spMkLst>
        </pc:spChg>
        <pc:picChg chg="add mod">
          <ac:chgData name="david dalsveen" userId="1bc9e0f3-63b8-43f3-87d9-c29a9f4159c1" providerId="ADAL" clId="{1D05F862-CE1C-4438-B7F7-DD3C95221FF3}" dt="2021-02-07T22:57:52.220" v="756" actId="14100"/>
          <ac:picMkLst>
            <pc:docMk/>
            <pc:sldMk cId="3051798843" sldId="266"/>
            <ac:picMk id="5" creationId="{77C62611-D514-4413-9E95-645196547736}"/>
          </ac:picMkLst>
        </pc:picChg>
      </pc:sldChg>
      <pc:sldChg chg="modSp mod">
        <pc:chgData name="david dalsveen" userId="1bc9e0f3-63b8-43f3-87d9-c29a9f4159c1" providerId="ADAL" clId="{1D05F862-CE1C-4438-B7F7-DD3C95221FF3}" dt="2021-02-07T23:02:00.281" v="1207" actId="20577"/>
        <pc:sldMkLst>
          <pc:docMk/>
          <pc:sldMk cId="1354350229" sldId="267"/>
        </pc:sldMkLst>
        <pc:spChg chg="mod">
          <ac:chgData name="david dalsveen" userId="1bc9e0f3-63b8-43f3-87d9-c29a9f4159c1" providerId="ADAL" clId="{1D05F862-CE1C-4438-B7F7-DD3C95221FF3}" dt="2021-02-07T23:00:21.193" v="1021"/>
          <ac:spMkLst>
            <pc:docMk/>
            <pc:sldMk cId="1354350229" sldId="267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3:02:00.281" v="1207" actId="20577"/>
          <ac:spMkLst>
            <pc:docMk/>
            <pc:sldMk cId="1354350229" sldId="267"/>
            <ac:spMk id="15" creationId="{54497D69-439C-4E04-AB3B-CAA04057B828}"/>
          </ac:spMkLst>
        </pc:spChg>
      </pc:sldChg>
      <pc:sldChg chg="addSp delSp modSp mod setBg">
        <pc:chgData name="david dalsveen" userId="1bc9e0f3-63b8-43f3-87d9-c29a9f4159c1" providerId="ADAL" clId="{1D05F862-CE1C-4438-B7F7-DD3C95221FF3}" dt="2021-02-07T22:17:39.842" v="33" actId="14100"/>
        <pc:sldMkLst>
          <pc:docMk/>
          <pc:sldMk cId="1005681923" sldId="268"/>
        </pc:sldMkLst>
        <pc:spChg chg="add del mod">
          <ac:chgData name="david dalsveen" userId="1bc9e0f3-63b8-43f3-87d9-c29a9f4159c1" providerId="ADAL" clId="{1D05F862-CE1C-4438-B7F7-DD3C95221FF3}" dt="2021-02-07T22:13:21.750" v="6" actId="931"/>
          <ac:spMkLst>
            <pc:docMk/>
            <pc:sldMk cId="1005681923" sldId="268"/>
            <ac:spMk id="3" creationId="{C035200F-3FDD-478E-8182-8FEDB0DD7790}"/>
          </ac:spMkLst>
        </pc:spChg>
        <pc:spChg chg="mo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7" creationId="{E1ED724E-C4A2-4656-A6EB-D48C990F55FB}"/>
          </ac:spMkLst>
        </pc:spChg>
        <pc:spChg chg="add del mod">
          <ac:chgData name="david dalsveen" userId="1bc9e0f3-63b8-43f3-87d9-c29a9f4159c1" providerId="ADAL" clId="{1D05F862-CE1C-4438-B7F7-DD3C95221FF3}" dt="2021-02-07T22:17:00.910" v="27"/>
          <ac:spMkLst>
            <pc:docMk/>
            <pc:sldMk cId="1005681923" sldId="268"/>
            <ac:spMk id="8" creationId="{B8D0C647-2A87-4366-8811-013CD22A8AAC}"/>
          </ac:spMkLst>
        </pc:spChg>
        <pc:spChg chg="ad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16" creationId="{8D06CE56-3881-4ADA-8CEF-D18B02C242A3}"/>
          </ac:spMkLst>
        </pc:spChg>
        <pc:spChg chg="ad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18" creationId="{79F3C543-62EC-4433-9C93-A2CD8764E9B4}"/>
          </ac:spMkLst>
        </pc:spChg>
        <pc:spChg chg="ad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20" creationId="{68AF5748-FED8-45BA-8631-26D1D10F3246}"/>
          </ac:spMkLst>
        </pc:spChg>
        <pc:spChg chg="ad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22" creationId="{AF2F604E-43BE-4DC3-B983-E071523364F8}"/>
          </ac:spMkLst>
        </pc:spChg>
        <pc:spChg chg="add">
          <ac:chgData name="david dalsveen" userId="1bc9e0f3-63b8-43f3-87d9-c29a9f4159c1" providerId="ADAL" clId="{1D05F862-CE1C-4438-B7F7-DD3C95221FF3}" dt="2021-02-07T22:17:08.905" v="30" actId="26606"/>
          <ac:spMkLst>
            <pc:docMk/>
            <pc:sldMk cId="1005681923" sldId="268"/>
            <ac:spMk id="24" creationId="{08C9B587-E65E-4B52-B37C-ABEBB6E87928}"/>
          </ac:spMkLst>
        </pc:spChg>
        <pc:picChg chg="add del mod">
          <ac:chgData name="david dalsveen" userId="1bc9e0f3-63b8-43f3-87d9-c29a9f4159c1" providerId="ADAL" clId="{1D05F862-CE1C-4438-B7F7-DD3C95221FF3}" dt="2021-02-07T22:16:57.294" v="26" actId="21"/>
          <ac:picMkLst>
            <pc:docMk/>
            <pc:sldMk cId="1005681923" sldId="268"/>
            <ac:picMk id="5" creationId="{596AE44A-B589-4FA7-AAFC-5795F1164832}"/>
          </ac:picMkLst>
        </pc:picChg>
        <pc:picChg chg="del">
          <ac:chgData name="david dalsveen" userId="1bc9e0f3-63b8-43f3-87d9-c29a9f4159c1" providerId="ADAL" clId="{1D05F862-CE1C-4438-B7F7-DD3C95221FF3}" dt="2021-02-07T22:12:55.784" v="5" actId="21"/>
          <ac:picMkLst>
            <pc:docMk/>
            <pc:sldMk cId="1005681923" sldId="268"/>
            <ac:picMk id="9" creationId="{ED123BCC-D76E-41FF-83D2-415D1D263836}"/>
          </ac:picMkLst>
        </pc:picChg>
        <pc:picChg chg="add mod">
          <ac:chgData name="david dalsveen" userId="1bc9e0f3-63b8-43f3-87d9-c29a9f4159c1" providerId="ADAL" clId="{1D05F862-CE1C-4438-B7F7-DD3C95221FF3}" dt="2021-02-07T22:17:39.842" v="33" actId="14100"/>
          <ac:picMkLst>
            <pc:docMk/>
            <pc:sldMk cId="1005681923" sldId="268"/>
            <ac:picMk id="11" creationId="{6A142EA5-93BE-48D3-A920-576BECE77482}"/>
          </ac:picMkLst>
        </pc:picChg>
      </pc:sldChg>
      <pc:sldChg chg="addSp modSp add mod">
        <pc:chgData name="david dalsveen" userId="1bc9e0f3-63b8-43f3-87d9-c29a9f4159c1" providerId="ADAL" clId="{1D05F862-CE1C-4438-B7F7-DD3C95221FF3}" dt="2021-02-07T22:38:46.510" v="320" actId="20577"/>
        <pc:sldMkLst>
          <pc:docMk/>
          <pc:sldMk cId="2619582904" sldId="269"/>
        </pc:sldMkLst>
        <pc:spChg chg="mod">
          <ac:chgData name="david dalsveen" userId="1bc9e0f3-63b8-43f3-87d9-c29a9f4159c1" providerId="ADAL" clId="{1D05F862-CE1C-4438-B7F7-DD3C95221FF3}" dt="2021-02-07T22:36:55.709" v="285" actId="20577"/>
          <ac:spMkLst>
            <pc:docMk/>
            <pc:sldMk cId="2619582904" sldId="269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38:46.510" v="320" actId="20577"/>
          <ac:spMkLst>
            <pc:docMk/>
            <pc:sldMk cId="2619582904" sldId="269"/>
            <ac:spMk id="15" creationId="{54497D69-439C-4E04-AB3B-CAA04057B828}"/>
          </ac:spMkLst>
        </pc:spChg>
        <pc:picChg chg="add mod">
          <ac:chgData name="david dalsveen" userId="1bc9e0f3-63b8-43f3-87d9-c29a9f4159c1" providerId="ADAL" clId="{1D05F862-CE1C-4438-B7F7-DD3C95221FF3}" dt="2021-02-07T22:38:16.174" v="299" actId="14100"/>
          <ac:picMkLst>
            <pc:docMk/>
            <pc:sldMk cId="2619582904" sldId="269"/>
            <ac:picMk id="9" creationId="{11C53A6F-9118-4397-85FB-9F1C79D22058}"/>
          </ac:picMkLst>
        </pc:picChg>
      </pc:sldChg>
      <pc:sldChg chg="addSp delSp modSp add mod setBg delDesignElem">
        <pc:chgData name="david dalsveen" userId="1bc9e0f3-63b8-43f3-87d9-c29a9f4159c1" providerId="ADAL" clId="{1D05F862-CE1C-4438-B7F7-DD3C95221FF3}" dt="2021-02-07T22:47:08.327" v="459" actId="14100"/>
        <pc:sldMkLst>
          <pc:docMk/>
          <pc:sldMk cId="3126714018" sldId="270"/>
        </pc:sldMkLst>
        <pc:spChg chg="mo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" creationId="{FA2C910C-20A3-493C-AFCB-9366AF6F8D13}"/>
          </ac:spMkLst>
        </pc:spChg>
        <pc:spChg chg="mo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3" creationId="{26532813-06A8-4210-874A-2DE00374E51C}"/>
          </ac:spMkLst>
        </pc:spChg>
        <pc:spChg chg="mod">
          <ac:chgData name="david dalsveen" userId="1bc9e0f3-63b8-43f3-87d9-c29a9f4159c1" providerId="ADAL" clId="{1D05F862-CE1C-4438-B7F7-DD3C95221FF3}" dt="2021-02-07T22:42:49.399" v="448" actId="20577"/>
          <ac:spMkLst>
            <pc:docMk/>
            <pc:sldMk cId="3126714018" sldId="270"/>
            <ac:spMk id="15" creationId="{54497D69-439C-4E04-AB3B-CAA04057B828}"/>
          </ac:spMkLst>
        </pc:spChg>
        <pc:spChg chg="ad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0" creationId="{231BF440-39FA-4087-84CC-2EEC0BBDAF29}"/>
          </ac:spMkLst>
        </pc:spChg>
        <pc:spChg chg="ad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2" creationId="{F04E4CBA-303B-48BD-8451-C2701CB0EEBF}"/>
          </ac:spMkLst>
        </pc:spChg>
        <pc:spChg chg="ad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4" creationId="{F6CA58B3-AFCC-4A40-9882-50D5080879B0}"/>
          </ac:spMkLst>
        </pc:spChg>
        <pc:spChg chg="ad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6" creationId="{75C56826-D4E5-42ED-8529-079651CB3005}"/>
          </ac:spMkLst>
        </pc:spChg>
        <pc:spChg chg="add">
          <ac:chgData name="david dalsveen" userId="1bc9e0f3-63b8-43f3-87d9-c29a9f4159c1" providerId="ADAL" clId="{1D05F862-CE1C-4438-B7F7-DD3C95221FF3}" dt="2021-02-07T22:46:51.224" v="456" actId="26606"/>
          <ac:spMkLst>
            <pc:docMk/>
            <pc:sldMk cId="3126714018" sldId="270"/>
            <ac:spMk id="28" creationId="{82095FCE-EF05-4443-B97A-85DEE3A5CA17}"/>
          </ac:spMkLst>
        </pc:spChg>
        <pc:spChg chg="del">
          <ac:chgData name="david dalsveen" userId="1bc9e0f3-63b8-43f3-87d9-c29a9f4159c1" providerId="ADAL" clId="{1D05F862-CE1C-4438-B7F7-DD3C95221FF3}" dt="2021-02-07T22:41:51.279" v="381"/>
          <ac:spMkLst>
            <pc:docMk/>
            <pc:sldMk cId="3126714018" sldId="270"/>
            <ac:spMk id="36" creationId="{0288C6B4-AFC3-407F-A595-EFFD38D4CCAF}"/>
          </ac:spMkLst>
        </pc:spChg>
        <pc:spChg chg="del">
          <ac:chgData name="david dalsveen" userId="1bc9e0f3-63b8-43f3-87d9-c29a9f4159c1" providerId="ADAL" clId="{1D05F862-CE1C-4438-B7F7-DD3C95221FF3}" dt="2021-02-07T22:41:51.279" v="381"/>
          <ac:spMkLst>
            <pc:docMk/>
            <pc:sldMk cId="3126714018" sldId="270"/>
            <ac:spMk id="38" creationId="{CF236821-17FE-429B-8D2C-08E13A64EA40}"/>
          </ac:spMkLst>
        </pc:spChg>
        <pc:spChg chg="del">
          <ac:chgData name="david dalsveen" userId="1bc9e0f3-63b8-43f3-87d9-c29a9f4159c1" providerId="ADAL" clId="{1D05F862-CE1C-4438-B7F7-DD3C95221FF3}" dt="2021-02-07T22:41:51.279" v="381"/>
          <ac:spMkLst>
            <pc:docMk/>
            <pc:sldMk cId="3126714018" sldId="270"/>
            <ac:spMk id="40" creationId="{C0BDBCD2-E081-43AB-9119-C55465E59757}"/>
          </ac:spMkLst>
        </pc:spChg>
        <pc:spChg chg="del">
          <ac:chgData name="david dalsveen" userId="1bc9e0f3-63b8-43f3-87d9-c29a9f4159c1" providerId="ADAL" clId="{1D05F862-CE1C-4438-B7F7-DD3C95221FF3}" dt="2021-02-07T22:41:51.279" v="381"/>
          <ac:spMkLst>
            <pc:docMk/>
            <pc:sldMk cId="3126714018" sldId="270"/>
            <ac:spMk id="42" creationId="{98E79BE4-34FE-485A-98A5-92CE8F7C4743}"/>
          </ac:spMkLst>
        </pc:spChg>
        <pc:spChg chg="del">
          <ac:chgData name="david dalsveen" userId="1bc9e0f3-63b8-43f3-87d9-c29a9f4159c1" providerId="ADAL" clId="{1D05F862-CE1C-4438-B7F7-DD3C95221FF3}" dt="2021-02-07T22:41:51.279" v="381"/>
          <ac:spMkLst>
            <pc:docMk/>
            <pc:sldMk cId="3126714018" sldId="270"/>
            <ac:spMk id="44" creationId="{7A5F0580-5EE9-419F-96EE-B6529EF6E7D0}"/>
          </ac:spMkLst>
        </pc:spChg>
        <pc:picChg chg="add mod ord">
          <ac:chgData name="david dalsveen" userId="1bc9e0f3-63b8-43f3-87d9-c29a9f4159c1" providerId="ADAL" clId="{1D05F862-CE1C-4438-B7F7-DD3C95221FF3}" dt="2021-02-07T22:47:08.327" v="459" actId="14100"/>
          <ac:picMkLst>
            <pc:docMk/>
            <pc:sldMk cId="3126714018" sldId="270"/>
            <ac:picMk id="5" creationId="{17052764-95CC-4A75-9DB1-2C61C3B7BFB9}"/>
          </ac:picMkLst>
        </pc:picChg>
        <pc:picChg chg="del mod ord">
          <ac:chgData name="david dalsveen" userId="1bc9e0f3-63b8-43f3-87d9-c29a9f4159c1" providerId="ADAL" clId="{1D05F862-CE1C-4438-B7F7-DD3C95221FF3}" dt="2021-02-07T22:46:55.661" v="457" actId="21"/>
          <ac:picMkLst>
            <pc:docMk/>
            <pc:sldMk cId="3126714018" sldId="270"/>
            <ac:picMk id="9" creationId="{70A87AEE-ADCB-494A-A15B-862D5AF64A83}"/>
          </ac:picMkLst>
        </pc:picChg>
      </pc:sldChg>
      <pc:sldChg chg="addSp delSp modSp new mod setBg">
        <pc:chgData name="david dalsveen" userId="1bc9e0f3-63b8-43f3-87d9-c29a9f4159c1" providerId="ADAL" clId="{1D05F862-CE1C-4438-B7F7-DD3C95221FF3}" dt="2021-02-08T21:53:55.146" v="1214" actId="1076"/>
        <pc:sldMkLst>
          <pc:docMk/>
          <pc:sldMk cId="528222102" sldId="271"/>
        </pc:sldMkLst>
        <pc:spChg chg="mo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2" creationId="{DD4BEF46-CD85-4015-9213-BD7791F48A28}"/>
          </ac:spMkLst>
        </pc:spChg>
        <pc:spChg chg="del">
          <ac:chgData name="david dalsveen" userId="1bc9e0f3-63b8-43f3-87d9-c29a9f4159c1" providerId="ADAL" clId="{1D05F862-CE1C-4438-B7F7-DD3C95221FF3}" dt="2021-02-08T21:53:00.514" v="1209" actId="22"/>
          <ac:spMkLst>
            <pc:docMk/>
            <pc:sldMk cId="528222102" sldId="271"/>
            <ac:spMk id="3" creationId="{D56CB2BC-7286-4820-AB01-3D91B862CC14}"/>
          </ac:spMkLst>
        </pc:spChg>
        <pc:spChg chg="add del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12" creationId="{8D06CE56-3881-4ADA-8CEF-D18B02C242A3}"/>
          </ac:spMkLst>
        </pc:spChg>
        <pc:spChg chg="add del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14" creationId="{79F3C543-62EC-4433-9C93-A2CD8764E9B4}"/>
          </ac:spMkLst>
        </pc:spChg>
        <pc:spChg chg="add del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16" creationId="{96646FC9-C66D-4EC7-8310-0DD4ACC49C6C}"/>
          </ac:spMkLst>
        </pc:spChg>
        <pc:spChg chg="add del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18" creationId="{A3473CF9-37EB-43E7-89EF-D2D1C53D1DAC}"/>
          </ac:spMkLst>
        </pc:spChg>
        <pc:spChg chg="add del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20" creationId="{586B4EF9-43BA-4655-A6FF-1D8E21574C95}"/>
          </ac:spMkLst>
        </pc:spChg>
        <pc:spChg chg="ad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25" creationId="{8D06CE56-3881-4ADA-8CEF-D18B02C242A3}"/>
          </ac:spMkLst>
        </pc:spChg>
        <pc:spChg chg="ad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27" creationId="{79F3C543-62EC-4433-9C93-A2CD8764E9B4}"/>
          </ac:spMkLst>
        </pc:spChg>
        <pc:spChg chg="ad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29" creationId="{D7D03296-BABA-47AD-A5D5-ED156727016E}"/>
          </ac:spMkLst>
        </pc:spChg>
        <pc:spChg chg="ad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31" creationId="{284A8429-F65A-490D-96E4-1158D3E8A026}"/>
          </ac:spMkLst>
        </pc:spChg>
        <pc:spChg chg="add">
          <ac:chgData name="david dalsveen" userId="1bc9e0f3-63b8-43f3-87d9-c29a9f4159c1" providerId="ADAL" clId="{1D05F862-CE1C-4438-B7F7-DD3C95221FF3}" dt="2021-02-08T21:53:46.034" v="1213" actId="26606"/>
          <ac:spMkLst>
            <pc:docMk/>
            <pc:sldMk cId="528222102" sldId="271"/>
            <ac:spMk id="33" creationId="{0F022291-A82B-4D23-A1E0-5F9BD684669E}"/>
          </ac:spMkLst>
        </pc:spChg>
        <pc:picChg chg="add mod ord">
          <ac:chgData name="david dalsveen" userId="1bc9e0f3-63b8-43f3-87d9-c29a9f4159c1" providerId="ADAL" clId="{1D05F862-CE1C-4438-B7F7-DD3C95221FF3}" dt="2021-02-08T21:53:55.146" v="1214" actId="1076"/>
          <ac:picMkLst>
            <pc:docMk/>
            <pc:sldMk cId="528222102" sldId="271"/>
            <ac:picMk id="5" creationId="{DE55830E-1402-462D-9EFE-047740773F8E}"/>
          </ac:picMkLst>
        </pc:picChg>
        <pc:picChg chg="add mod">
          <ac:chgData name="david dalsveen" userId="1bc9e0f3-63b8-43f3-87d9-c29a9f4159c1" providerId="ADAL" clId="{1D05F862-CE1C-4438-B7F7-DD3C95221FF3}" dt="2021-02-08T21:53:46.034" v="1213" actId="26606"/>
          <ac:picMkLst>
            <pc:docMk/>
            <pc:sldMk cId="528222102" sldId="271"/>
            <ac:picMk id="7" creationId="{71FDCF7F-2436-4E04-ACDA-B8854EF7B7EF}"/>
          </ac:picMkLst>
        </pc:picChg>
      </pc:sldChg>
      <pc:sldChg chg="addSp delSp modSp add del mod setBg">
        <pc:chgData name="david dalsveen" userId="1bc9e0f3-63b8-43f3-87d9-c29a9f4159c1" providerId="ADAL" clId="{1D05F862-CE1C-4438-B7F7-DD3C95221FF3}" dt="2021-02-07T22:47:35.746" v="460" actId="2696"/>
        <pc:sldMkLst>
          <pc:docMk/>
          <pc:sldMk cId="4007879521" sldId="271"/>
        </pc:sldMkLst>
        <pc:spChg chg="or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15" creationId="{54497D69-439C-4E04-AB3B-CAA04057B828}"/>
          </ac:spMkLst>
        </pc:spChg>
        <pc:spChg chg="ad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20" creationId="{0288C6B4-AFC3-407F-A595-EFFD38D4CCAF}"/>
          </ac:spMkLst>
        </pc:spChg>
        <pc:spChg chg="ad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22" creationId="{CF236821-17FE-429B-8D2C-08E13A64EA40}"/>
          </ac:spMkLst>
        </pc:spChg>
        <pc:spChg chg="ad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24" creationId="{C0BDBCD2-E081-43AB-9119-C55465E59757}"/>
          </ac:spMkLst>
        </pc:spChg>
        <pc:spChg chg="ad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26" creationId="{98E79BE4-34FE-485A-98A5-92CE8F7C4743}"/>
          </ac:spMkLst>
        </pc:spChg>
        <pc:spChg chg="add">
          <ac:chgData name="david dalsveen" userId="1bc9e0f3-63b8-43f3-87d9-c29a9f4159c1" providerId="ADAL" clId="{1D05F862-CE1C-4438-B7F7-DD3C95221FF3}" dt="2021-02-07T22:44:49.667" v="452" actId="26606"/>
          <ac:spMkLst>
            <pc:docMk/>
            <pc:sldMk cId="4007879521" sldId="271"/>
            <ac:spMk id="28" creationId="{7A5F0580-5EE9-419F-96EE-B6529EF6E7D0}"/>
          </ac:spMkLst>
        </pc:spChg>
        <pc:picChg chg="add mod">
          <ac:chgData name="david dalsveen" userId="1bc9e0f3-63b8-43f3-87d9-c29a9f4159c1" providerId="ADAL" clId="{1D05F862-CE1C-4438-B7F7-DD3C95221FF3}" dt="2021-02-07T22:44:49.667" v="452" actId="26606"/>
          <ac:picMkLst>
            <pc:docMk/>
            <pc:sldMk cId="4007879521" sldId="271"/>
            <ac:picMk id="6" creationId="{CA429159-A869-4985-8B2C-D15753F5C42C}"/>
          </ac:picMkLst>
        </pc:picChg>
        <pc:picChg chg="del">
          <ac:chgData name="david dalsveen" userId="1bc9e0f3-63b8-43f3-87d9-c29a9f4159c1" providerId="ADAL" clId="{1D05F862-CE1C-4438-B7F7-DD3C95221FF3}" dt="2021-02-07T22:44:05.729" v="450" actId="21"/>
          <ac:picMkLst>
            <pc:docMk/>
            <pc:sldMk cId="4007879521" sldId="271"/>
            <ac:picMk id="9" creationId="{70A87AEE-ADCB-494A-A15B-862D5AF64A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23FB-B86E-A94E-960A-3E2241D00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96056-D5E9-C945-9DEF-951BE191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057D-BC41-AE4A-A15E-192B583C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92B89-BD6D-8D47-AF3B-4B77B9D7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15160-E685-4945-AAC2-B872E3F8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2160-6A35-C446-A30F-30DA3280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807D-2C2F-8D45-A276-D314A4ADD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66D40-E2AB-9440-BD7C-56F2AFB9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7D70F-C8DA-FB46-A0EE-733D4191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B0D72-D1C1-A24E-942B-7424822D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6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B18D-EAA8-D349-B28B-E723CA58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3754B-EEB5-CB4F-B0A3-E376FC6B0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D8A6-5928-A644-AA24-5635746B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AB78D-D5DE-CF40-B95F-5C80F10F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434E-AA2A-7B4F-BE1E-4D4558C1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2B18-273E-BD4E-8055-3C8FC453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7B80D-21D4-4543-AE30-B7B2F1515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079CD-CD3B-094A-8410-668688336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DAB7C-8C22-BA4F-BD48-9AE11E61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62DC8-52DD-D345-83EA-CABE45BB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D521D-CE9B-9A4F-9078-330285EE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AF60-CF03-3043-95CC-EE9D3F97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52F5A-D468-D44E-9740-F2EEFE72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3D850-5752-CC4A-826E-8EFE6E5C1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2F21F-FE02-4C44-8E8A-90C8AEBC1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48C05-3199-A84F-AF71-7E1D04942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B9EFC-7C57-4B49-8425-6B79CC92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BFDC3-EE9A-C745-A511-AA909CF5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96883-A331-A641-8016-4E545914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4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5CB4-C9F4-F64A-BAC5-2B764F2B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B221E-09FF-B04C-9109-3582E9E6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ED418-8CAE-BB44-B27B-CAB73244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8BB3F-D1B8-1F45-8689-289F241B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2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AB247-FFE6-174C-9115-5B1EABF9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61D92-3AD5-ED49-9016-4BFF06A4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4C43-5CAC-9342-A60E-A4916CD6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B611-FF41-A749-B371-9B03B8396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0174-3F15-5F4D-89B7-5D073C5D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8BAF5-18E0-7540-82D8-3E43663CB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CD4A4-F2A0-C149-BAE6-DB9234BC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D3994-4DC5-5D45-A24A-14ABAAB9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E75C2-5169-6146-BC74-73A312F6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72F6-C2F9-B141-B2A1-45421560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5E18D-B288-A04F-AD2C-93E2434C9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AB20B-69B5-7645-9ED2-48589169C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9939A-25DB-9D4F-93BA-80C5FE70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D180E-7423-6546-BABF-786C52AB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F49A9-43F2-A542-8431-31FFCAA9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5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ACA-9D36-2A4C-B9D4-28606E34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342A-2B56-FD46-9C3D-BE39A5F28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BC4B0-D8DA-1E47-83D9-FDA9B350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E3169-71FF-BA41-B25B-929DB048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24053-8CF0-3842-B4DF-B4D7DE01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6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5CABA-ECE2-FD47-9D8C-E699D593F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52FA2-0C74-8141-B278-BFD5793F7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73F73-0A05-6A43-AC22-FA3546E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E2EDB-A194-5345-AEC9-E57DEE47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68AB6-92A5-AC46-A04A-831B14AF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4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A9005-7381-BB4F-A221-3CA7E72F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5262E-4092-0446-806C-D0BC6F49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1E8F-9704-404D-971A-1326890EE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7FE8C-789C-BB49-BEA6-D36B7605A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E95C3-726C-2F47-948A-AB50992C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3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5080-7784-47AD-95CE-A9F66BD5A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771988"/>
            <a:ext cx="4373419" cy="355450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Files and directories in the Linux filesystem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8DAF7-F016-4B43-9683-C9BBDCD07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dirty="0"/>
              <a:t>Dave Dalsveen</a:t>
            </a:r>
          </a:p>
        </p:txBody>
      </p:sp>
      <p:pic>
        <p:nvPicPr>
          <p:cNvPr id="6" name="Picture 5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4E2EFA48-108D-43F0-9F7E-B9FB42F2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439" y="5476992"/>
            <a:ext cx="952500" cy="95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FBA3CC-14EB-479C-A355-EB9E5719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409" y="1441008"/>
            <a:ext cx="30765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3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ED724E-C4A2-4656-A6EB-D48C990F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Linux File System Command Output.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40565F-0CF4-A24B-87EE-0412363957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25787" y="1938598"/>
            <a:ext cx="4436110" cy="37856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F5CFD7-82DC-C64A-B38C-BC42A1B0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90" y="1817298"/>
            <a:ext cx="4218097" cy="390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8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910C-20A3-493C-AFCB-9366AF6F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Task1: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</a:rPr>
              <a:t>Use various commands to explore and view the Linux file system.</a:t>
            </a:r>
            <a:r>
              <a:rPr lang="en-US" sz="2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2813-06A8-4210-874A-2DE00374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Print the current (working) directory using the </a:t>
            </a:r>
            <a:r>
              <a:rPr lang="en-US" sz="2000" b="1" i="1" dirty="0" err="1"/>
              <a:t>pwd</a:t>
            </a:r>
            <a:r>
              <a:rPr lang="en-US" sz="2000" b="1" i="1" dirty="0"/>
              <a:t> </a:t>
            </a:r>
            <a:r>
              <a:rPr lang="en-US" sz="2000" dirty="0"/>
              <a:t>command.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Traverse directories using the </a:t>
            </a:r>
            <a:r>
              <a:rPr lang="en-US" sz="2000" b="1" i="1" dirty="0"/>
              <a:t>cd</a:t>
            </a:r>
            <a:r>
              <a:rPr lang="en-US" sz="2000" dirty="0"/>
              <a:t> command.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List the contents of a directory using </a:t>
            </a:r>
            <a:r>
              <a:rPr lang="en-US" sz="2000" b="1" i="1" dirty="0"/>
              <a:t>ls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Observer a graphical directory view on the command line using </a:t>
            </a:r>
            <a:r>
              <a:rPr lang="en-US" sz="2000" b="1" i="1" dirty="0"/>
              <a:t>tree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Use the Ubuntu file explorer to view files and directories.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497D69-439C-4E04-AB3B-CAA04057B828}"/>
              </a:ext>
            </a:extLst>
          </p:cNvPr>
          <p:cNvSpPr txBox="1">
            <a:spLocks/>
          </p:cNvSpPr>
          <p:nvPr/>
        </p:nvSpPr>
        <p:spPr>
          <a:xfrm>
            <a:off x="841248" y="2252870"/>
            <a:ext cx="6013201" cy="409766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endParaRPr lang="en-US" sz="1800" b="1" i="1" dirty="0">
              <a:solidFill>
                <a:srgbClr val="000000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6D8953-FB07-BC43-9DBD-34AF1B18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161" y="1073150"/>
            <a:ext cx="4927839" cy="494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1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910C-20A3-493C-AFCB-9366AF6F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33" y="604445"/>
            <a:ext cx="5124760" cy="13484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600" dirty="0"/>
              <a:t>Task2: </a:t>
            </a:r>
            <a:r>
              <a:rPr lang="en-US" sz="2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</a:rPr>
              <a:t>Determine where to place files in the Linux file system.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497D69-439C-4E04-AB3B-CAA04057B828}"/>
              </a:ext>
            </a:extLst>
          </p:cNvPr>
          <p:cNvSpPr txBox="1">
            <a:spLocks/>
          </p:cNvSpPr>
          <p:nvPr/>
        </p:nvSpPr>
        <p:spPr>
          <a:xfrm>
            <a:off x="438912" y="2512611"/>
            <a:ext cx="4832803" cy="366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List the files in each of the subdirectories in root (/).</a:t>
            </a:r>
          </a:p>
          <a:p>
            <a:r>
              <a:rPr lang="en-US" sz="1800" dirty="0"/>
              <a:t>Discover the purpose of each directory.</a:t>
            </a:r>
            <a:br>
              <a:rPr lang="en-US" sz="1800" dirty="0"/>
            </a:br>
            <a:r>
              <a:rPr lang="en-US" sz="1800" dirty="0"/>
              <a:t>	/boot</a:t>
            </a:r>
            <a:br>
              <a:rPr lang="en-US" sz="1800" dirty="0"/>
            </a:br>
            <a:r>
              <a:rPr lang="en-US" sz="1800" dirty="0"/>
              <a:t>            /</a:t>
            </a:r>
            <a:r>
              <a:rPr lang="en-US" sz="1800" dirty="0" err="1"/>
              <a:t>etc</a:t>
            </a:r>
            <a:br>
              <a:rPr lang="en-US" sz="1800" dirty="0"/>
            </a:br>
            <a:r>
              <a:rPr lang="en-US" sz="1800" dirty="0"/>
              <a:t>            /</a:t>
            </a:r>
            <a:r>
              <a:rPr lang="en-US" sz="1800" dirty="0" err="1"/>
              <a:t>usr</a:t>
            </a:r>
            <a:br>
              <a:rPr lang="en-US" sz="1800" dirty="0"/>
            </a:br>
            <a:r>
              <a:rPr lang="en-US" sz="1800" dirty="0"/>
              <a:t>            /var</a:t>
            </a:r>
            <a:br>
              <a:rPr lang="en-US" sz="1800" dirty="0"/>
            </a:br>
            <a:r>
              <a:rPr lang="en-US" sz="1800" dirty="0"/>
              <a:t>           …</a:t>
            </a:r>
          </a:p>
          <a:p>
            <a:r>
              <a:rPr lang="en-US" sz="1800" dirty="0"/>
              <a:t>Use the knowledge to determine where a file should be or will be stored in the filesystem.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8C00C-7065-0244-8EB4-82EF664DF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370" y="1339850"/>
            <a:ext cx="512476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0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910C-20A3-493C-AFCB-9366AF6F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296214"/>
            <a:ext cx="3911719" cy="18069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Task3: </a:t>
            </a:r>
            <a:r>
              <a:rPr lang="en-US" sz="2400" dirty="0">
                <a:ea typeface="Open Sans" panose="020B0606030504020204" pitchFamily="34" charset="0"/>
              </a:rPr>
              <a:t>Create permissions on Files and directories.</a:t>
            </a:r>
            <a:r>
              <a:rPr lang="en-US" sz="2400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497D69-439C-4E04-AB3B-CAA04057B828}"/>
              </a:ext>
            </a:extLst>
          </p:cNvPr>
          <p:cNvSpPr txBox="1">
            <a:spLocks/>
          </p:cNvSpPr>
          <p:nvPr/>
        </p:nvSpPr>
        <p:spPr>
          <a:xfrm>
            <a:off x="495681" y="2338825"/>
            <a:ext cx="4257284" cy="3790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a directory.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file within a directory.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Change Permissions on the directory and file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Permission Levels: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1200" dirty="0"/>
              <a:t>User: the user logged in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1200" dirty="0"/>
              <a:t>Group: the group assigned to the file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1200" dirty="0"/>
              <a:t>Other: </a:t>
            </a:r>
            <a:r>
              <a:rPr lang="en-US" sz="1200" b="1" i="1" dirty="0"/>
              <a:t>Everyone</a:t>
            </a:r>
            <a:r>
              <a:rPr lang="en-US" sz="1200" dirty="0"/>
              <a:t> else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Each level has read, write, and execute bits. (</a:t>
            </a:r>
            <a:r>
              <a:rPr lang="en-US" sz="1600" dirty="0" err="1"/>
              <a:t>rwx</a:t>
            </a:r>
            <a:r>
              <a:rPr lang="en-US" sz="160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Assign using bits and characters.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650B3-9AD8-484D-9472-CD023882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3150"/>
            <a:ext cx="5600318" cy="50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3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910C-20A3-493C-AFCB-9366AF6F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92" y="728456"/>
            <a:ext cx="4215374" cy="14738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Task4: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</a:rPr>
              <a:t>Use a compiler to create and observe text, binary and assembler file types.</a:t>
            </a:r>
            <a:r>
              <a:rPr lang="en-US" sz="2000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497D69-439C-4E04-AB3B-CAA04057B828}"/>
              </a:ext>
            </a:extLst>
          </p:cNvPr>
          <p:cNvSpPr txBox="1">
            <a:spLocks/>
          </p:cNvSpPr>
          <p:nvPr/>
        </p:nvSpPr>
        <p:spPr>
          <a:xfrm>
            <a:off x="495681" y="2338825"/>
            <a:ext cx="4257284" cy="3790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Observe a C source code file using the cat command.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Compile the C Source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Observe a C binary executable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and observe an Assembly code file.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ECC57-3567-D443-991C-1250FF84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8065"/>
            <a:ext cx="5916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9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C910C-20A3-493C-AFCB-9366AF6F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272034"/>
            <a:ext cx="3438144" cy="1476733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Open Sans"/>
              </a:rPr>
              <a:t>Task5: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</a:rPr>
              <a:t>Use Hard links and Symbolic links to link files.</a:t>
            </a:r>
            <a:r>
              <a:rPr lang="en-US" sz="2000" dirty="0"/>
              <a:t> </a:t>
            </a:r>
            <a:endParaRPr lang="en-US" sz="2000" dirty="0">
              <a:latin typeface="Open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2813-06A8-4210-874A-2DE00374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1918993"/>
            <a:ext cx="3438906" cy="433295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Links are used to create a shortcut or reference to another file or directory.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Each file contains an </a:t>
            </a:r>
            <a:r>
              <a:rPr lang="en-US" sz="1400" dirty="0" err="1"/>
              <a:t>inode</a:t>
            </a:r>
            <a:r>
              <a:rPr lang="en-US" sz="1400" dirty="0"/>
              <a:t> data structure and associated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Links may be used to allow minimal script modifications as files (links) used are always in the same place.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Soft Links: Different file with a link(pointer)  to the original file. If the original is moved, link fails.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Hard Link: Same file with a different file name. Modifying any link modifies the same file. Removing original file(name)  does not remove file if another hard link exists.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126E3-9B74-6B42-923C-AB8077D38B76}"/>
              </a:ext>
            </a:extLst>
          </p:cNvPr>
          <p:cNvSpPr txBox="1"/>
          <p:nvPr/>
        </p:nvSpPr>
        <p:spPr>
          <a:xfrm>
            <a:off x="6096000" y="2428456"/>
            <a:ext cx="5532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Symbolic or Soft Link:</a:t>
            </a:r>
            <a:br>
              <a:rPr lang="en-US" dirty="0"/>
            </a:br>
            <a:r>
              <a:rPr lang="en-US" i="1" dirty="0"/>
              <a:t>ln –s </a:t>
            </a:r>
            <a:r>
              <a:rPr lang="en-US" i="1" dirty="0" err="1"/>
              <a:t>originalFile</a:t>
            </a:r>
            <a:r>
              <a:rPr lang="en-US" i="1" dirty="0"/>
              <a:t> </a:t>
            </a:r>
            <a:r>
              <a:rPr lang="en-US" i="1" dirty="0" err="1"/>
              <a:t>LinkFile</a:t>
            </a:r>
            <a:endParaRPr lang="en-US" i="1" dirty="0"/>
          </a:p>
          <a:p>
            <a:r>
              <a:rPr lang="en-US" b="1" i="1" dirty="0"/>
              <a:t>ln -s test </a:t>
            </a:r>
            <a:r>
              <a:rPr lang="en-US" b="1" i="1" dirty="0" err="1"/>
              <a:t>linktotest</a:t>
            </a:r>
            <a:r>
              <a:rPr lang="en-US" dirty="0"/>
              <a:t> 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Hard Link:</a:t>
            </a:r>
            <a:br>
              <a:rPr lang="en-US" dirty="0"/>
            </a:br>
            <a:r>
              <a:rPr lang="en-US" dirty="0"/>
              <a:t>ln </a:t>
            </a:r>
            <a:r>
              <a:rPr lang="en-US" i="1" dirty="0" err="1"/>
              <a:t>originalFile</a:t>
            </a:r>
            <a:r>
              <a:rPr lang="en-US" i="1" dirty="0"/>
              <a:t> </a:t>
            </a:r>
            <a:r>
              <a:rPr lang="en-US" i="1" dirty="0" err="1"/>
              <a:t>LinkFile</a:t>
            </a:r>
            <a:endParaRPr lang="en-US" i="1" dirty="0"/>
          </a:p>
          <a:p>
            <a:r>
              <a:rPr lang="en-US" b="1" i="1" dirty="0"/>
              <a:t>ln  test </a:t>
            </a:r>
            <a:r>
              <a:rPr lang="en-US" b="1" i="1" dirty="0" err="1"/>
              <a:t>linktotest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50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413</Words>
  <Application>Microsoft Macintosh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Times New Roman</vt:lpstr>
      <vt:lpstr>Office Theme</vt:lpstr>
      <vt:lpstr>Files and directories in the Linux filesystem</vt:lpstr>
      <vt:lpstr>Linux File System Command Output. </vt:lpstr>
      <vt:lpstr>Task1: Use various commands to explore and view the Linux file system. </vt:lpstr>
      <vt:lpstr>Task2: Determine where to place files in the Linux file system. </vt:lpstr>
      <vt:lpstr>Task3: Create permissions on Files and directories. </vt:lpstr>
      <vt:lpstr>Task4: Use a compiler to create and observe text, binary and assembler file types. </vt:lpstr>
      <vt:lpstr>Task5: Use Hard links and Symbolic links to link files.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Testing and Debugging Python</dc:title>
  <dc:creator>dave Dalsveen</dc:creator>
  <cp:lastModifiedBy>david dalsveen</cp:lastModifiedBy>
  <cp:revision>1</cp:revision>
  <dcterms:created xsi:type="dcterms:W3CDTF">2020-06-03T14:24:49Z</dcterms:created>
  <dcterms:modified xsi:type="dcterms:W3CDTF">2021-06-19T01:10:16Z</dcterms:modified>
</cp:coreProperties>
</file>